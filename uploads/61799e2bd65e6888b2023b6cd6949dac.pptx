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notesMasterIdLst>
    <p:notesMasterId r:id="rId30"/>
  </p:notesMasterIdLst>
  <p:sldIdLst>
    <p:sldId id="256" r:id="rId3"/>
    <p:sldId id="268" r:id="rId4"/>
    <p:sldId id="257" r:id="rId5"/>
    <p:sldId id="258" r:id="rId6"/>
    <p:sldId id="269" r:id="rId7"/>
    <p:sldId id="274" r:id="rId8"/>
    <p:sldId id="259" r:id="rId9"/>
    <p:sldId id="270" r:id="rId10"/>
    <p:sldId id="271" r:id="rId11"/>
    <p:sldId id="264" r:id="rId12"/>
    <p:sldId id="273" r:id="rId13"/>
    <p:sldId id="272" r:id="rId14"/>
    <p:sldId id="275" r:id="rId15"/>
    <p:sldId id="276" r:id="rId16"/>
    <p:sldId id="266" r:id="rId17"/>
    <p:sldId id="277" r:id="rId18"/>
    <p:sldId id="278" r:id="rId19"/>
    <p:sldId id="279" r:id="rId20"/>
    <p:sldId id="280" r:id="rId21"/>
    <p:sldId id="281" r:id="rId22"/>
    <p:sldId id="282" r:id="rId23"/>
    <p:sldId id="262" r:id="rId24"/>
    <p:sldId id="283" r:id="rId25"/>
    <p:sldId id="284" r:id="rId26"/>
    <p:sldId id="260" r:id="rId27"/>
    <p:sldId id="285" r:id="rId28"/>
    <p:sldId id="286" r:id="rId2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C1528D-C7A1-41FB-BE9D-B42C71525F12}" type="doc">
      <dgm:prSet loTypeId="urn:microsoft.com/office/officeart/2005/8/layout/radial5" loCatId="cycle" qsTypeId="urn:microsoft.com/office/officeart/2005/8/quickstyle/simple1" qsCatId="simple" csTypeId="urn:microsoft.com/office/officeart/2005/8/colors/accent2_2" csCatId="accent2" phldr="1"/>
      <dgm:spPr/>
      <dgm:t>
        <a:bodyPr/>
        <a:lstStyle/>
        <a:p>
          <a:endParaRPr lang="en-PH"/>
        </a:p>
      </dgm:t>
    </dgm:pt>
    <dgm:pt modelId="{A95CA541-5479-4687-9373-BDAC21B8AD3D}">
      <dgm:prSet phldrT="[Text]" phldr="0" custT="1"/>
      <dgm:spPr/>
      <dgm:t>
        <a:bodyPr/>
        <a:lstStyle/>
        <a:p>
          <a:r>
            <a:rPr lang="en-PH" sz="1200" b="1" dirty="0">
              <a:solidFill>
                <a:schemeClr val="tx1"/>
              </a:solidFill>
              <a:latin typeface="Century Gothic" panose="020B0502020202020204" pitchFamily="34" charset="0"/>
            </a:rPr>
            <a:t>Project Scheduling</a:t>
          </a:r>
        </a:p>
      </dgm:t>
    </dgm:pt>
    <dgm:pt modelId="{0D583AF2-E40A-436A-B9A4-B051ED1EA805}" type="parTrans" cxnId="{BC5C836B-54A8-40F7-968E-D39A37A27DE7}">
      <dgm:prSet/>
      <dgm:spPr/>
      <dgm:t>
        <a:bodyPr/>
        <a:lstStyle/>
        <a:p>
          <a:endParaRPr lang="en-PH"/>
        </a:p>
      </dgm:t>
    </dgm:pt>
    <dgm:pt modelId="{62CE4B19-D624-4B3E-BBA7-7E82EA3E2023}" type="sibTrans" cxnId="{BC5C836B-54A8-40F7-968E-D39A37A27DE7}">
      <dgm:prSet/>
      <dgm:spPr/>
      <dgm:t>
        <a:bodyPr/>
        <a:lstStyle/>
        <a:p>
          <a:endParaRPr lang="en-PH"/>
        </a:p>
      </dgm:t>
    </dgm:pt>
    <dgm:pt modelId="{E89091E6-8D21-40A0-A7E0-3B9EA6ED7151}">
      <dgm:prSet phldrT="[Text]" phldr="0" custT="1"/>
      <dgm:spPr/>
      <dgm:t>
        <a:bodyPr/>
        <a:lstStyle/>
        <a:p>
          <a:r>
            <a:rPr lang="en-PH" sz="1050" b="1" dirty="0">
              <a:solidFill>
                <a:schemeClr val="tx1"/>
              </a:solidFill>
              <a:latin typeface="Century Gothic" panose="020B0502020202020204" pitchFamily="34" charset="0"/>
            </a:rPr>
            <a:t>Work breakdown Structure</a:t>
          </a:r>
        </a:p>
      </dgm:t>
    </dgm:pt>
    <dgm:pt modelId="{2B4F3619-25BA-420D-9C48-DA903ABE5665}" type="parTrans" cxnId="{4D326FC9-2EE5-4EDD-A20D-4098AB664A75}">
      <dgm:prSet/>
      <dgm:spPr/>
      <dgm:t>
        <a:bodyPr/>
        <a:lstStyle/>
        <a:p>
          <a:endParaRPr lang="en-PH"/>
        </a:p>
      </dgm:t>
    </dgm:pt>
    <dgm:pt modelId="{B15FCB90-64C2-4AE1-870F-79CE62AE36A2}" type="sibTrans" cxnId="{4D326FC9-2EE5-4EDD-A20D-4098AB664A75}">
      <dgm:prSet/>
      <dgm:spPr/>
      <dgm:t>
        <a:bodyPr/>
        <a:lstStyle/>
        <a:p>
          <a:endParaRPr lang="en-PH"/>
        </a:p>
      </dgm:t>
    </dgm:pt>
    <dgm:pt modelId="{CAFD275E-8D7B-41E3-9D26-21E11960EE3D}">
      <dgm:prSet phldrT="[Text]" phldr="0" custT="1"/>
      <dgm:spPr/>
      <dgm:t>
        <a:bodyPr/>
        <a:lstStyle/>
        <a:p>
          <a:r>
            <a:rPr lang="en-PH" sz="1050" b="1" dirty="0">
              <a:solidFill>
                <a:schemeClr val="tx1"/>
              </a:solidFill>
              <a:latin typeface="Century Gothic" panose="020B0502020202020204" pitchFamily="34" charset="0"/>
            </a:rPr>
            <a:t>Schedule development</a:t>
          </a:r>
        </a:p>
      </dgm:t>
    </dgm:pt>
    <dgm:pt modelId="{172BD3BA-43A6-4E3C-A131-19EA7B39BEF6}" type="parTrans" cxnId="{F98033A6-8C0A-420E-BF38-B5D2DF7ABCCE}">
      <dgm:prSet/>
      <dgm:spPr/>
      <dgm:t>
        <a:bodyPr/>
        <a:lstStyle/>
        <a:p>
          <a:endParaRPr lang="en-PH"/>
        </a:p>
      </dgm:t>
    </dgm:pt>
    <dgm:pt modelId="{F5EE8F7C-6590-45B5-A2D0-FFD4BCCD4591}" type="sibTrans" cxnId="{F98033A6-8C0A-420E-BF38-B5D2DF7ABCCE}">
      <dgm:prSet/>
      <dgm:spPr/>
      <dgm:t>
        <a:bodyPr/>
        <a:lstStyle/>
        <a:p>
          <a:endParaRPr lang="en-PH"/>
        </a:p>
      </dgm:t>
    </dgm:pt>
    <dgm:pt modelId="{3033E266-AE95-4B9E-90F1-6BAC9F92CBC1}">
      <dgm:prSet phldrT="[Text]" phldr="0" custT="1"/>
      <dgm:spPr/>
      <dgm:t>
        <a:bodyPr/>
        <a:lstStyle/>
        <a:p>
          <a:r>
            <a:rPr lang="en-PH" sz="1050" b="1" dirty="0">
              <a:solidFill>
                <a:schemeClr val="tx1"/>
              </a:solidFill>
              <a:latin typeface="Century Gothic" panose="020B0502020202020204" pitchFamily="34" charset="0"/>
            </a:rPr>
            <a:t>Resource Allocation</a:t>
          </a:r>
        </a:p>
      </dgm:t>
    </dgm:pt>
    <dgm:pt modelId="{FBD06875-FEEC-4C30-AD01-602B2B075918}" type="parTrans" cxnId="{F18AA652-F592-46FB-B825-F0670D4FD93C}">
      <dgm:prSet/>
      <dgm:spPr/>
      <dgm:t>
        <a:bodyPr/>
        <a:lstStyle/>
        <a:p>
          <a:endParaRPr lang="en-PH"/>
        </a:p>
      </dgm:t>
    </dgm:pt>
    <dgm:pt modelId="{AF3A7406-71DB-433A-BD49-E2C99C19E992}" type="sibTrans" cxnId="{F18AA652-F592-46FB-B825-F0670D4FD93C}">
      <dgm:prSet/>
      <dgm:spPr/>
      <dgm:t>
        <a:bodyPr/>
        <a:lstStyle/>
        <a:p>
          <a:endParaRPr lang="en-PH"/>
        </a:p>
      </dgm:t>
    </dgm:pt>
    <dgm:pt modelId="{043448DF-A334-4A7F-B971-D2960E30555B}">
      <dgm:prSet phldrT="[Text]" phldr="0" custT="1"/>
      <dgm:spPr/>
      <dgm:t>
        <a:bodyPr/>
        <a:lstStyle/>
        <a:p>
          <a:r>
            <a:rPr lang="en-PH" sz="1050" b="1" dirty="0">
              <a:solidFill>
                <a:schemeClr val="tx1"/>
              </a:solidFill>
              <a:latin typeface="Century Gothic" panose="020B0502020202020204" pitchFamily="34" charset="0"/>
            </a:rPr>
            <a:t>Activity Sequencing</a:t>
          </a:r>
        </a:p>
      </dgm:t>
    </dgm:pt>
    <dgm:pt modelId="{ED9D2C4C-7681-49E2-99F1-9DBC1FEAC751}" type="parTrans" cxnId="{F309A6D4-75EB-415B-8058-CC96AE6AFB2C}">
      <dgm:prSet/>
      <dgm:spPr/>
      <dgm:t>
        <a:bodyPr/>
        <a:lstStyle/>
        <a:p>
          <a:endParaRPr lang="en-PH"/>
        </a:p>
      </dgm:t>
    </dgm:pt>
    <dgm:pt modelId="{5BF09846-38EF-42DE-BEE9-6B6EEA71FA74}" type="sibTrans" cxnId="{F309A6D4-75EB-415B-8058-CC96AE6AFB2C}">
      <dgm:prSet/>
      <dgm:spPr/>
      <dgm:t>
        <a:bodyPr/>
        <a:lstStyle/>
        <a:p>
          <a:endParaRPr lang="en-PH"/>
        </a:p>
      </dgm:t>
    </dgm:pt>
    <dgm:pt modelId="{97F4CF4D-0BF8-49E2-898F-58B35A7A600A}" type="pres">
      <dgm:prSet presAssocID="{6DC1528D-C7A1-41FB-BE9D-B42C71525F12}" presName="Name0" presStyleCnt="0">
        <dgm:presLayoutVars>
          <dgm:chMax val="1"/>
          <dgm:dir/>
          <dgm:animLvl val="ctr"/>
          <dgm:resizeHandles val="exact"/>
        </dgm:presLayoutVars>
      </dgm:prSet>
      <dgm:spPr/>
    </dgm:pt>
    <dgm:pt modelId="{55FCB8B3-92E4-404C-A947-B0BB0EAC7319}" type="pres">
      <dgm:prSet presAssocID="{A95CA541-5479-4687-9373-BDAC21B8AD3D}" presName="centerShape" presStyleLbl="node0" presStyleIdx="0" presStyleCnt="1" custScaleX="136176" custScaleY="125544"/>
      <dgm:spPr/>
    </dgm:pt>
    <dgm:pt modelId="{54FB34C4-53A3-4910-9824-C68E91F02C22}" type="pres">
      <dgm:prSet presAssocID="{2B4F3619-25BA-420D-9C48-DA903ABE5665}" presName="parTrans" presStyleLbl="sibTrans2D1" presStyleIdx="0" presStyleCnt="4"/>
      <dgm:spPr/>
    </dgm:pt>
    <dgm:pt modelId="{E8221C13-29CA-422B-A5EC-E7CF2809E6FE}" type="pres">
      <dgm:prSet presAssocID="{2B4F3619-25BA-420D-9C48-DA903ABE5665}" presName="connectorText" presStyleLbl="sibTrans2D1" presStyleIdx="0" presStyleCnt="4"/>
      <dgm:spPr/>
    </dgm:pt>
    <dgm:pt modelId="{E8E09E30-4ED8-4E9D-B10B-AD1623E0A4C0}" type="pres">
      <dgm:prSet presAssocID="{E89091E6-8D21-40A0-A7E0-3B9EA6ED7151}" presName="node" presStyleLbl="node1" presStyleIdx="0" presStyleCnt="4" custScaleX="128537" custScaleY="113150" custRadScaleRad="112169" custRadScaleInc="-1408">
        <dgm:presLayoutVars>
          <dgm:bulletEnabled val="1"/>
        </dgm:presLayoutVars>
      </dgm:prSet>
      <dgm:spPr/>
    </dgm:pt>
    <dgm:pt modelId="{149CFA37-DE73-4C1A-8951-C1F9CE0C434A}" type="pres">
      <dgm:prSet presAssocID="{172BD3BA-43A6-4E3C-A131-19EA7B39BEF6}" presName="parTrans" presStyleLbl="sibTrans2D1" presStyleIdx="1" presStyleCnt="4"/>
      <dgm:spPr/>
    </dgm:pt>
    <dgm:pt modelId="{D7CFC399-F64D-4FA8-B122-086505D101F8}" type="pres">
      <dgm:prSet presAssocID="{172BD3BA-43A6-4E3C-A131-19EA7B39BEF6}" presName="connectorText" presStyleLbl="sibTrans2D1" presStyleIdx="1" presStyleCnt="4"/>
      <dgm:spPr/>
    </dgm:pt>
    <dgm:pt modelId="{DF5B3F96-C981-483B-8A43-17677BDC7956}" type="pres">
      <dgm:prSet presAssocID="{CAFD275E-8D7B-41E3-9D26-21E11960EE3D}" presName="node" presStyleLbl="node1" presStyleIdx="1" presStyleCnt="4" custScaleX="125279" custScaleY="123218" custRadScaleRad="131214">
        <dgm:presLayoutVars>
          <dgm:bulletEnabled val="1"/>
        </dgm:presLayoutVars>
      </dgm:prSet>
      <dgm:spPr/>
    </dgm:pt>
    <dgm:pt modelId="{48E0FC2C-AF49-4366-8412-AAD66908A27F}" type="pres">
      <dgm:prSet presAssocID="{FBD06875-FEEC-4C30-AD01-602B2B075918}" presName="parTrans" presStyleLbl="sibTrans2D1" presStyleIdx="2" presStyleCnt="4"/>
      <dgm:spPr/>
    </dgm:pt>
    <dgm:pt modelId="{619BF6D3-6D12-4636-939E-98150D12DEEC}" type="pres">
      <dgm:prSet presAssocID="{FBD06875-FEEC-4C30-AD01-602B2B075918}" presName="connectorText" presStyleLbl="sibTrans2D1" presStyleIdx="2" presStyleCnt="4"/>
      <dgm:spPr/>
    </dgm:pt>
    <dgm:pt modelId="{0CBE8408-AD81-4C6A-A41A-B44E2D087DA2}" type="pres">
      <dgm:prSet presAssocID="{3033E266-AE95-4B9E-90F1-6BAC9F92CBC1}" presName="node" presStyleLbl="node1" presStyleIdx="2" presStyleCnt="4" custScaleX="120106" custScaleY="111073" custRadScaleRad="97146" custRadScaleInc="2633">
        <dgm:presLayoutVars>
          <dgm:bulletEnabled val="1"/>
        </dgm:presLayoutVars>
      </dgm:prSet>
      <dgm:spPr/>
    </dgm:pt>
    <dgm:pt modelId="{06469F8C-9A3D-42A8-9826-D77B6669B384}" type="pres">
      <dgm:prSet presAssocID="{ED9D2C4C-7681-49E2-99F1-9DBC1FEAC751}" presName="parTrans" presStyleLbl="sibTrans2D1" presStyleIdx="3" presStyleCnt="4"/>
      <dgm:spPr/>
    </dgm:pt>
    <dgm:pt modelId="{432E7BDB-950D-4DCF-9333-2E84D8CF3745}" type="pres">
      <dgm:prSet presAssocID="{ED9D2C4C-7681-49E2-99F1-9DBC1FEAC751}" presName="connectorText" presStyleLbl="sibTrans2D1" presStyleIdx="3" presStyleCnt="4"/>
      <dgm:spPr/>
    </dgm:pt>
    <dgm:pt modelId="{3B358B73-60DD-4155-8181-7BC265B76254}" type="pres">
      <dgm:prSet presAssocID="{043448DF-A334-4A7F-B971-D2960E30555B}" presName="node" presStyleLbl="node1" presStyleIdx="3" presStyleCnt="4" custScaleX="124631" custScaleY="120747" custRadScaleRad="126733">
        <dgm:presLayoutVars>
          <dgm:bulletEnabled val="1"/>
        </dgm:presLayoutVars>
      </dgm:prSet>
      <dgm:spPr/>
    </dgm:pt>
  </dgm:ptLst>
  <dgm:cxnLst>
    <dgm:cxn modelId="{1AB6DA0A-1B46-47BB-9335-59B66516B907}" type="presOf" srcId="{2B4F3619-25BA-420D-9C48-DA903ABE5665}" destId="{E8221C13-29CA-422B-A5EC-E7CF2809E6FE}" srcOrd="1" destOrd="0" presId="urn:microsoft.com/office/officeart/2005/8/layout/radial5"/>
    <dgm:cxn modelId="{C4D0C82C-D800-489D-A7AF-92884B791853}" type="presOf" srcId="{2B4F3619-25BA-420D-9C48-DA903ABE5665}" destId="{54FB34C4-53A3-4910-9824-C68E91F02C22}" srcOrd="0" destOrd="0" presId="urn:microsoft.com/office/officeart/2005/8/layout/radial5"/>
    <dgm:cxn modelId="{E6CA9C69-0422-4186-9724-889420E12E1A}" type="presOf" srcId="{FBD06875-FEEC-4C30-AD01-602B2B075918}" destId="{48E0FC2C-AF49-4366-8412-AAD66908A27F}" srcOrd="0" destOrd="0" presId="urn:microsoft.com/office/officeart/2005/8/layout/radial5"/>
    <dgm:cxn modelId="{BC5C836B-54A8-40F7-968E-D39A37A27DE7}" srcId="{6DC1528D-C7A1-41FB-BE9D-B42C71525F12}" destId="{A95CA541-5479-4687-9373-BDAC21B8AD3D}" srcOrd="0" destOrd="0" parTransId="{0D583AF2-E40A-436A-B9A4-B051ED1EA805}" sibTransId="{62CE4B19-D624-4B3E-BBA7-7E82EA3E2023}"/>
    <dgm:cxn modelId="{F18AA652-F592-46FB-B825-F0670D4FD93C}" srcId="{A95CA541-5479-4687-9373-BDAC21B8AD3D}" destId="{3033E266-AE95-4B9E-90F1-6BAC9F92CBC1}" srcOrd="2" destOrd="0" parTransId="{FBD06875-FEEC-4C30-AD01-602B2B075918}" sibTransId="{AF3A7406-71DB-433A-BD49-E2C99C19E992}"/>
    <dgm:cxn modelId="{7AB63974-5E3B-443C-991D-DE00A475F43F}" type="presOf" srcId="{ED9D2C4C-7681-49E2-99F1-9DBC1FEAC751}" destId="{432E7BDB-950D-4DCF-9333-2E84D8CF3745}" srcOrd="1" destOrd="0" presId="urn:microsoft.com/office/officeart/2005/8/layout/radial5"/>
    <dgm:cxn modelId="{49CA9F54-496C-4D95-9866-3644652D17BA}" type="presOf" srcId="{043448DF-A334-4A7F-B971-D2960E30555B}" destId="{3B358B73-60DD-4155-8181-7BC265B76254}" srcOrd="0" destOrd="0" presId="urn:microsoft.com/office/officeart/2005/8/layout/radial5"/>
    <dgm:cxn modelId="{4BBEF48C-9878-453D-8611-C5867D962F79}" type="presOf" srcId="{CAFD275E-8D7B-41E3-9D26-21E11960EE3D}" destId="{DF5B3F96-C981-483B-8A43-17677BDC7956}" srcOrd="0" destOrd="0" presId="urn:microsoft.com/office/officeart/2005/8/layout/radial5"/>
    <dgm:cxn modelId="{F98033A6-8C0A-420E-BF38-B5D2DF7ABCCE}" srcId="{A95CA541-5479-4687-9373-BDAC21B8AD3D}" destId="{CAFD275E-8D7B-41E3-9D26-21E11960EE3D}" srcOrd="1" destOrd="0" parTransId="{172BD3BA-43A6-4E3C-A131-19EA7B39BEF6}" sibTransId="{F5EE8F7C-6590-45B5-A2D0-FFD4BCCD4591}"/>
    <dgm:cxn modelId="{800577B1-257C-4295-BDD2-431D729CD00B}" type="presOf" srcId="{172BD3BA-43A6-4E3C-A131-19EA7B39BEF6}" destId="{149CFA37-DE73-4C1A-8951-C1F9CE0C434A}" srcOrd="0" destOrd="0" presId="urn:microsoft.com/office/officeart/2005/8/layout/radial5"/>
    <dgm:cxn modelId="{786A6FB4-B857-4F76-AD12-059735832535}" type="presOf" srcId="{ED9D2C4C-7681-49E2-99F1-9DBC1FEAC751}" destId="{06469F8C-9A3D-42A8-9826-D77B6669B384}" srcOrd="0" destOrd="0" presId="urn:microsoft.com/office/officeart/2005/8/layout/radial5"/>
    <dgm:cxn modelId="{847567B6-49A8-4B7C-B256-517A6769D324}" type="presOf" srcId="{A95CA541-5479-4687-9373-BDAC21B8AD3D}" destId="{55FCB8B3-92E4-404C-A947-B0BB0EAC7319}" srcOrd="0" destOrd="0" presId="urn:microsoft.com/office/officeart/2005/8/layout/radial5"/>
    <dgm:cxn modelId="{4D326FC9-2EE5-4EDD-A20D-4098AB664A75}" srcId="{A95CA541-5479-4687-9373-BDAC21B8AD3D}" destId="{E89091E6-8D21-40A0-A7E0-3B9EA6ED7151}" srcOrd="0" destOrd="0" parTransId="{2B4F3619-25BA-420D-9C48-DA903ABE5665}" sibTransId="{B15FCB90-64C2-4AE1-870F-79CE62AE36A2}"/>
    <dgm:cxn modelId="{C25A98CF-CA8F-4712-8089-A7B36D4031B3}" type="presOf" srcId="{6DC1528D-C7A1-41FB-BE9D-B42C71525F12}" destId="{97F4CF4D-0BF8-49E2-898F-58B35A7A600A}" srcOrd="0" destOrd="0" presId="urn:microsoft.com/office/officeart/2005/8/layout/radial5"/>
    <dgm:cxn modelId="{F309A6D4-75EB-415B-8058-CC96AE6AFB2C}" srcId="{A95CA541-5479-4687-9373-BDAC21B8AD3D}" destId="{043448DF-A334-4A7F-B971-D2960E30555B}" srcOrd="3" destOrd="0" parTransId="{ED9D2C4C-7681-49E2-99F1-9DBC1FEAC751}" sibTransId="{5BF09846-38EF-42DE-BEE9-6B6EEA71FA74}"/>
    <dgm:cxn modelId="{7D9E90DC-C9AF-47FF-A643-F5B52627D8C1}" type="presOf" srcId="{3033E266-AE95-4B9E-90F1-6BAC9F92CBC1}" destId="{0CBE8408-AD81-4C6A-A41A-B44E2D087DA2}" srcOrd="0" destOrd="0" presId="urn:microsoft.com/office/officeart/2005/8/layout/radial5"/>
    <dgm:cxn modelId="{CE3D8AE2-B034-4C5B-BB32-D7AB92847956}" type="presOf" srcId="{FBD06875-FEEC-4C30-AD01-602B2B075918}" destId="{619BF6D3-6D12-4636-939E-98150D12DEEC}" srcOrd="1" destOrd="0" presId="urn:microsoft.com/office/officeart/2005/8/layout/radial5"/>
    <dgm:cxn modelId="{CACC02E7-680D-41A0-8990-28817B18183D}" type="presOf" srcId="{E89091E6-8D21-40A0-A7E0-3B9EA6ED7151}" destId="{E8E09E30-4ED8-4E9D-B10B-AD1623E0A4C0}" srcOrd="0" destOrd="0" presId="urn:microsoft.com/office/officeart/2005/8/layout/radial5"/>
    <dgm:cxn modelId="{888F6BE7-1B80-49F5-9CDB-E7E9C843F29A}" type="presOf" srcId="{172BD3BA-43A6-4E3C-A131-19EA7B39BEF6}" destId="{D7CFC399-F64D-4FA8-B122-086505D101F8}" srcOrd="1" destOrd="0" presId="urn:microsoft.com/office/officeart/2005/8/layout/radial5"/>
    <dgm:cxn modelId="{CA80E30C-6F87-412F-BD68-63D0D2E15185}" type="presParOf" srcId="{97F4CF4D-0BF8-49E2-898F-58B35A7A600A}" destId="{55FCB8B3-92E4-404C-A947-B0BB0EAC7319}" srcOrd="0" destOrd="0" presId="urn:microsoft.com/office/officeart/2005/8/layout/radial5"/>
    <dgm:cxn modelId="{C7041962-A422-4CFF-898A-783DA7EFB8B1}" type="presParOf" srcId="{97F4CF4D-0BF8-49E2-898F-58B35A7A600A}" destId="{54FB34C4-53A3-4910-9824-C68E91F02C22}" srcOrd="1" destOrd="0" presId="urn:microsoft.com/office/officeart/2005/8/layout/radial5"/>
    <dgm:cxn modelId="{F2F59CA7-66BE-4813-B7C5-6154BFD5D9FB}" type="presParOf" srcId="{54FB34C4-53A3-4910-9824-C68E91F02C22}" destId="{E8221C13-29CA-422B-A5EC-E7CF2809E6FE}" srcOrd="0" destOrd="0" presId="urn:microsoft.com/office/officeart/2005/8/layout/radial5"/>
    <dgm:cxn modelId="{DD7018DA-2098-4B85-B6B7-FA4221400EC6}" type="presParOf" srcId="{97F4CF4D-0BF8-49E2-898F-58B35A7A600A}" destId="{E8E09E30-4ED8-4E9D-B10B-AD1623E0A4C0}" srcOrd="2" destOrd="0" presId="urn:microsoft.com/office/officeart/2005/8/layout/radial5"/>
    <dgm:cxn modelId="{2F9E0083-193A-4115-8E51-6FB3CBBCA53E}" type="presParOf" srcId="{97F4CF4D-0BF8-49E2-898F-58B35A7A600A}" destId="{149CFA37-DE73-4C1A-8951-C1F9CE0C434A}" srcOrd="3" destOrd="0" presId="urn:microsoft.com/office/officeart/2005/8/layout/radial5"/>
    <dgm:cxn modelId="{93E9F3D0-F743-415C-9114-4BB2247A6D73}" type="presParOf" srcId="{149CFA37-DE73-4C1A-8951-C1F9CE0C434A}" destId="{D7CFC399-F64D-4FA8-B122-086505D101F8}" srcOrd="0" destOrd="0" presId="urn:microsoft.com/office/officeart/2005/8/layout/radial5"/>
    <dgm:cxn modelId="{221AD796-7FFC-4A60-A3A4-7369A271C9CF}" type="presParOf" srcId="{97F4CF4D-0BF8-49E2-898F-58B35A7A600A}" destId="{DF5B3F96-C981-483B-8A43-17677BDC7956}" srcOrd="4" destOrd="0" presId="urn:microsoft.com/office/officeart/2005/8/layout/radial5"/>
    <dgm:cxn modelId="{AAE3BF52-2F37-4287-915F-C23A336C7270}" type="presParOf" srcId="{97F4CF4D-0BF8-49E2-898F-58B35A7A600A}" destId="{48E0FC2C-AF49-4366-8412-AAD66908A27F}" srcOrd="5" destOrd="0" presId="urn:microsoft.com/office/officeart/2005/8/layout/radial5"/>
    <dgm:cxn modelId="{A2EA9925-99DD-49E5-8230-E66BA3EA34C9}" type="presParOf" srcId="{48E0FC2C-AF49-4366-8412-AAD66908A27F}" destId="{619BF6D3-6D12-4636-939E-98150D12DEEC}" srcOrd="0" destOrd="0" presId="urn:microsoft.com/office/officeart/2005/8/layout/radial5"/>
    <dgm:cxn modelId="{C88DC4AD-7D89-4B49-90E7-AACE33BA223F}" type="presParOf" srcId="{97F4CF4D-0BF8-49E2-898F-58B35A7A600A}" destId="{0CBE8408-AD81-4C6A-A41A-B44E2D087DA2}" srcOrd="6" destOrd="0" presId="urn:microsoft.com/office/officeart/2005/8/layout/radial5"/>
    <dgm:cxn modelId="{38D67EBD-3CCC-4B9C-A47E-4D1244BC5DE3}" type="presParOf" srcId="{97F4CF4D-0BF8-49E2-898F-58B35A7A600A}" destId="{06469F8C-9A3D-42A8-9826-D77B6669B384}" srcOrd="7" destOrd="0" presId="urn:microsoft.com/office/officeart/2005/8/layout/radial5"/>
    <dgm:cxn modelId="{3F6BC420-8E1A-4EBB-BC69-401220E74DBA}" type="presParOf" srcId="{06469F8C-9A3D-42A8-9826-D77B6669B384}" destId="{432E7BDB-950D-4DCF-9333-2E84D8CF3745}" srcOrd="0" destOrd="0" presId="urn:microsoft.com/office/officeart/2005/8/layout/radial5"/>
    <dgm:cxn modelId="{E7F7164F-5BE5-4C14-BF01-D0D388716A66}" type="presParOf" srcId="{97F4CF4D-0BF8-49E2-898F-58B35A7A600A}" destId="{3B358B73-60DD-4155-8181-7BC265B76254}"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DC1528D-C7A1-41FB-BE9D-B42C71525F12}" type="doc">
      <dgm:prSet loTypeId="urn:microsoft.com/office/officeart/2005/8/layout/radial5" loCatId="cycle" qsTypeId="urn:microsoft.com/office/officeart/2005/8/quickstyle/simple1" qsCatId="simple" csTypeId="urn:microsoft.com/office/officeart/2005/8/colors/accent2_2" csCatId="accent2" phldr="1"/>
      <dgm:spPr/>
      <dgm:t>
        <a:bodyPr/>
        <a:lstStyle/>
        <a:p>
          <a:endParaRPr lang="en-PH"/>
        </a:p>
      </dgm:t>
    </dgm:pt>
    <dgm:pt modelId="{A95CA541-5479-4687-9373-BDAC21B8AD3D}">
      <dgm:prSet phldrT="[Text]" phldr="0" custT="1"/>
      <dgm:spPr/>
      <dgm:t>
        <a:bodyPr/>
        <a:lstStyle/>
        <a:p>
          <a:r>
            <a:rPr lang="en-PH" sz="1200" b="1" dirty="0">
              <a:solidFill>
                <a:schemeClr val="tx1"/>
              </a:solidFill>
              <a:latin typeface="Century Gothic" panose="020B0502020202020204" pitchFamily="34" charset="0"/>
            </a:rPr>
            <a:t>Resource Planning</a:t>
          </a:r>
        </a:p>
      </dgm:t>
    </dgm:pt>
    <dgm:pt modelId="{0D583AF2-E40A-436A-B9A4-B051ED1EA805}" type="parTrans" cxnId="{BC5C836B-54A8-40F7-968E-D39A37A27DE7}">
      <dgm:prSet/>
      <dgm:spPr/>
      <dgm:t>
        <a:bodyPr/>
        <a:lstStyle/>
        <a:p>
          <a:endParaRPr lang="en-PH"/>
        </a:p>
      </dgm:t>
    </dgm:pt>
    <dgm:pt modelId="{62CE4B19-D624-4B3E-BBA7-7E82EA3E2023}" type="sibTrans" cxnId="{BC5C836B-54A8-40F7-968E-D39A37A27DE7}">
      <dgm:prSet/>
      <dgm:spPr/>
      <dgm:t>
        <a:bodyPr/>
        <a:lstStyle/>
        <a:p>
          <a:endParaRPr lang="en-PH"/>
        </a:p>
      </dgm:t>
    </dgm:pt>
    <dgm:pt modelId="{E89091E6-8D21-40A0-A7E0-3B9EA6ED7151}">
      <dgm:prSet phldrT="[Text]" phldr="0" custT="1"/>
      <dgm:spPr/>
      <dgm:t>
        <a:bodyPr/>
        <a:lstStyle/>
        <a:p>
          <a:r>
            <a:rPr lang="en-US" sz="1100" b="1" dirty="0">
              <a:solidFill>
                <a:schemeClr val="tx1"/>
              </a:solidFill>
              <a:latin typeface="Century Gothic" panose="020B0502020202020204" pitchFamily="34" charset="0"/>
            </a:rPr>
            <a:t>Resource Identification</a:t>
          </a:r>
          <a:endParaRPr lang="en-PH" sz="1100" b="1" dirty="0">
            <a:solidFill>
              <a:schemeClr val="tx1"/>
            </a:solidFill>
            <a:latin typeface="Century Gothic" panose="020B0502020202020204" pitchFamily="34" charset="0"/>
          </a:endParaRPr>
        </a:p>
      </dgm:t>
    </dgm:pt>
    <dgm:pt modelId="{2B4F3619-25BA-420D-9C48-DA903ABE5665}" type="parTrans" cxnId="{4D326FC9-2EE5-4EDD-A20D-4098AB664A75}">
      <dgm:prSet/>
      <dgm:spPr/>
      <dgm:t>
        <a:bodyPr/>
        <a:lstStyle/>
        <a:p>
          <a:endParaRPr lang="en-PH"/>
        </a:p>
      </dgm:t>
    </dgm:pt>
    <dgm:pt modelId="{B15FCB90-64C2-4AE1-870F-79CE62AE36A2}" type="sibTrans" cxnId="{4D326FC9-2EE5-4EDD-A20D-4098AB664A75}">
      <dgm:prSet/>
      <dgm:spPr/>
      <dgm:t>
        <a:bodyPr/>
        <a:lstStyle/>
        <a:p>
          <a:endParaRPr lang="en-PH"/>
        </a:p>
      </dgm:t>
    </dgm:pt>
    <dgm:pt modelId="{CAFD275E-8D7B-41E3-9D26-21E11960EE3D}">
      <dgm:prSet phldrT="[Text]" phldr="0" custT="1"/>
      <dgm:spPr/>
      <dgm:t>
        <a:bodyPr/>
        <a:lstStyle/>
        <a:p>
          <a:r>
            <a:rPr lang="en-US" sz="1100" b="1" dirty="0">
              <a:solidFill>
                <a:schemeClr val="tx1"/>
              </a:solidFill>
              <a:latin typeface="Century Gothic" panose="020B0502020202020204" pitchFamily="34" charset="0"/>
            </a:rPr>
            <a:t>Resource Monitoring and Control</a:t>
          </a:r>
          <a:endParaRPr lang="en-PH" sz="1100" b="1" dirty="0">
            <a:solidFill>
              <a:schemeClr val="tx1"/>
            </a:solidFill>
            <a:latin typeface="Century Gothic" panose="020B0502020202020204" pitchFamily="34" charset="0"/>
          </a:endParaRPr>
        </a:p>
      </dgm:t>
    </dgm:pt>
    <dgm:pt modelId="{172BD3BA-43A6-4E3C-A131-19EA7B39BEF6}" type="parTrans" cxnId="{F98033A6-8C0A-420E-BF38-B5D2DF7ABCCE}">
      <dgm:prSet/>
      <dgm:spPr/>
      <dgm:t>
        <a:bodyPr/>
        <a:lstStyle/>
        <a:p>
          <a:endParaRPr lang="en-PH"/>
        </a:p>
      </dgm:t>
    </dgm:pt>
    <dgm:pt modelId="{F5EE8F7C-6590-45B5-A2D0-FFD4BCCD4591}" type="sibTrans" cxnId="{F98033A6-8C0A-420E-BF38-B5D2DF7ABCCE}">
      <dgm:prSet/>
      <dgm:spPr/>
      <dgm:t>
        <a:bodyPr/>
        <a:lstStyle/>
        <a:p>
          <a:endParaRPr lang="en-PH"/>
        </a:p>
      </dgm:t>
    </dgm:pt>
    <dgm:pt modelId="{3033E266-AE95-4B9E-90F1-6BAC9F92CBC1}">
      <dgm:prSet phldrT="[Text]" phldr="0" custT="1"/>
      <dgm:spPr/>
      <dgm:t>
        <a:bodyPr/>
        <a:lstStyle/>
        <a:p>
          <a:r>
            <a:rPr lang="en-US" sz="1100" b="1" dirty="0">
              <a:solidFill>
                <a:schemeClr val="tx1"/>
              </a:solidFill>
              <a:latin typeface="Century Gothic" panose="020B0502020202020204" pitchFamily="34" charset="0"/>
            </a:rPr>
            <a:t>Resource Allocation and Leveling</a:t>
          </a:r>
          <a:endParaRPr lang="en-PH" sz="1100" b="1" dirty="0">
            <a:solidFill>
              <a:schemeClr val="tx1"/>
            </a:solidFill>
            <a:latin typeface="Century Gothic" panose="020B0502020202020204" pitchFamily="34" charset="0"/>
          </a:endParaRPr>
        </a:p>
      </dgm:t>
    </dgm:pt>
    <dgm:pt modelId="{FBD06875-FEEC-4C30-AD01-602B2B075918}" type="parTrans" cxnId="{F18AA652-F592-46FB-B825-F0670D4FD93C}">
      <dgm:prSet/>
      <dgm:spPr/>
      <dgm:t>
        <a:bodyPr/>
        <a:lstStyle/>
        <a:p>
          <a:endParaRPr lang="en-PH"/>
        </a:p>
      </dgm:t>
    </dgm:pt>
    <dgm:pt modelId="{AF3A7406-71DB-433A-BD49-E2C99C19E992}" type="sibTrans" cxnId="{F18AA652-F592-46FB-B825-F0670D4FD93C}">
      <dgm:prSet/>
      <dgm:spPr/>
      <dgm:t>
        <a:bodyPr/>
        <a:lstStyle/>
        <a:p>
          <a:endParaRPr lang="en-PH"/>
        </a:p>
      </dgm:t>
    </dgm:pt>
    <dgm:pt modelId="{043448DF-A334-4A7F-B971-D2960E30555B}">
      <dgm:prSet phldrT="[Text]" phldr="0" custT="1"/>
      <dgm:spPr/>
      <dgm:t>
        <a:bodyPr/>
        <a:lstStyle/>
        <a:p>
          <a:r>
            <a:rPr lang="en-US" sz="1100" b="1" dirty="0">
              <a:solidFill>
                <a:schemeClr val="tx1"/>
              </a:solidFill>
              <a:latin typeface="Century Gothic" panose="020B0502020202020204" pitchFamily="34" charset="0"/>
            </a:rPr>
            <a:t>Resource Acquisition</a:t>
          </a:r>
          <a:endParaRPr lang="en-PH" sz="1100" b="1" dirty="0">
            <a:solidFill>
              <a:schemeClr val="tx1"/>
            </a:solidFill>
            <a:latin typeface="Century Gothic" panose="020B0502020202020204" pitchFamily="34" charset="0"/>
          </a:endParaRPr>
        </a:p>
      </dgm:t>
    </dgm:pt>
    <dgm:pt modelId="{ED9D2C4C-7681-49E2-99F1-9DBC1FEAC751}" type="parTrans" cxnId="{F309A6D4-75EB-415B-8058-CC96AE6AFB2C}">
      <dgm:prSet/>
      <dgm:spPr/>
      <dgm:t>
        <a:bodyPr/>
        <a:lstStyle/>
        <a:p>
          <a:endParaRPr lang="en-PH"/>
        </a:p>
      </dgm:t>
    </dgm:pt>
    <dgm:pt modelId="{5BF09846-38EF-42DE-BEE9-6B6EEA71FA74}" type="sibTrans" cxnId="{F309A6D4-75EB-415B-8058-CC96AE6AFB2C}">
      <dgm:prSet/>
      <dgm:spPr/>
      <dgm:t>
        <a:bodyPr/>
        <a:lstStyle/>
        <a:p>
          <a:endParaRPr lang="en-PH"/>
        </a:p>
      </dgm:t>
    </dgm:pt>
    <dgm:pt modelId="{97F4CF4D-0BF8-49E2-898F-58B35A7A600A}" type="pres">
      <dgm:prSet presAssocID="{6DC1528D-C7A1-41FB-BE9D-B42C71525F12}" presName="Name0" presStyleCnt="0">
        <dgm:presLayoutVars>
          <dgm:chMax val="1"/>
          <dgm:dir/>
          <dgm:animLvl val="ctr"/>
          <dgm:resizeHandles val="exact"/>
        </dgm:presLayoutVars>
      </dgm:prSet>
      <dgm:spPr/>
    </dgm:pt>
    <dgm:pt modelId="{55FCB8B3-92E4-404C-A947-B0BB0EAC7319}" type="pres">
      <dgm:prSet presAssocID="{A95CA541-5479-4687-9373-BDAC21B8AD3D}" presName="centerShape" presStyleLbl="node0" presStyleIdx="0" presStyleCnt="1" custScaleX="136176" custScaleY="125544" custLinFactNeighborX="285" custLinFactNeighborY="218"/>
      <dgm:spPr/>
    </dgm:pt>
    <dgm:pt modelId="{54FB34C4-53A3-4910-9824-C68E91F02C22}" type="pres">
      <dgm:prSet presAssocID="{2B4F3619-25BA-420D-9C48-DA903ABE5665}" presName="parTrans" presStyleLbl="sibTrans2D1" presStyleIdx="0" presStyleCnt="4"/>
      <dgm:spPr/>
    </dgm:pt>
    <dgm:pt modelId="{E8221C13-29CA-422B-A5EC-E7CF2809E6FE}" type="pres">
      <dgm:prSet presAssocID="{2B4F3619-25BA-420D-9C48-DA903ABE5665}" presName="connectorText" presStyleLbl="sibTrans2D1" presStyleIdx="0" presStyleCnt="4"/>
      <dgm:spPr/>
    </dgm:pt>
    <dgm:pt modelId="{E8E09E30-4ED8-4E9D-B10B-AD1623E0A4C0}" type="pres">
      <dgm:prSet presAssocID="{E89091E6-8D21-40A0-A7E0-3B9EA6ED7151}" presName="node" presStyleLbl="node1" presStyleIdx="0" presStyleCnt="4" custScaleX="128537" custScaleY="113150" custRadScaleRad="104492" custRadScaleInc="695">
        <dgm:presLayoutVars>
          <dgm:bulletEnabled val="1"/>
        </dgm:presLayoutVars>
      </dgm:prSet>
      <dgm:spPr/>
    </dgm:pt>
    <dgm:pt modelId="{149CFA37-DE73-4C1A-8951-C1F9CE0C434A}" type="pres">
      <dgm:prSet presAssocID="{172BD3BA-43A6-4E3C-A131-19EA7B39BEF6}" presName="parTrans" presStyleLbl="sibTrans2D1" presStyleIdx="1" presStyleCnt="4"/>
      <dgm:spPr/>
    </dgm:pt>
    <dgm:pt modelId="{D7CFC399-F64D-4FA8-B122-086505D101F8}" type="pres">
      <dgm:prSet presAssocID="{172BD3BA-43A6-4E3C-A131-19EA7B39BEF6}" presName="connectorText" presStyleLbl="sibTrans2D1" presStyleIdx="1" presStyleCnt="4"/>
      <dgm:spPr/>
    </dgm:pt>
    <dgm:pt modelId="{DF5B3F96-C981-483B-8A43-17677BDC7956}" type="pres">
      <dgm:prSet presAssocID="{CAFD275E-8D7B-41E3-9D26-21E11960EE3D}" presName="node" presStyleLbl="node1" presStyleIdx="1" presStyleCnt="4" custScaleX="125279" custScaleY="123218" custRadScaleRad="131214">
        <dgm:presLayoutVars>
          <dgm:bulletEnabled val="1"/>
        </dgm:presLayoutVars>
      </dgm:prSet>
      <dgm:spPr/>
    </dgm:pt>
    <dgm:pt modelId="{48E0FC2C-AF49-4366-8412-AAD66908A27F}" type="pres">
      <dgm:prSet presAssocID="{FBD06875-FEEC-4C30-AD01-602B2B075918}" presName="parTrans" presStyleLbl="sibTrans2D1" presStyleIdx="2" presStyleCnt="4"/>
      <dgm:spPr/>
    </dgm:pt>
    <dgm:pt modelId="{619BF6D3-6D12-4636-939E-98150D12DEEC}" type="pres">
      <dgm:prSet presAssocID="{FBD06875-FEEC-4C30-AD01-602B2B075918}" presName="connectorText" presStyleLbl="sibTrans2D1" presStyleIdx="2" presStyleCnt="4"/>
      <dgm:spPr/>
    </dgm:pt>
    <dgm:pt modelId="{0CBE8408-AD81-4C6A-A41A-B44E2D087DA2}" type="pres">
      <dgm:prSet presAssocID="{3033E266-AE95-4B9E-90F1-6BAC9F92CBC1}" presName="node" presStyleLbl="node1" presStyleIdx="2" presStyleCnt="4" custScaleX="120106" custScaleY="111073" custRadScaleRad="97146" custRadScaleInc="2633">
        <dgm:presLayoutVars>
          <dgm:bulletEnabled val="1"/>
        </dgm:presLayoutVars>
      </dgm:prSet>
      <dgm:spPr/>
    </dgm:pt>
    <dgm:pt modelId="{06469F8C-9A3D-42A8-9826-D77B6669B384}" type="pres">
      <dgm:prSet presAssocID="{ED9D2C4C-7681-49E2-99F1-9DBC1FEAC751}" presName="parTrans" presStyleLbl="sibTrans2D1" presStyleIdx="3" presStyleCnt="4"/>
      <dgm:spPr/>
    </dgm:pt>
    <dgm:pt modelId="{432E7BDB-950D-4DCF-9333-2E84D8CF3745}" type="pres">
      <dgm:prSet presAssocID="{ED9D2C4C-7681-49E2-99F1-9DBC1FEAC751}" presName="connectorText" presStyleLbl="sibTrans2D1" presStyleIdx="3" presStyleCnt="4"/>
      <dgm:spPr/>
    </dgm:pt>
    <dgm:pt modelId="{3B358B73-60DD-4155-8181-7BC265B76254}" type="pres">
      <dgm:prSet presAssocID="{043448DF-A334-4A7F-B971-D2960E30555B}" presName="node" presStyleLbl="node1" presStyleIdx="3" presStyleCnt="4" custScaleX="124631" custScaleY="120747" custRadScaleRad="126733">
        <dgm:presLayoutVars>
          <dgm:bulletEnabled val="1"/>
        </dgm:presLayoutVars>
      </dgm:prSet>
      <dgm:spPr/>
    </dgm:pt>
  </dgm:ptLst>
  <dgm:cxnLst>
    <dgm:cxn modelId="{1AB6DA0A-1B46-47BB-9335-59B66516B907}" type="presOf" srcId="{2B4F3619-25BA-420D-9C48-DA903ABE5665}" destId="{E8221C13-29CA-422B-A5EC-E7CF2809E6FE}" srcOrd="1" destOrd="0" presId="urn:microsoft.com/office/officeart/2005/8/layout/radial5"/>
    <dgm:cxn modelId="{C4D0C82C-D800-489D-A7AF-92884B791853}" type="presOf" srcId="{2B4F3619-25BA-420D-9C48-DA903ABE5665}" destId="{54FB34C4-53A3-4910-9824-C68E91F02C22}" srcOrd="0" destOrd="0" presId="urn:microsoft.com/office/officeart/2005/8/layout/radial5"/>
    <dgm:cxn modelId="{E6CA9C69-0422-4186-9724-889420E12E1A}" type="presOf" srcId="{FBD06875-FEEC-4C30-AD01-602B2B075918}" destId="{48E0FC2C-AF49-4366-8412-AAD66908A27F}" srcOrd="0" destOrd="0" presId="urn:microsoft.com/office/officeart/2005/8/layout/radial5"/>
    <dgm:cxn modelId="{BC5C836B-54A8-40F7-968E-D39A37A27DE7}" srcId="{6DC1528D-C7A1-41FB-BE9D-B42C71525F12}" destId="{A95CA541-5479-4687-9373-BDAC21B8AD3D}" srcOrd="0" destOrd="0" parTransId="{0D583AF2-E40A-436A-B9A4-B051ED1EA805}" sibTransId="{62CE4B19-D624-4B3E-BBA7-7E82EA3E2023}"/>
    <dgm:cxn modelId="{F18AA652-F592-46FB-B825-F0670D4FD93C}" srcId="{A95CA541-5479-4687-9373-BDAC21B8AD3D}" destId="{3033E266-AE95-4B9E-90F1-6BAC9F92CBC1}" srcOrd="2" destOrd="0" parTransId="{FBD06875-FEEC-4C30-AD01-602B2B075918}" sibTransId="{AF3A7406-71DB-433A-BD49-E2C99C19E992}"/>
    <dgm:cxn modelId="{7AB63974-5E3B-443C-991D-DE00A475F43F}" type="presOf" srcId="{ED9D2C4C-7681-49E2-99F1-9DBC1FEAC751}" destId="{432E7BDB-950D-4DCF-9333-2E84D8CF3745}" srcOrd="1" destOrd="0" presId="urn:microsoft.com/office/officeart/2005/8/layout/radial5"/>
    <dgm:cxn modelId="{49CA9F54-496C-4D95-9866-3644652D17BA}" type="presOf" srcId="{043448DF-A334-4A7F-B971-D2960E30555B}" destId="{3B358B73-60DD-4155-8181-7BC265B76254}" srcOrd="0" destOrd="0" presId="urn:microsoft.com/office/officeart/2005/8/layout/radial5"/>
    <dgm:cxn modelId="{4BBEF48C-9878-453D-8611-C5867D962F79}" type="presOf" srcId="{CAFD275E-8D7B-41E3-9D26-21E11960EE3D}" destId="{DF5B3F96-C981-483B-8A43-17677BDC7956}" srcOrd="0" destOrd="0" presId="urn:microsoft.com/office/officeart/2005/8/layout/radial5"/>
    <dgm:cxn modelId="{F98033A6-8C0A-420E-BF38-B5D2DF7ABCCE}" srcId="{A95CA541-5479-4687-9373-BDAC21B8AD3D}" destId="{CAFD275E-8D7B-41E3-9D26-21E11960EE3D}" srcOrd="1" destOrd="0" parTransId="{172BD3BA-43A6-4E3C-A131-19EA7B39BEF6}" sibTransId="{F5EE8F7C-6590-45B5-A2D0-FFD4BCCD4591}"/>
    <dgm:cxn modelId="{800577B1-257C-4295-BDD2-431D729CD00B}" type="presOf" srcId="{172BD3BA-43A6-4E3C-A131-19EA7B39BEF6}" destId="{149CFA37-DE73-4C1A-8951-C1F9CE0C434A}" srcOrd="0" destOrd="0" presId="urn:microsoft.com/office/officeart/2005/8/layout/radial5"/>
    <dgm:cxn modelId="{786A6FB4-B857-4F76-AD12-059735832535}" type="presOf" srcId="{ED9D2C4C-7681-49E2-99F1-9DBC1FEAC751}" destId="{06469F8C-9A3D-42A8-9826-D77B6669B384}" srcOrd="0" destOrd="0" presId="urn:microsoft.com/office/officeart/2005/8/layout/radial5"/>
    <dgm:cxn modelId="{847567B6-49A8-4B7C-B256-517A6769D324}" type="presOf" srcId="{A95CA541-5479-4687-9373-BDAC21B8AD3D}" destId="{55FCB8B3-92E4-404C-A947-B0BB0EAC7319}" srcOrd="0" destOrd="0" presId="urn:microsoft.com/office/officeart/2005/8/layout/radial5"/>
    <dgm:cxn modelId="{4D326FC9-2EE5-4EDD-A20D-4098AB664A75}" srcId="{A95CA541-5479-4687-9373-BDAC21B8AD3D}" destId="{E89091E6-8D21-40A0-A7E0-3B9EA6ED7151}" srcOrd="0" destOrd="0" parTransId="{2B4F3619-25BA-420D-9C48-DA903ABE5665}" sibTransId="{B15FCB90-64C2-4AE1-870F-79CE62AE36A2}"/>
    <dgm:cxn modelId="{C25A98CF-CA8F-4712-8089-A7B36D4031B3}" type="presOf" srcId="{6DC1528D-C7A1-41FB-BE9D-B42C71525F12}" destId="{97F4CF4D-0BF8-49E2-898F-58B35A7A600A}" srcOrd="0" destOrd="0" presId="urn:microsoft.com/office/officeart/2005/8/layout/radial5"/>
    <dgm:cxn modelId="{F309A6D4-75EB-415B-8058-CC96AE6AFB2C}" srcId="{A95CA541-5479-4687-9373-BDAC21B8AD3D}" destId="{043448DF-A334-4A7F-B971-D2960E30555B}" srcOrd="3" destOrd="0" parTransId="{ED9D2C4C-7681-49E2-99F1-9DBC1FEAC751}" sibTransId="{5BF09846-38EF-42DE-BEE9-6B6EEA71FA74}"/>
    <dgm:cxn modelId="{7D9E90DC-C9AF-47FF-A643-F5B52627D8C1}" type="presOf" srcId="{3033E266-AE95-4B9E-90F1-6BAC9F92CBC1}" destId="{0CBE8408-AD81-4C6A-A41A-B44E2D087DA2}" srcOrd="0" destOrd="0" presId="urn:microsoft.com/office/officeart/2005/8/layout/radial5"/>
    <dgm:cxn modelId="{CE3D8AE2-B034-4C5B-BB32-D7AB92847956}" type="presOf" srcId="{FBD06875-FEEC-4C30-AD01-602B2B075918}" destId="{619BF6D3-6D12-4636-939E-98150D12DEEC}" srcOrd="1" destOrd="0" presId="urn:microsoft.com/office/officeart/2005/8/layout/radial5"/>
    <dgm:cxn modelId="{CACC02E7-680D-41A0-8990-28817B18183D}" type="presOf" srcId="{E89091E6-8D21-40A0-A7E0-3B9EA6ED7151}" destId="{E8E09E30-4ED8-4E9D-B10B-AD1623E0A4C0}" srcOrd="0" destOrd="0" presId="urn:microsoft.com/office/officeart/2005/8/layout/radial5"/>
    <dgm:cxn modelId="{888F6BE7-1B80-49F5-9CDB-E7E9C843F29A}" type="presOf" srcId="{172BD3BA-43A6-4E3C-A131-19EA7B39BEF6}" destId="{D7CFC399-F64D-4FA8-B122-086505D101F8}" srcOrd="1" destOrd="0" presId="urn:microsoft.com/office/officeart/2005/8/layout/radial5"/>
    <dgm:cxn modelId="{CA80E30C-6F87-412F-BD68-63D0D2E15185}" type="presParOf" srcId="{97F4CF4D-0BF8-49E2-898F-58B35A7A600A}" destId="{55FCB8B3-92E4-404C-A947-B0BB0EAC7319}" srcOrd="0" destOrd="0" presId="urn:microsoft.com/office/officeart/2005/8/layout/radial5"/>
    <dgm:cxn modelId="{C7041962-A422-4CFF-898A-783DA7EFB8B1}" type="presParOf" srcId="{97F4CF4D-0BF8-49E2-898F-58B35A7A600A}" destId="{54FB34C4-53A3-4910-9824-C68E91F02C22}" srcOrd="1" destOrd="0" presId="urn:microsoft.com/office/officeart/2005/8/layout/radial5"/>
    <dgm:cxn modelId="{F2F59CA7-66BE-4813-B7C5-6154BFD5D9FB}" type="presParOf" srcId="{54FB34C4-53A3-4910-9824-C68E91F02C22}" destId="{E8221C13-29CA-422B-A5EC-E7CF2809E6FE}" srcOrd="0" destOrd="0" presId="urn:microsoft.com/office/officeart/2005/8/layout/radial5"/>
    <dgm:cxn modelId="{DD7018DA-2098-4B85-B6B7-FA4221400EC6}" type="presParOf" srcId="{97F4CF4D-0BF8-49E2-898F-58B35A7A600A}" destId="{E8E09E30-4ED8-4E9D-B10B-AD1623E0A4C0}" srcOrd="2" destOrd="0" presId="urn:microsoft.com/office/officeart/2005/8/layout/radial5"/>
    <dgm:cxn modelId="{2F9E0083-193A-4115-8E51-6FB3CBBCA53E}" type="presParOf" srcId="{97F4CF4D-0BF8-49E2-898F-58B35A7A600A}" destId="{149CFA37-DE73-4C1A-8951-C1F9CE0C434A}" srcOrd="3" destOrd="0" presId="urn:microsoft.com/office/officeart/2005/8/layout/radial5"/>
    <dgm:cxn modelId="{93E9F3D0-F743-415C-9114-4BB2247A6D73}" type="presParOf" srcId="{149CFA37-DE73-4C1A-8951-C1F9CE0C434A}" destId="{D7CFC399-F64D-4FA8-B122-086505D101F8}" srcOrd="0" destOrd="0" presId="urn:microsoft.com/office/officeart/2005/8/layout/radial5"/>
    <dgm:cxn modelId="{221AD796-7FFC-4A60-A3A4-7369A271C9CF}" type="presParOf" srcId="{97F4CF4D-0BF8-49E2-898F-58B35A7A600A}" destId="{DF5B3F96-C981-483B-8A43-17677BDC7956}" srcOrd="4" destOrd="0" presId="urn:microsoft.com/office/officeart/2005/8/layout/radial5"/>
    <dgm:cxn modelId="{AAE3BF52-2F37-4287-915F-C23A336C7270}" type="presParOf" srcId="{97F4CF4D-0BF8-49E2-898F-58B35A7A600A}" destId="{48E0FC2C-AF49-4366-8412-AAD66908A27F}" srcOrd="5" destOrd="0" presId="urn:microsoft.com/office/officeart/2005/8/layout/radial5"/>
    <dgm:cxn modelId="{A2EA9925-99DD-49E5-8230-E66BA3EA34C9}" type="presParOf" srcId="{48E0FC2C-AF49-4366-8412-AAD66908A27F}" destId="{619BF6D3-6D12-4636-939E-98150D12DEEC}" srcOrd="0" destOrd="0" presId="urn:microsoft.com/office/officeart/2005/8/layout/radial5"/>
    <dgm:cxn modelId="{C88DC4AD-7D89-4B49-90E7-AACE33BA223F}" type="presParOf" srcId="{97F4CF4D-0BF8-49E2-898F-58B35A7A600A}" destId="{0CBE8408-AD81-4C6A-A41A-B44E2D087DA2}" srcOrd="6" destOrd="0" presId="urn:microsoft.com/office/officeart/2005/8/layout/radial5"/>
    <dgm:cxn modelId="{38D67EBD-3CCC-4B9C-A47E-4D1244BC5DE3}" type="presParOf" srcId="{97F4CF4D-0BF8-49E2-898F-58B35A7A600A}" destId="{06469F8C-9A3D-42A8-9826-D77B6669B384}" srcOrd="7" destOrd="0" presId="urn:microsoft.com/office/officeart/2005/8/layout/radial5"/>
    <dgm:cxn modelId="{3F6BC420-8E1A-4EBB-BC69-401220E74DBA}" type="presParOf" srcId="{06469F8C-9A3D-42A8-9826-D77B6669B384}" destId="{432E7BDB-950D-4DCF-9333-2E84D8CF3745}" srcOrd="0" destOrd="0" presId="urn:microsoft.com/office/officeart/2005/8/layout/radial5"/>
    <dgm:cxn modelId="{E7F7164F-5BE5-4C14-BF01-D0D388716A66}" type="presParOf" srcId="{97F4CF4D-0BF8-49E2-898F-58B35A7A600A}" destId="{3B358B73-60DD-4155-8181-7BC265B76254}"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FCB8B3-92E4-404C-A947-B0BB0EAC7319}">
      <dsp:nvSpPr>
        <dsp:cNvPr id="0" name=""/>
        <dsp:cNvSpPr/>
      </dsp:nvSpPr>
      <dsp:spPr>
        <a:xfrm>
          <a:off x="1826363" y="1579899"/>
          <a:ext cx="1238752" cy="1142036"/>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PH" sz="1200" b="1" kern="1200" dirty="0">
              <a:solidFill>
                <a:schemeClr val="tx1"/>
              </a:solidFill>
              <a:latin typeface="Century Gothic" panose="020B0502020202020204" pitchFamily="34" charset="0"/>
            </a:rPr>
            <a:t>Project Scheduling</a:t>
          </a:r>
        </a:p>
      </dsp:txBody>
      <dsp:txXfrm>
        <a:off x="2007774" y="1747146"/>
        <a:ext cx="875930" cy="807542"/>
      </dsp:txXfrm>
    </dsp:sp>
    <dsp:sp modelId="{54FB34C4-53A3-4910-9824-C68E91F02C22}">
      <dsp:nvSpPr>
        <dsp:cNvPr id="0" name=""/>
        <dsp:cNvSpPr/>
      </dsp:nvSpPr>
      <dsp:spPr>
        <a:xfrm rot="16157361">
          <a:off x="2338365" y="1208682"/>
          <a:ext cx="196130"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rot="10800000">
        <a:off x="2368149" y="1314815"/>
        <a:ext cx="137291" cy="230147"/>
      </dsp:txXfrm>
    </dsp:sp>
    <dsp:sp modelId="{E8E09E30-4ED8-4E9D-B10B-AD1623E0A4C0}">
      <dsp:nvSpPr>
        <dsp:cNvPr id="0" name=""/>
        <dsp:cNvSpPr/>
      </dsp:nvSpPr>
      <dsp:spPr>
        <a:xfrm>
          <a:off x="1701089" y="-66585"/>
          <a:ext cx="1450122" cy="1276530"/>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PH" sz="1050" b="1" kern="1200" dirty="0">
              <a:solidFill>
                <a:schemeClr val="tx1"/>
              </a:solidFill>
              <a:latin typeface="Century Gothic" panose="020B0502020202020204" pitchFamily="34" charset="0"/>
            </a:rPr>
            <a:t>Work breakdown Structure</a:t>
          </a:r>
        </a:p>
      </dsp:txBody>
      <dsp:txXfrm>
        <a:off x="1913454" y="120358"/>
        <a:ext cx="1025392" cy="902644"/>
      </dsp:txXfrm>
    </dsp:sp>
    <dsp:sp modelId="{149CFA37-DE73-4C1A-8951-C1F9CE0C434A}">
      <dsp:nvSpPr>
        <dsp:cNvPr id="0" name=""/>
        <dsp:cNvSpPr/>
      </dsp:nvSpPr>
      <dsp:spPr>
        <a:xfrm>
          <a:off x="3156778" y="1959127"/>
          <a:ext cx="220825"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a:off x="3156778" y="2035843"/>
        <a:ext cx="154578" cy="230147"/>
      </dsp:txXfrm>
    </dsp:sp>
    <dsp:sp modelId="{DF5B3F96-C981-483B-8A43-17677BDC7956}">
      <dsp:nvSpPr>
        <dsp:cNvPr id="0" name=""/>
        <dsp:cNvSpPr/>
      </dsp:nvSpPr>
      <dsp:spPr>
        <a:xfrm>
          <a:off x="3481767" y="1455859"/>
          <a:ext cx="1413366" cy="1390115"/>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PH" sz="1050" b="1" kern="1200" dirty="0">
              <a:solidFill>
                <a:schemeClr val="tx1"/>
              </a:solidFill>
              <a:latin typeface="Century Gothic" panose="020B0502020202020204" pitchFamily="34" charset="0"/>
            </a:rPr>
            <a:t>Schedule development</a:t>
          </a:r>
        </a:p>
      </dsp:txBody>
      <dsp:txXfrm>
        <a:off x="3688750" y="1659437"/>
        <a:ext cx="999400" cy="982959"/>
      </dsp:txXfrm>
    </dsp:sp>
    <dsp:sp modelId="{48E0FC2C-AF49-4366-8412-AAD66908A27F}">
      <dsp:nvSpPr>
        <dsp:cNvPr id="0" name=""/>
        <dsp:cNvSpPr/>
      </dsp:nvSpPr>
      <dsp:spPr>
        <a:xfrm rot="5471091">
          <a:off x="2341367" y="2693239"/>
          <a:ext cx="178377"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rot="10800000">
        <a:off x="2368677" y="2743204"/>
        <a:ext cx="124864" cy="230147"/>
      </dsp:txXfrm>
    </dsp:sp>
    <dsp:sp modelId="{0CBE8408-AD81-4C6A-A41A-B44E2D087DA2}">
      <dsp:nvSpPr>
        <dsp:cNvPr id="0" name=""/>
        <dsp:cNvSpPr/>
      </dsp:nvSpPr>
      <dsp:spPr>
        <a:xfrm>
          <a:off x="1736512" y="3058206"/>
          <a:ext cx="1355006" cy="1253098"/>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PH" sz="1050" b="1" kern="1200" dirty="0">
              <a:solidFill>
                <a:schemeClr val="tx1"/>
              </a:solidFill>
              <a:latin typeface="Century Gothic" panose="020B0502020202020204" pitchFamily="34" charset="0"/>
            </a:rPr>
            <a:t>Resource Allocation</a:t>
          </a:r>
        </a:p>
      </dsp:txBody>
      <dsp:txXfrm>
        <a:off x="1934948" y="3241718"/>
        <a:ext cx="958134" cy="886074"/>
      </dsp:txXfrm>
    </dsp:sp>
    <dsp:sp modelId="{06469F8C-9A3D-42A8-9826-D77B6669B384}">
      <dsp:nvSpPr>
        <dsp:cNvPr id="0" name=""/>
        <dsp:cNvSpPr/>
      </dsp:nvSpPr>
      <dsp:spPr>
        <a:xfrm rot="10800000">
          <a:off x="1511133" y="1959127"/>
          <a:ext cx="222762"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rot="10800000">
        <a:off x="1577962" y="2035843"/>
        <a:ext cx="155933" cy="230147"/>
      </dsp:txXfrm>
    </dsp:sp>
    <dsp:sp modelId="{3B358B73-60DD-4155-8181-7BC265B76254}">
      <dsp:nvSpPr>
        <dsp:cNvPr id="0" name=""/>
        <dsp:cNvSpPr/>
      </dsp:nvSpPr>
      <dsp:spPr>
        <a:xfrm>
          <a:off x="0" y="1469798"/>
          <a:ext cx="1406056" cy="1362237"/>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PH" sz="1050" b="1" kern="1200" dirty="0">
              <a:solidFill>
                <a:schemeClr val="tx1"/>
              </a:solidFill>
              <a:latin typeface="Century Gothic" panose="020B0502020202020204" pitchFamily="34" charset="0"/>
            </a:rPr>
            <a:t>Activity Sequencing</a:t>
          </a:r>
        </a:p>
      </dsp:txBody>
      <dsp:txXfrm>
        <a:off x="205912" y="1669293"/>
        <a:ext cx="994232" cy="9632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FCB8B3-92E4-404C-A947-B0BB0EAC7319}">
      <dsp:nvSpPr>
        <dsp:cNvPr id="0" name=""/>
        <dsp:cNvSpPr/>
      </dsp:nvSpPr>
      <dsp:spPr>
        <a:xfrm>
          <a:off x="1744200" y="1502738"/>
          <a:ext cx="1421081" cy="1310129"/>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PH" sz="1200" b="1" kern="1200" dirty="0">
              <a:solidFill>
                <a:schemeClr val="tx1"/>
              </a:solidFill>
              <a:latin typeface="Century Gothic" panose="020B0502020202020204" pitchFamily="34" charset="0"/>
            </a:rPr>
            <a:t>Resource Planning</a:t>
          </a:r>
        </a:p>
      </dsp:txBody>
      <dsp:txXfrm>
        <a:off x="1952312" y="1694602"/>
        <a:ext cx="1004857" cy="926401"/>
      </dsp:txXfrm>
    </dsp:sp>
    <dsp:sp modelId="{54FB34C4-53A3-4910-9824-C68E91F02C22}">
      <dsp:nvSpPr>
        <dsp:cNvPr id="0" name=""/>
        <dsp:cNvSpPr/>
      </dsp:nvSpPr>
      <dsp:spPr>
        <a:xfrm rot="16200013">
          <a:off x="2377153" y="1168943"/>
          <a:ext cx="155180"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a:off x="2400430" y="1268936"/>
        <a:ext cx="108626" cy="230147"/>
      </dsp:txXfrm>
    </dsp:sp>
    <dsp:sp modelId="{E8E09E30-4ED8-4E9D-B10B-AD1623E0A4C0}">
      <dsp:nvSpPr>
        <dsp:cNvPr id="0" name=""/>
        <dsp:cNvSpPr/>
      </dsp:nvSpPr>
      <dsp:spPr>
        <a:xfrm>
          <a:off x="1729685" y="-66585"/>
          <a:ext cx="1450122" cy="1276530"/>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latin typeface="Century Gothic" panose="020B0502020202020204" pitchFamily="34" charset="0"/>
            </a:rPr>
            <a:t>Resource Identification</a:t>
          </a:r>
          <a:endParaRPr lang="en-PH" sz="1100" b="1" kern="1200" dirty="0">
            <a:solidFill>
              <a:schemeClr val="tx1"/>
            </a:solidFill>
            <a:latin typeface="Century Gothic" panose="020B0502020202020204" pitchFamily="34" charset="0"/>
          </a:endParaRPr>
        </a:p>
      </dsp:txBody>
      <dsp:txXfrm>
        <a:off x="1942050" y="120358"/>
        <a:ext cx="1025392" cy="902644"/>
      </dsp:txXfrm>
    </dsp:sp>
    <dsp:sp modelId="{149CFA37-DE73-4C1A-8951-C1F9CE0C434A}">
      <dsp:nvSpPr>
        <dsp:cNvPr id="0" name=""/>
        <dsp:cNvSpPr/>
      </dsp:nvSpPr>
      <dsp:spPr>
        <a:xfrm rot="21586347">
          <a:off x="3234903" y="1962581"/>
          <a:ext cx="167745"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a:off x="3234903" y="2039397"/>
        <a:ext cx="117422" cy="230147"/>
      </dsp:txXfrm>
    </dsp:sp>
    <dsp:sp modelId="{DF5B3F96-C981-483B-8A43-17677BDC7956}">
      <dsp:nvSpPr>
        <dsp:cNvPr id="0" name=""/>
        <dsp:cNvSpPr/>
      </dsp:nvSpPr>
      <dsp:spPr>
        <a:xfrm>
          <a:off x="3481767" y="1455859"/>
          <a:ext cx="1413366" cy="1390115"/>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latin typeface="Century Gothic" panose="020B0502020202020204" pitchFamily="34" charset="0"/>
            </a:rPr>
            <a:t>Resource Monitoring and Control</a:t>
          </a:r>
          <a:endParaRPr lang="en-PH" sz="1100" b="1" kern="1200" dirty="0">
            <a:solidFill>
              <a:schemeClr val="tx1"/>
            </a:solidFill>
            <a:latin typeface="Century Gothic" panose="020B0502020202020204" pitchFamily="34" charset="0"/>
          </a:endParaRPr>
        </a:p>
      </dsp:txBody>
      <dsp:txXfrm>
        <a:off x="3688750" y="1659437"/>
        <a:ext cx="999400" cy="982959"/>
      </dsp:txXfrm>
    </dsp:sp>
    <dsp:sp modelId="{48E0FC2C-AF49-4366-8412-AAD66908A27F}">
      <dsp:nvSpPr>
        <dsp:cNvPr id="0" name=""/>
        <dsp:cNvSpPr/>
      </dsp:nvSpPr>
      <dsp:spPr>
        <a:xfrm rot="5491666">
          <a:off x="2368955" y="2740057"/>
          <a:ext cx="130281"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rot="10800000">
        <a:off x="2389018" y="2797238"/>
        <a:ext cx="91197" cy="230147"/>
      </dsp:txXfrm>
    </dsp:sp>
    <dsp:sp modelId="{0CBE8408-AD81-4C6A-A41A-B44E2D087DA2}">
      <dsp:nvSpPr>
        <dsp:cNvPr id="0" name=""/>
        <dsp:cNvSpPr/>
      </dsp:nvSpPr>
      <dsp:spPr>
        <a:xfrm>
          <a:off x="1736512" y="3058206"/>
          <a:ext cx="1355006" cy="1253098"/>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latin typeface="Century Gothic" panose="020B0502020202020204" pitchFamily="34" charset="0"/>
            </a:rPr>
            <a:t>Resource Allocation and Leveling</a:t>
          </a:r>
          <a:endParaRPr lang="en-PH" sz="1100" b="1" kern="1200" dirty="0">
            <a:solidFill>
              <a:schemeClr val="tx1"/>
            </a:solidFill>
            <a:latin typeface="Century Gothic" panose="020B0502020202020204" pitchFamily="34" charset="0"/>
          </a:endParaRPr>
        </a:p>
      </dsp:txBody>
      <dsp:txXfrm>
        <a:off x="1934948" y="3241718"/>
        <a:ext cx="958134" cy="886074"/>
      </dsp:txXfrm>
    </dsp:sp>
    <dsp:sp modelId="{06469F8C-9A3D-42A8-9826-D77B6669B384}">
      <dsp:nvSpPr>
        <dsp:cNvPr id="0" name=""/>
        <dsp:cNvSpPr/>
      </dsp:nvSpPr>
      <dsp:spPr>
        <a:xfrm rot="10813513">
          <a:off x="1490588" y="1962575"/>
          <a:ext cx="179224" cy="38357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PH" sz="1700" kern="1200"/>
        </a:p>
      </dsp:txBody>
      <dsp:txXfrm rot="10800000">
        <a:off x="1544355" y="2039397"/>
        <a:ext cx="125457" cy="230147"/>
      </dsp:txXfrm>
    </dsp:sp>
    <dsp:sp modelId="{3B358B73-60DD-4155-8181-7BC265B76254}">
      <dsp:nvSpPr>
        <dsp:cNvPr id="0" name=""/>
        <dsp:cNvSpPr/>
      </dsp:nvSpPr>
      <dsp:spPr>
        <a:xfrm>
          <a:off x="0" y="1469798"/>
          <a:ext cx="1406056" cy="1362237"/>
        </a:xfrm>
        <a:prstGeom prst="ellipse">
          <a:avLst/>
        </a:prstGeom>
        <a:solidFill>
          <a:schemeClr val="accent2">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tx1"/>
              </a:solidFill>
              <a:latin typeface="Century Gothic" panose="020B0502020202020204" pitchFamily="34" charset="0"/>
            </a:rPr>
            <a:t>Resource Acquisition</a:t>
          </a:r>
          <a:endParaRPr lang="en-PH" sz="1100" b="1" kern="1200" dirty="0">
            <a:solidFill>
              <a:schemeClr val="tx1"/>
            </a:solidFill>
            <a:latin typeface="Century Gothic" panose="020B0502020202020204" pitchFamily="34" charset="0"/>
          </a:endParaRPr>
        </a:p>
      </dsp:txBody>
      <dsp:txXfrm>
        <a:off x="205912" y="1669293"/>
        <a:ext cx="994232" cy="963247"/>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88BCEA-1954-4CFA-A12D-A19D7EFCCA2C}" type="datetimeFigureOut">
              <a:rPr lang="en-PH" smtClean="0"/>
              <a:t>14/09/2025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3265E-C13C-48CE-9B2D-9D15BD6E0041}" type="slidenum">
              <a:rPr lang="en-PH" smtClean="0"/>
              <a:t>‹#›</a:t>
            </a:fld>
            <a:endParaRPr lang="en-PH"/>
          </a:p>
        </p:txBody>
      </p:sp>
    </p:spTree>
    <p:extLst>
      <p:ext uri="{BB962C8B-B14F-4D97-AF65-F5344CB8AC3E}">
        <p14:creationId xmlns:p14="http://schemas.microsoft.com/office/powerpoint/2010/main" val="3714819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0A3265E-C13C-48CE-9B2D-9D15BD6E0041}" type="slidenum">
              <a:rPr lang="en-PH" smtClean="0"/>
              <a:t>5</a:t>
            </a:fld>
            <a:endParaRPr lang="en-PH"/>
          </a:p>
        </p:txBody>
      </p:sp>
    </p:spTree>
    <p:extLst>
      <p:ext uri="{BB962C8B-B14F-4D97-AF65-F5344CB8AC3E}">
        <p14:creationId xmlns:p14="http://schemas.microsoft.com/office/powerpoint/2010/main" val="28307446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3" name="Google Shape;9;p2"/>
          <p:cNvPicPr/>
          <p:nvPr/>
        </p:nvPicPr>
        <p:blipFill>
          <a:blip r:embed="rId2"/>
          <a:srcRect b="15603"/>
          <a:stretch/>
        </p:blipFill>
        <p:spPr>
          <a:xfrm>
            <a:off x="0" y="0"/>
            <a:ext cx="9143640" cy="5143320"/>
          </a:xfrm>
          <a:prstGeom prst="rect">
            <a:avLst/>
          </a:prstGeom>
          <a:noFill/>
          <a:ln w="0">
            <a:noFill/>
          </a:ln>
        </p:spPr>
      </p:pic>
      <p:sp>
        <p:nvSpPr>
          <p:cNvPr id="4" name="PlaceHolder 1"/>
          <p:cNvSpPr>
            <a:spLocks noGrp="1"/>
          </p:cNvSpPr>
          <p:nvPr>
            <p:ph type="title"/>
          </p:nvPr>
        </p:nvSpPr>
        <p:spPr>
          <a:xfrm>
            <a:off x="348840" y="143640"/>
            <a:ext cx="5124240" cy="2744280"/>
          </a:xfrm>
          <a:prstGeom prst="rect">
            <a:avLst/>
          </a:prstGeom>
          <a:noFill/>
          <a:ln w="0">
            <a:noFill/>
          </a:ln>
        </p:spPr>
        <p:txBody>
          <a:bodyPr lIns="91440" tIns="91440" rIns="91440" bIns="91440" anchor="b">
            <a:noAutofit/>
          </a:bodyPr>
          <a:lstStyle/>
          <a:p>
            <a:pPr indent="0">
              <a:buNone/>
            </a:pPr>
            <a:r>
              <a:rPr lang="fr-FR" sz="90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5625360" y="0"/>
            <a:ext cx="351828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Pinyon Script"/>
                <a:ea typeface="Pinyon Script"/>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2"/>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28600" y="209880"/>
            <a:ext cx="8686800" cy="85428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a:rPr>
              <a:t>Click to edit the title text format</a:t>
            </a:r>
          </a:p>
        </p:txBody>
      </p:sp>
      <p:sp>
        <p:nvSpPr>
          <p:cNvPr id="5" name="PlaceHolder 2"/>
          <p:cNvSpPr>
            <a:spLocks noGrp="1"/>
          </p:cNvSpPr>
          <p:nvPr>
            <p:ph type="title"/>
          </p:nvPr>
        </p:nvSpPr>
        <p:spPr>
          <a:xfrm>
            <a:off x="342000" y="402372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6" name="PlaceHolder 3"/>
          <p:cNvSpPr>
            <a:spLocks noGrp="1"/>
          </p:cNvSpPr>
          <p:nvPr>
            <p:ph type="title"/>
          </p:nvPr>
        </p:nvSpPr>
        <p:spPr>
          <a:xfrm>
            <a:off x="342000" y="251100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7" name="PlaceHolder 4"/>
          <p:cNvSpPr>
            <a:spLocks noGrp="1"/>
          </p:cNvSpPr>
          <p:nvPr>
            <p:ph type="title"/>
          </p:nvPr>
        </p:nvSpPr>
        <p:spPr>
          <a:xfrm>
            <a:off x="342720" y="1777320"/>
            <a:ext cx="86400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8" name="PlaceHolder 5"/>
          <p:cNvSpPr>
            <a:spLocks noGrp="1"/>
          </p:cNvSpPr>
          <p:nvPr>
            <p:ph type="title"/>
          </p:nvPr>
        </p:nvSpPr>
        <p:spPr>
          <a:xfrm>
            <a:off x="342000" y="326736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9" name="PlaceHolder 6"/>
          <p:cNvSpPr>
            <a:spLocks noGrp="1"/>
          </p:cNvSpPr>
          <p:nvPr>
            <p:ph type="title"/>
          </p:nvPr>
        </p:nvSpPr>
        <p:spPr>
          <a:xfrm>
            <a:off x="4806720" y="251136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10" name="PlaceHolder 7"/>
          <p:cNvSpPr>
            <a:spLocks noGrp="1"/>
          </p:cNvSpPr>
          <p:nvPr>
            <p:ph type="title"/>
          </p:nvPr>
        </p:nvSpPr>
        <p:spPr>
          <a:xfrm>
            <a:off x="4806720" y="326772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11" name="PlaceHolder 8"/>
          <p:cNvSpPr>
            <a:spLocks noGrp="1"/>
          </p:cNvSpPr>
          <p:nvPr>
            <p:ph type="title"/>
          </p:nvPr>
        </p:nvSpPr>
        <p:spPr>
          <a:xfrm>
            <a:off x="4806720" y="40240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12" name="PlaceHolder 9"/>
          <p:cNvSpPr>
            <a:spLocks noGrp="1"/>
          </p:cNvSpPr>
          <p:nvPr>
            <p:ph type="title"/>
          </p:nvPr>
        </p:nvSpPr>
        <p:spPr>
          <a:xfrm>
            <a:off x="4806720" y="177732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dk2"/>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228600" y="794520"/>
            <a:ext cx="8584920" cy="698040"/>
          </a:xfrm>
          <a:prstGeom prst="rect">
            <a:avLst/>
          </a:prstGeom>
          <a:noFill/>
          <a:ln w="0">
            <a:noFill/>
          </a:ln>
        </p:spPr>
        <p:txBody>
          <a:bodyPr lIns="91440" tIns="91440" rIns="91440" bIns="91440" anchor="t">
            <a:noAutofit/>
          </a:bodyPr>
          <a:lstStyle/>
          <a:p>
            <a:pPr indent="0">
              <a:buNone/>
            </a:pPr>
            <a:r>
              <a:rPr lang="fr-FR" sz="4400" b="0" u="none" strike="noStrike">
                <a:solidFill>
                  <a:schemeClr val="dk1"/>
                </a:solidFill>
                <a:effectLst/>
                <a:uFillTx/>
                <a:latin typeface="Arial"/>
              </a:rPr>
              <a:t>Click to edit the title text format</a:t>
            </a:r>
          </a:p>
        </p:txBody>
      </p:sp>
      <p:sp>
        <p:nvSpPr>
          <p:cNvPr id="14" name="PlaceHolder 2"/>
          <p:cNvSpPr>
            <a:spLocks noGrp="1"/>
          </p:cNvSpPr>
          <p:nvPr>
            <p:ph type="body"/>
          </p:nvPr>
        </p:nvSpPr>
        <p:spPr>
          <a:xfrm>
            <a:off x="3352680" y="2032920"/>
            <a:ext cx="5562360" cy="2315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3608640" y="228600"/>
            <a:ext cx="5306400" cy="18961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6" name="PlaceHolder 2"/>
          <p:cNvSpPr>
            <a:spLocks noGrp="1"/>
          </p:cNvSpPr>
          <p:nvPr>
            <p:ph type="body"/>
          </p:nvPr>
        </p:nvSpPr>
        <p:spPr>
          <a:xfrm>
            <a:off x="3608640" y="2125080"/>
            <a:ext cx="5306400" cy="25639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7" name="PlaceHolder 3"/>
          <p:cNvSpPr>
            <a:spLocks noGrp="1"/>
          </p:cNvSpPr>
          <p:nvPr>
            <p:ph type="body"/>
          </p:nvPr>
        </p:nvSpPr>
        <p:spPr>
          <a:xfrm>
            <a:off x="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2"/>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228600" y="285120"/>
            <a:ext cx="7703640" cy="685440"/>
          </a:xfrm>
          <a:prstGeom prst="rect">
            <a:avLst/>
          </a:prstGeom>
          <a:noFill/>
          <a:ln w="0">
            <a:noFill/>
          </a:ln>
        </p:spPr>
        <p:txBody>
          <a:bodyPr lIns="91440" tIns="91440" rIns="91440" bIns="91440" anchor="t">
            <a:noAutofit/>
          </a:bodyPr>
          <a:lstStyle/>
          <a:p>
            <a:pPr indent="0">
              <a:buNone/>
            </a:pPr>
            <a:r>
              <a:rPr lang="fr-FR"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2"/>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3294000" y="1901520"/>
            <a:ext cx="820440" cy="53964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0" name="PlaceHolder 2"/>
          <p:cNvSpPr>
            <a:spLocks noGrp="1"/>
          </p:cNvSpPr>
          <p:nvPr>
            <p:ph type="title"/>
          </p:nvPr>
        </p:nvSpPr>
        <p:spPr>
          <a:xfrm>
            <a:off x="228600" y="1901520"/>
            <a:ext cx="820440" cy="53964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1" name="PlaceHolder 3"/>
          <p:cNvSpPr>
            <a:spLocks noGrp="1"/>
          </p:cNvSpPr>
          <p:nvPr>
            <p:ph type="title"/>
          </p:nvPr>
        </p:nvSpPr>
        <p:spPr>
          <a:xfrm>
            <a:off x="6360480" y="1901520"/>
            <a:ext cx="820440" cy="53964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2" name="PlaceHolder 4"/>
          <p:cNvSpPr>
            <a:spLocks noGrp="1"/>
          </p:cNvSpPr>
          <p:nvPr>
            <p:ph type="title"/>
          </p:nvPr>
        </p:nvSpPr>
        <p:spPr>
          <a:xfrm>
            <a:off x="228600" y="288000"/>
            <a:ext cx="8686440" cy="765720"/>
          </a:xfrm>
          <a:prstGeom prst="rect">
            <a:avLst/>
          </a:prstGeom>
          <a:noFill/>
          <a:ln w="0">
            <a:noFill/>
          </a:ln>
        </p:spPr>
        <p:txBody>
          <a:bodyPr lIns="91440" tIns="91440" rIns="91440" bIns="91440" anchor="t">
            <a:noAutofit/>
          </a:bodyPr>
          <a:lstStyle/>
          <a:p>
            <a:pPr indent="0">
              <a:buNone/>
            </a:pPr>
            <a:r>
              <a:rPr lang="fr-FR"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228600" y="285120"/>
            <a:ext cx="7703640" cy="685440"/>
          </a:xfrm>
          <a:prstGeom prst="rect">
            <a:avLst/>
          </a:prstGeom>
          <a:noFill/>
          <a:ln w="0">
            <a:noFill/>
          </a:ln>
        </p:spPr>
        <p:txBody>
          <a:bodyPr lIns="91440" tIns="91440" rIns="91440" bIns="91440" anchor="t">
            <a:noAutofit/>
          </a:bodyPr>
          <a:lstStyle/>
          <a:p>
            <a:pPr indent="0">
              <a:buNone/>
            </a:pPr>
            <a:r>
              <a:rPr lang="fr-FR" sz="4400" b="0" u="none" strike="noStrike">
                <a:solidFill>
                  <a:schemeClr val="dk1"/>
                </a:solidFill>
                <a:effectLst/>
                <a:uFillTx/>
                <a:latin typeface="Arial"/>
              </a:rPr>
              <a:t>Click to edit the title text format</a:t>
            </a:r>
          </a:p>
        </p:txBody>
      </p:sp>
      <p:sp>
        <p:nvSpPr>
          <p:cNvPr id="24" name="PlaceHolder 2"/>
          <p:cNvSpPr>
            <a:spLocks noGrp="1"/>
          </p:cNvSpPr>
          <p:nvPr>
            <p:ph type="title"/>
          </p:nvPr>
        </p:nvSpPr>
        <p:spPr>
          <a:xfrm>
            <a:off x="5573160" y="3350880"/>
            <a:ext cx="865440" cy="52812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5" name="PlaceHolder 3"/>
          <p:cNvSpPr>
            <a:spLocks noGrp="1"/>
          </p:cNvSpPr>
          <p:nvPr>
            <p:ph type="title"/>
          </p:nvPr>
        </p:nvSpPr>
        <p:spPr>
          <a:xfrm>
            <a:off x="5573160" y="1622880"/>
            <a:ext cx="865440" cy="52812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6" name="PlaceHolder 4"/>
          <p:cNvSpPr>
            <a:spLocks noGrp="1"/>
          </p:cNvSpPr>
          <p:nvPr>
            <p:ph type="title"/>
          </p:nvPr>
        </p:nvSpPr>
        <p:spPr>
          <a:xfrm>
            <a:off x="2900880" y="1623240"/>
            <a:ext cx="864000" cy="52740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7" name="PlaceHolder 5"/>
          <p:cNvSpPr>
            <a:spLocks noGrp="1"/>
          </p:cNvSpPr>
          <p:nvPr>
            <p:ph type="title"/>
          </p:nvPr>
        </p:nvSpPr>
        <p:spPr>
          <a:xfrm>
            <a:off x="2900880" y="3350880"/>
            <a:ext cx="865440" cy="52812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8" name="PlaceHolder 6"/>
          <p:cNvSpPr>
            <a:spLocks noGrp="1"/>
          </p:cNvSpPr>
          <p:nvPr>
            <p:ph type="title"/>
          </p:nvPr>
        </p:nvSpPr>
        <p:spPr>
          <a:xfrm>
            <a:off x="228600" y="1622880"/>
            <a:ext cx="865440" cy="52812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
        <p:nvSpPr>
          <p:cNvPr id="29" name="PlaceHolder 7"/>
          <p:cNvSpPr>
            <a:spLocks noGrp="1"/>
          </p:cNvSpPr>
          <p:nvPr>
            <p:ph type="title"/>
          </p:nvPr>
        </p:nvSpPr>
        <p:spPr>
          <a:xfrm>
            <a:off x="228600" y="3350880"/>
            <a:ext cx="865440" cy="528120"/>
          </a:xfrm>
          <a:prstGeom prst="rect">
            <a:avLst/>
          </a:prstGeom>
          <a:noFill/>
          <a:ln w="0">
            <a:noFill/>
          </a:ln>
        </p:spPr>
        <p:txBody>
          <a:bodyPr lIns="91440" tIns="91440" rIns="91440" bIns="91440" anchor="ctr">
            <a:noAutofit/>
          </a:bodyPr>
          <a:lstStyle/>
          <a:p>
            <a:pPr indent="0">
              <a:lnSpc>
                <a:spcPct val="100000"/>
              </a:lnSpc>
              <a:buNone/>
            </a:pPr>
            <a:r>
              <a:rPr lang="fr-FR" sz="3400" b="0" u="none" strike="noStrike">
                <a:solidFill>
                  <a:schemeClr val="dk1"/>
                </a:solidFill>
                <a:effectLst/>
                <a:uFillTx/>
                <a:latin typeface="Pinyon Script"/>
                <a:ea typeface="Pinyon Script"/>
              </a:rPr>
              <a:t>xx%</a:t>
            </a:r>
            <a:endParaRPr lang="fr-FR" sz="3400" b="0" u="none" strike="noStrike">
              <a:solidFill>
                <a:schemeClr val="dk1"/>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30" name="Google Shape;98;p19"/>
          <p:cNvPicPr/>
          <p:nvPr/>
        </p:nvPicPr>
        <p:blipFill>
          <a:blip r:embed="rId2"/>
          <a:srcRect b="15603"/>
          <a:stretch/>
        </p:blipFill>
        <p:spPr>
          <a:xfrm>
            <a:off x="0" y="0"/>
            <a:ext cx="9143640" cy="5143320"/>
          </a:xfrm>
          <a:prstGeom prst="rect">
            <a:avLst/>
          </a:prstGeom>
          <a:noFill/>
          <a:ln w="0">
            <a:noFill/>
          </a:ln>
        </p:spPr>
      </p:pic>
      <p:sp>
        <p:nvSpPr>
          <p:cNvPr id="31" name="PlaceHolder 1"/>
          <p:cNvSpPr>
            <a:spLocks noGrp="1"/>
          </p:cNvSpPr>
          <p:nvPr>
            <p:ph type="title"/>
          </p:nvPr>
        </p:nvSpPr>
        <p:spPr>
          <a:xfrm>
            <a:off x="621360" y="913680"/>
            <a:ext cx="3958560" cy="754560"/>
          </a:xfrm>
          <a:prstGeom prst="rect">
            <a:avLst/>
          </a:prstGeom>
          <a:noFill/>
          <a:ln w="0">
            <a:noFill/>
          </a:ln>
        </p:spPr>
        <p:txBody>
          <a:bodyPr lIns="91440" tIns="91440" rIns="91440" bIns="91440" anchor="b">
            <a:noAutofit/>
          </a:bodyPr>
          <a:lstStyle/>
          <a:p>
            <a:pPr indent="0">
              <a:lnSpc>
                <a:spcPct val="100000"/>
              </a:lnSpc>
              <a:buNone/>
            </a:pPr>
            <a:r>
              <a:rPr lang="fr-FR" sz="5500" b="0" u="none" strike="noStrike">
                <a:solidFill>
                  <a:schemeClr val="dk1"/>
                </a:solidFill>
                <a:effectLst/>
                <a:uFillTx/>
                <a:latin typeface="Pinyon Script"/>
                <a:ea typeface="Pinyon Script"/>
              </a:rPr>
              <a:t>xx%</a:t>
            </a:r>
            <a:endParaRPr lang="fr-FR" sz="5500" b="0" u="none" strike="noStrike">
              <a:solidFill>
                <a:schemeClr val="dk1"/>
              </a:solidFill>
              <a:effectLst/>
              <a:uFillTx/>
              <a:latin typeface="Arial"/>
            </a:endParaRPr>
          </a:p>
        </p:txBody>
      </p:sp>
      <p:sp>
        <p:nvSpPr>
          <p:cNvPr id="32" name="PlaceHolder 2"/>
          <p:cNvSpPr>
            <a:spLocks noGrp="1"/>
          </p:cNvSpPr>
          <p:nvPr>
            <p:ph type="title"/>
          </p:nvPr>
        </p:nvSpPr>
        <p:spPr>
          <a:xfrm>
            <a:off x="4827600" y="2913480"/>
            <a:ext cx="3958560" cy="754560"/>
          </a:xfrm>
          <a:prstGeom prst="rect">
            <a:avLst/>
          </a:prstGeom>
          <a:noFill/>
          <a:ln w="0">
            <a:noFill/>
          </a:ln>
        </p:spPr>
        <p:txBody>
          <a:bodyPr lIns="91440" tIns="91440" rIns="91440" bIns="91440" anchor="b">
            <a:noAutofit/>
          </a:bodyPr>
          <a:lstStyle/>
          <a:p>
            <a:pPr indent="0">
              <a:lnSpc>
                <a:spcPct val="100000"/>
              </a:lnSpc>
              <a:buNone/>
            </a:pPr>
            <a:r>
              <a:rPr lang="fr-FR" sz="5500" b="0" u="none" strike="noStrike">
                <a:solidFill>
                  <a:schemeClr val="dk1"/>
                </a:solidFill>
                <a:effectLst/>
                <a:uFillTx/>
                <a:latin typeface="Pinyon Script"/>
                <a:ea typeface="Pinyon Script"/>
              </a:rPr>
              <a:t>xx%</a:t>
            </a:r>
            <a:endParaRPr lang="fr-FR" sz="55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257400" y="598320"/>
            <a:ext cx="4447800" cy="1058400"/>
          </a:xfrm>
          <a:prstGeom prst="rect">
            <a:avLst/>
          </a:prstGeom>
          <a:noFill/>
          <a:ln w="0">
            <a:noFill/>
          </a:ln>
        </p:spPr>
        <p:txBody>
          <a:bodyPr lIns="91440" tIns="91440" rIns="91440" bIns="91440" anchor="b">
            <a:noAutofit/>
          </a:bodyPr>
          <a:lstStyle/>
          <a:p>
            <a:pPr indent="0">
              <a:buNone/>
            </a:pPr>
            <a:r>
              <a:rPr lang="fr-FR" sz="7700" b="0" u="none" strike="noStrike">
                <a:solidFill>
                  <a:schemeClr val="dk1"/>
                </a:solidFill>
                <a:effectLst/>
                <a:uFillTx/>
                <a:latin typeface="Arial"/>
              </a:rPr>
              <a:t>Click to edit the title text format</a:t>
            </a:r>
          </a:p>
        </p:txBody>
      </p:sp>
      <p:sp>
        <p:nvSpPr>
          <p:cNvPr id="34" name="Google Shape;106;p20"/>
          <p:cNvSpPr/>
          <p:nvPr/>
        </p:nvSpPr>
        <p:spPr>
          <a:xfrm>
            <a:off x="4982040" y="3933000"/>
            <a:ext cx="3933000" cy="4975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Bricolage Grotesque"/>
                <a:ea typeface="Bricolage Grotesque"/>
              </a:rPr>
              <a:t>CREDITS:</a:t>
            </a:r>
            <a:r>
              <a:rPr lang="en" sz="1000" b="0" u="none" strike="noStrike">
                <a:solidFill>
                  <a:schemeClr val="dk1"/>
                </a:solidFill>
                <a:effectLst/>
                <a:uFillTx/>
                <a:latin typeface="Bricolage Grotesque"/>
                <a:ea typeface="Bricolage Grotesque"/>
              </a:rPr>
              <a:t> This presentation template was created by </a:t>
            </a:r>
            <a:r>
              <a:rPr lang="en" sz="1000" b="1" u="sng" strike="noStrike">
                <a:solidFill>
                  <a:schemeClr val="dk1"/>
                </a:solidFill>
                <a:effectLst/>
                <a:uFillTx/>
                <a:latin typeface="Bricolage Grotesque"/>
                <a:ea typeface="Bricolage Grotesque"/>
                <a:hlinkClick r:id="rId2"/>
              </a:rPr>
              <a:t>Slidesgo</a:t>
            </a:r>
            <a:r>
              <a:rPr lang="en" sz="1000" b="0" u="none" strike="noStrike">
                <a:solidFill>
                  <a:schemeClr val="dk1"/>
                </a:solidFill>
                <a:effectLst/>
                <a:uFillTx/>
                <a:latin typeface="Bricolage Grotesque"/>
                <a:ea typeface="Bricolage Grotesque"/>
              </a:rPr>
              <a:t>, and includes icons, infographics &amp; images by </a:t>
            </a:r>
            <a:r>
              <a:rPr lang="en" sz="1000" b="1" u="sng" strike="noStrike">
                <a:solidFill>
                  <a:schemeClr val="dk1"/>
                </a:solidFill>
                <a:effectLst/>
                <a:uFillTx/>
                <a:latin typeface="Bricolage Grotesque"/>
                <a:ea typeface="Bricolage Grotesque"/>
                <a:hlinkClick r:id="rId3"/>
              </a:rPr>
              <a:t>Freepik</a:t>
            </a:r>
            <a:r>
              <a:rPr lang="en" sz="1000" b="0" u="none" strike="noStrike">
                <a:solidFill>
                  <a:schemeClr val="dk1"/>
                </a:solidFill>
                <a:effectLst/>
                <a:uFillTx/>
                <a:latin typeface="Bricolage Grotesque"/>
                <a:ea typeface="Bricolage Grotesque"/>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35" name="Google Shape;14;p3"/>
          <p:cNvPicPr/>
          <p:nvPr/>
        </p:nvPicPr>
        <p:blipFill>
          <a:blip r:embed="rId2"/>
          <a:srcRect b="15594"/>
          <a:stretch/>
        </p:blipFill>
        <p:spPr>
          <a:xfrm>
            <a:off x="0" y="0"/>
            <a:ext cx="9143640" cy="5143320"/>
          </a:xfrm>
          <a:prstGeom prst="rect">
            <a:avLst/>
          </a:prstGeom>
          <a:noFill/>
          <a:ln w="0">
            <a:noFill/>
          </a:ln>
        </p:spPr>
      </p:pic>
      <p:sp>
        <p:nvSpPr>
          <p:cNvPr id="36" name="PlaceHolder 1"/>
          <p:cNvSpPr>
            <a:spLocks noGrp="1"/>
          </p:cNvSpPr>
          <p:nvPr>
            <p:ph type="title"/>
          </p:nvPr>
        </p:nvSpPr>
        <p:spPr>
          <a:xfrm>
            <a:off x="228600" y="1115280"/>
            <a:ext cx="5101200" cy="2873880"/>
          </a:xfrm>
          <a:prstGeom prst="rect">
            <a:avLst/>
          </a:prstGeom>
          <a:noFill/>
          <a:ln w="0">
            <a:noFill/>
          </a:ln>
        </p:spPr>
        <p:txBody>
          <a:bodyPr lIns="91440" tIns="91440" rIns="91440" bIns="91440" anchor="b">
            <a:noAutofit/>
          </a:bodyPr>
          <a:lstStyle/>
          <a:p>
            <a:pPr indent="0">
              <a:buNone/>
            </a:pPr>
            <a:r>
              <a:rPr lang="fr-FR" sz="6500" b="0" u="none" strike="noStrike">
                <a:solidFill>
                  <a:schemeClr val="dk1"/>
                </a:solidFill>
                <a:effectLst/>
                <a:uFillTx/>
                <a:latin typeface="Arial"/>
              </a:rPr>
              <a:t>Click to edit the title text format</a:t>
            </a:r>
          </a:p>
        </p:txBody>
      </p:sp>
      <p:sp>
        <p:nvSpPr>
          <p:cNvPr id="37" name="PlaceHolder 2"/>
          <p:cNvSpPr>
            <a:spLocks noGrp="1"/>
          </p:cNvSpPr>
          <p:nvPr>
            <p:ph type="title"/>
          </p:nvPr>
        </p:nvSpPr>
        <p:spPr>
          <a:xfrm>
            <a:off x="389880" y="126000"/>
            <a:ext cx="1216800" cy="988920"/>
          </a:xfrm>
          <a:prstGeom prst="rect">
            <a:avLst/>
          </a:prstGeom>
          <a:noFill/>
          <a:ln w="0">
            <a:noFill/>
          </a:ln>
        </p:spPr>
        <p:txBody>
          <a:bodyPr lIns="91440" tIns="91440" rIns="91440" bIns="91440" anchor="ctr">
            <a:noAutofit/>
          </a:bodyPr>
          <a:lstStyle/>
          <a:p>
            <a:pPr indent="0">
              <a:lnSpc>
                <a:spcPct val="100000"/>
              </a:lnSpc>
              <a:buNone/>
            </a:pPr>
            <a:r>
              <a:rPr lang="fr-FR" sz="6600" b="0" u="none" strike="noStrike">
                <a:solidFill>
                  <a:schemeClr val="dk1"/>
                </a:solidFill>
                <a:effectLst/>
                <a:uFillTx/>
                <a:latin typeface="Pinyon Script"/>
                <a:ea typeface="Pinyon Script"/>
              </a:rPr>
              <a:t>xx%</a:t>
            </a:r>
            <a:endParaRPr lang="fr-FR" sz="6600" b="0" u="none" strike="noStrike">
              <a:solidFill>
                <a:schemeClr val="dk1"/>
              </a:solidFill>
              <a:effectLst/>
              <a:uFillTx/>
              <a:latin typeface="Arial"/>
            </a:endParaRPr>
          </a:p>
        </p:txBody>
      </p:sp>
      <p:sp>
        <p:nvSpPr>
          <p:cNvPr id="38" name="PlaceHolder 3"/>
          <p:cNvSpPr>
            <a:spLocks noGrp="1"/>
          </p:cNvSpPr>
          <p:nvPr>
            <p:ph type="body"/>
          </p:nvPr>
        </p:nvSpPr>
        <p:spPr>
          <a:xfrm>
            <a:off x="5625360" y="0"/>
            <a:ext cx="351828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dk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dk2"/>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228600" y="216360"/>
            <a:ext cx="7703640" cy="83736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a:rPr>
              <a:t>Click to edit the title text format</a:t>
            </a:r>
          </a:p>
        </p:txBody>
      </p:sp>
      <p:sp>
        <p:nvSpPr>
          <p:cNvPr id="40" name="PlaceHolder 2"/>
          <p:cNvSpPr>
            <a:spLocks noGrp="1"/>
          </p:cNvSpPr>
          <p:nvPr>
            <p:ph type="body"/>
          </p:nvPr>
        </p:nvSpPr>
        <p:spPr>
          <a:xfrm>
            <a:off x="397080" y="1152360"/>
            <a:ext cx="7703640" cy="37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1" name="Google Shape;23;p5"/>
          <p:cNvPicPr/>
          <p:nvPr/>
        </p:nvPicPr>
        <p:blipFill>
          <a:blip r:embed="rId2"/>
          <a:srcRect t="1534"/>
          <a:stretch/>
        </p:blipFill>
        <p:spPr>
          <a:xfrm>
            <a:off x="0" y="0"/>
            <a:ext cx="9143640" cy="5143320"/>
          </a:xfrm>
          <a:prstGeom prst="rect">
            <a:avLst/>
          </a:prstGeom>
          <a:noFill/>
          <a:ln w="0">
            <a:noFill/>
          </a:ln>
        </p:spPr>
      </p:pic>
      <p:sp>
        <p:nvSpPr>
          <p:cNvPr id="42" name="PlaceHolder 1"/>
          <p:cNvSpPr>
            <a:spLocks noGrp="1"/>
          </p:cNvSpPr>
          <p:nvPr>
            <p:ph type="title"/>
          </p:nvPr>
        </p:nvSpPr>
        <p:spPr>
          <a:xfrm>
            <a:off x="228600" y="285120"/>
            <a:ext cx="8686440" cy="812880"/>
          </a:xfrm>
          <a:prstGeom prst="rect">
            <a:avLst/>
          </a:prstGeom>
          <a:noFill/>
          <a:ln w="0">
            <a:noFill/>
          </a:ln>
        </p:spPr>
        <p:txBody>
          <a:bodyPr lIns="91440" tIns="91440" rIns="91440" bIns="91440" anchor="t">
            <a:noAutofit/>
          </a:bodyPr>
          <a:lstStyle/>
          <a:p>
            <a:pPr indent="0">
              <a:buNone/>
            </a:pPr>
            <a:r>
              <a:rPr lang="fr-FR"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dk2"/>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91600"/>
            <a:ext cx="7703640" cy="686520"/>
          </a:xfrm>
          <a:prstGeom prst="rect">
            <a:avLst/>
          </a:prstGeom>
          <a:noFill/>
          <a:ln w="0">
            <a:noFill/>
          </a:ln>
        </p:spPr>
        <p:txBody>
          <a:bodyPr lIns="91440" tIns="91440" rIns="91440" bIns="91440" anchor="t">
            <a:noAutofit/>
          </a:bodyPr>
          <a:lstStyle/>
          <a:p>
            <a:pPr indent="0">
              <a:buNone/>
            </a:pPr>
            <a:r>
              <a:rPr lang="fr-FR"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4103280" y="228600"/>
            <a:ext cx="4812120" cy="1896120"/>
          </a:xfrm>
          <a:prstGeom prst="rect">
            <a:avLst/>
          </a:prstGeom>
          <a:noFill/>
          <a:ln w="0">
            <a:noFill/>
          </a:ln>
        </p:spPr>
        <p:txBody>
          <a:bodyPr lIns="91440" tIns="91440" rIns="91440" bIns="91440" anchor="t">
            <a:noAutofit/>
          </a:bodyPr>
          <a:lstStyle/>
          <a:p>
            <a:pPr indent="0">
              <a:buNone/>
            </a:pPr>
            <a:r>
              <a:rPr lang="fr-FR" sz="44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4103280" y="2564280"/>
            <a:ext cx="3823920" cy="2124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46" name="PlaceHolder 3"/>
          <p:cNvSpPr>
            <a:spLocks noGrp="1"/>
          </p:cNvSpPr>
          <p:nvPr>
            <p:ph type="body"/>
          </p:nvPr>
        </p:nvSpPr>
        <p:spPr>
          <a:xfrm>
            <a:off x="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dk2"/>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2"/>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9"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0" name="PlaceHolder 2"/>
          <p:cNvSpPr>
            <a:spLocks noGrp="1"/>
          </p:cNvSpPr>
          <p:nvPr>
            <p:ph type="title"/>
          </p:nvPr>
        </p:nvSpPr>
        <p:spPr>
          <a:xfrm>
            <a:off x="430200" y="3807360"/>
            <a:ext cx="3255120" cy="1107360"/>
          </a:xfrm>
          <a:prstGeom prst="rect">
            <a:avLst/>
          </a:prstGeom>
          <a:solidFill>
            <a:schemeClr val="lt2"/>
          </a:solidFill>
          <a:ln w="0">
            <a:noFill/>
          </a:ln>
        </p:spPr>
        <p:txBody>
          <a:bodyPr lIns="91440" tIns="91440" rIns="91440" bIns="91440" anchor="b">
            <a:noAutofit/>
          </a:bodyPr>
          <a:lstStyle/>
          <a:p>
            <a:pPr indent="0">
              <a:buNone/>
            </a:pPr>
            <a:r>
              <a:rPr lang="fr-FR" sz="31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1" name="Google Shape;114;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3" name="Google Shape;117;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5"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p:cNvGrpSpPr/>
        <p:nvPr/>
      </p:nvGrpSpPr>
      <p:grpSpPr>
        <a:xfrm>
          <a:off x="0" y="0"/>
          <a:ext cx="0" cy="0"/>
          <a:chOff x="0" y="0"/>
          <a:chExt cx="0" cy="0"/>
        </a:xfrm>
      </p:grpSpPr>
      <p:pic>
        <p:nvPicPr>
          <p:cNvPr id="56" name="Google Shape;124;p27"/>
          <p:cNvPicPr/>
          <p:nvPr/>
        </p:nvPicPr>
        <p:blipFill>
          <a:blip r:embed="rId2"/>
          <a:stretch/>
        </p:blipFill>
        <p:spPr>
          <a:xfrm>
            <a:off x="5625720" y="180"/>
            <a:ext cx="3518280" cy="5143320"/>
          </a:xfrm>
          <a:prstGeom prst="rect">
            <a:avLst/>
          </a:prstGeom>
          <a:noFill/>
          <a:ln w="0">
            <a:noFill/>
          </a:ln>
        </p:spPr>
      </p:pic>
      <p:sp>
        <p:nvSpPr>
          <p:cNvPr id="57" name="PlaceHolder 1"/>
          <p:cNvSpPr>
            <a:spLocks noGrp="1"/>
          </p:cNvSpPr>
          <p:nvPr>
            <p:ph type="subTitle"/>
          </p:nvPr>
        </p:nvSpPr>
        <p:spPr>
          <a:xfrm>
            <a:off x="2160789" y="2873824"/>
            <a:ext cx="1517434" cy="460638"/>
          </a:xfrm>
          <a:prstGeom prst="rect">
            <a:avLst/>
          </a:prstGeom>
          <a:noFill/>
          <a:ln w="0">
            <a:noFill/>
          </a:ln>
        </p:spPr>
        <p:txBody>
          <a:bodyPr lIns="91440" tIns="91440" rIns="91440" bIns="91440" anchor="t">
            <a:noAutofit/>
          </a:bodyPr>
          <a:lstStyle/>
          <a:p>
            <a:pPr>
              <a:lnSpc>
                <a:spcPct val="120000"/>
              </a:lnSpc>
              <a:tabLst>
                <a:tab pos="0" algn="l"/>
              </a:tabLst>
            </a:pPr>
            <a:r>
              <a:rPr lang="en-US" sz="1600" b="1" u="none" strike="noStrike" dirty="0">
                <a:solidFill>
                  <a:srgbClr val="000000"/>
                </a:solidFill>
                <a:effectLst/>
                <a:uFillTx/>
                <a:latin typeface="Century Gothic" panose="020B0502020202020204" pitchFamily="34" charset="0"/>
              </a:rPr>
              <a:t>Discussants:</a:t>
            </a:r>
          </a:p>
          <a:p>
            <a:pPr>
              <a:lnSpc>
                <a:spcPct val="120000"/>
              </a:lnSpc>
              <a:tabLst>
                <a:tab pos="0" algn="l"/>
              </a:tabLst>
            </a:pPr>
            <a:r>
              <a:rPr lang="en-US" sz="1600" b="1" u="none" strike="noStrike" dirty="0">
                <a:solidFill>
                  <a:srgbClr val="000000"/>
                </a:solidFill>
                <a:effectLst/>
                <a:uFillTx/>
                <a:latin typeface="Berlin Sans FB" panose="020E0602020502020306" pitchFamily="34" charset="0"/>
              </a:rPr>
              <a:t>	</a:t>
            </a:r>
          </a:p>
        </p:txBody>
      </p:sp>
      <p:sp>
        <p:nvSpPr>
          <p:cNvPr id="58" name="PlaceHolder 2"/>
          <p:cNvSpPr>
            <a:spLocks noGrp="1"/>
          </p:cNvSpPr>
          <p:nvPr>
            <p:ph type="title"/>
          </p:nvPr>
        </p:nvSpPr>
        <p:spPr>
          <a:xfrm>
            <a:off x="453763" y="261258"/>
            <a:ext cx="4269491" cy="2612566"/>
          </a:xfrm>
          <a:prstGeom prst="rect">
            <a:avLst/>
          </a:prstGeom>
          <a:noFill/>
          <a:ln w="0">
            <a:noFill/>
          </a:ln>
        </p:spPr>
        <p:txBody>
          <a:bodyPr lIns="91440" tIns="91440" rIns="91440" bIns="91440" anchor="b">
            <a:noAutofit/>
          </a:bodyPr>
          <a:lstStyle/>
          <a:p>
            <a:pPr indent="0" algn="ctr">
              <a:lnSpc>
                <a:spcPct val="120000"/>
              </a:lnSpc>
              <a:buNone/>
              <a:tabLst>
                <a:tab pos="0" algn="l"/>
              </a:tabLst>
            </a:pPr>
            <a:r>
              <a:rPr lang="en-US" sz="3600" b="1" u="none" strike="noStrike" dirty="0">
                <a:solidFill>
                  <a:srgbClr val="000000"/>
                </a:solidFill>
                <a:effectLst/>
                <a:uFillTx/>
                <a:latin typeface="Cooper Black" panose="0208090404030B020404" pitchFamily="18" charset="0"/>
                <a:ea typeface="Pinyon Script"/>
              </a:rPr>
              <a:t>PROJECT SCHEDULING </a:t>
            </a:r>
            <a:br>
              <a:rPr lang="en-US" sz="3600" b="1" u="none" strike="noStrike" dirty="0">
                <a:solidFill>
                  <a:srgbClr val="000000"/>
                </a:solidFill>
                <a:effectLst/>
                <a:uFillTx/>
                <a:latin typeface="Cooper Black" panose="0208090404030B020404" pitchFamily="18" charset="0"/>
                <a:ea typeface="Pinyon Script"/>
              </a:rPr>
            </a:br>
            <a:r>
              <a:rPr lang="en-US" sz="3600" b="1" u="none" strike="noStrike" dirty="0">
                <a:solidFill>
                  <a:srgbClr val="000000"/>
                </a:solidFill>
                <a:effectLst/>
                <a:uFillTx/>
                <a:latin typeface="Cooper Black" panose="0208090404030B020404" pitchFamily="18" charset="0"/>
                <a:ea typeface="Pinyon Script"/>
              </a:rPr>
              <a:t>AND RESOURCE PLANNING</a:t>
            </a:r>
            <a:endParaRPr lang="fr-FR" sz="3600" b="1" u="none" strike="noStrike" dirty="0">
              <a:solidFill>
                <a:schemeClr val="dk1"/>
              </a:solidFill>
              <a:effectLst/>
              <a:uFillTx/>
              <a:latin typeface="Cooper Black" panose="0208090404030B020404" pitchFamily="18" charset="0"/>
            </a:endParaRPr>
          </a:p>
        </p:txBody>
      </p:sp>
      <p:sp>
        <p:nvSpPr>
          <p:cNvPr id="3" name="TextBox 2">
            <a:extLst>
              <a:ext uri="{FF2B5EF4-FFF2-40B4-BE49-F238E27FC236}">
                <a16:creationId xmlns:a16="http://schemas.microsoft.com/office/drawing/2014/main" id="{009669B6-CE90-A530-75FE-678967AD9209}"/>
              </a:ext>
            </a:extLst>
          </p:cNvPr>
          <p:cNvSpPr txBox="1"/>
          <p:nvPr/>
        </p:nvSpPr>
        <p:spPr>
          <a:xfrm>
            <a:off x="1787547" y="3302015"/>
            <a:ext cx="2028180" cy="1323439"/>
          </a:xfrm>
          <a:prstGeom prst="rect">
            <a:avLst/>
          </a:prstGeom>
          <a:noFill/>
        </p:spPr>
        <p:txBody>
          <a:bodyPr wrap="square" rtlCol="0">
            <a:spAutoFit/>
          </a:bodyPr>
          <a:lstStyle/>
          <a:p>
            <a:pPr algn="ctr"/>
            <a:r>
              <a:rPr lang="en-PH" sz="1600" dirty="0">
                <a:latin typeface="Century Gothic" panose="020B0502020202020204" pitchFamily="34" charset="0"/>
              </a:rPr>
              <a:t>Florence Buri</a:t>
            </a:r>
          </a:p>
          <a:p>
            <a:pPr algn="ctr"/>
            <a:r>
              <a:rPr lang="en-PH" sz="1600" dirty="0">
                <a:latin typeface="Century Gothic" panose="020B0502020202020204" pitchFamily="34" charset="0"/>
              </a:rPr>
              <a:t>Rechele Espinosa</a:t>
            </a:r>
          </a:p>
          <a:p>
            <a:pPr algn="ctr"/>
            <a:r>
              <a:rPr lang="en-PH" sz="1600" dirty="0" err="1">
                <a:latin typeface="Century Gothic" panose="020B0502020202020204" pitchFamily="34" charset="0"/>
              </a:rPr>
              <a:t>Brixlemar</a:t>
            </a:r>
            <a:r>
              <a:rPr lang="en-PH" sz="1600" dirty="0">
                <a:latin typeface="Century Gothic" panose="020B0502020202020204" pitchFamily="34" charset="0"/>
              </a:rPr>
              <a:t> Noval</a:t>
            </a:r>
          </a:p>
          <a:p>
            <a:pPr algn="ctr"/>
            <a:r>
              <a:rPr lang="en-PH" sz="1600" dirty="0">
                <a:latin typeface="Century Gothic" panose="020B0502020202020204" pitchFamily="34" charset="0"/>
              </a:rPr>
              <a:t>Marvin Rosas</a:t>
            </a:r>
          </a:p>
          <a:p>
            <a:pPr algn="ctr"/>
            <a:r>
              <a:rPr lang="en-PH" sz="1600" dirty="0" err="1">
                <a:latin typeface="Century Gothic" panose="020B0502020202020204" pitchFamily="34" charset="0"/>
              </a:rPr>
              <a:t>Bevian</a:t>
            </a:r>
            <a:r>
              <a:rPr lang="en-PH" sz="1600" dirty="0">
                <a:latin typeface="Century Gothic" panose="020B0502020202020204" pitchFamily="34" charset="0"/>
              </a:rPr>
              <a:t> </a:t>
            </a:r>
            <a:r>
              <a:rPr lang="en-PH" sz="1600" dirty="0" err="1">
                <a:latin typeface="Century Gothic" panose="020B0502020202020204" pitchFamily="34" charset="0"/>
              </a:rPr>
              <a:t>Villantes</a:t>
            </a:r>
            <a:endParaRPr lang="en-PH" sz="1600" dirty="0">
              <a:latin typeface="Century Gothic" panose="020B0502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a:extLst>
            <a:ext uri="{FF2B5EF4-FFF2-40B4-BE49-F238E27FC236}">
              <a16:creationId xmlns:a16="http://schemas.microsoft.com/office/drawing/2014/main" id="{AA1ACB47-4729-AEB0-E2DD-328F0C943A5E}"/>
            </a:ext>
          </a:extLst>
        </p:cNvPr>
        <p:cNvGrpSpPr/>
        <p:nvPr/>
      </p:nvGrpSpPr>
      <p:grpSpPr>
        <a:xfrm>
          <a:off x="0" y="0"/>
          <a:ext cx="0" cy="0"/>
          <a:chOff x="0" y="0"/>
          <a:chExt cx="0" cy="0"/>
        </a:xfrm>
      </p:grpSpPr>
      <p:pic>
        <p:nvPicPr>
          <p:cNvPr id="56" name="Google Shape;124;p27">
            <a:extLst>
              <a:ext uri="{FF2B5EF4-FFF2-40B4-BE49-F238E27FC236}">
                <a16:creationId xmlns:a16="http://schemas.microsoft.com/office/drawing/2014/main" id="{1678E98E-B9E8-7100-6551-CC1565C50C13}"/>
              </a:ext>
            </a:extLst>
          </p:cNvPr>
          <p:cNvPicPr/>
          <p:nvPr/>
        </p:nvPicPr>
        <p:blipFill>
          <a:blip r:embed="rId2"/>
          <a:stretch/>
        </p:blipFill>
        <p:spPr>
          <a:xfrm>
            <a:off x="5625720" y="180"/>
            <a:ext cx="3518280" cy="5143320"/>
          </a:xfrm>
          <a:prstGeom prst="rect">
            <a:avLst/>
          </a:prstGeom>
          <a:noFill/>
          <a:ln w="0">
            <a:noFill/>
          </a:ln>
        </p:spPr>
      </p:pic>
      <p:sp>
        <p:nvSpPr>
          <p:cNvPr id="4" name="Title 3">
            <a:extLst>
              <a:ext uri="{FF2B5EF4-FFF2-40B4-BE49-F238E27FC236}">
                <a16:creationId xmlns:a16="http://schemas.microsoft.com/office/drawing/2014/main" id="{54349780-A5CD-D54C-C5BF-7B33C035983A}"/>
              </a:ext>
            </a:extLst>
          </p:cNvPr>
          <p:cNvSpPr>
            <a:spLocks noGrp="1"/>
          </p:cNvSpPr>
          <p:nvPr>
            <p:ph type="title"/>
          </p:nvPr>
        </p:nvSpPr>
        <p:spPr>
          <a:xfrm>
            <a:off x="2012635" y="522511"/>
            <a:ext cx="2105602" cy="447227"/>
          </a:xfrm>
        </p:spPr>
        <p:txBody>
          <a:bodyPr/>
          <a:lstStyle/>
          <a:p>
            <a:r>
              <a:rPr lang="en-PH" sz="1600" b="1" dirty="0">
                <a:latin typeface="Century Gothic" panose="020B0502020202020204" pitchFamily="34" charset="0"/>
              </a:rPr>
              <a:t>OBJECTIVES:</a:t>
            </a:r>
          </a:p>
        </p:txBody>
      </p:sp>
      <p:sp>
        <p:nvSpPr>
          <p:cNvPr id="5" name="TextBox 4">
            <a:extLst>
              <a:ext uri="{FF2B5EF4-FFF2-40B4-BE49-F238E27FC236}">
                <a16:creationId xmlns:a16="http://schemas.microsoft.com/office/drawing/2014/main" id="{D106766C-C522-2911-C8F8-799F581C029E}"/>
              </a:ext>
            </a:extLst>
          </p:cNvPr>
          <p:cNvSpPr txBox="1"/>
          <p:nvPr/>
        </p:nvSpPr>
        <p:spPr>
          <a:xfrm>
            <a:off x="508763" y="1141279"/>
            <a:ext cx="4338244" cy="2893100"/>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latin typeface="Century Gothic" panose="020B0502020202020204" pitchFamily="34" charset="0"/>
              </a:rPr>
              <a:t>Understand the importance of project scheduling and resource planning in project success. </a:t>
            </a:r>
          </a:p>
          <a:p>
            <a:pPr marL="285750" indent="-285750" algn="just">
              <a:buFont typeface="Arial" panose="020B0604020202020204" pitchFamily="34" charset="0"/>
              <a:buChar char="•"/>
            </a:pPr>
            <a:endParaRPr lang="en-US" sz="1400" dirty="0">
              <a:latin typeface="Century Gothic" panose="020B0502020202020204" pitchFamily="34" charset="0"/>
            </a:endParaRPr>
          </a:p>
          <a:p>
            <a:pPr marL="285750" indent="-285750" algn="just">
              <a:buFont typeface="Arial" panose="020B0604020202020204" pitchFamily="34" charset="0"/>
              <a:buChar char="•"/>
            </a:pPr>
            <a:r>
              <a:rPr lang="en-US" sz="1400" dirty="0">
                <a:latin typeface="Century Gothic" panose="020B0502020202020204" pitchFamily="34" charset="0"/>
              </a:rPr>
              <a:t>Define the key aspects of project scheduling and resource planning.</a:t>
            </a:r>
          </a:p>
          <a:p>
            <a:pPr marL="285750" indent="-285750" algn="just">
              <a:buFont typeface="Arial" panose="020B0604020202020204" pitchFamily="34" charset="0"/>
              <a:buChar char="•"/>
            </a:pPr>
            <a:endParaRPr lang="en-US" sz="1400" dirty="0">
              <a:latin typeface="Century Gothic" panose="020B0502020202020204" pitchFamily="34" charset="0"/>
            </a:endParaRPr>
          </a:p>
          <a:p>
            <a:pPr marL="285750" indent="-285750" algn="just">
              <a:buFont typeface="Arial" panose="020B0604020202020204" pitchFamily="34" charset="0"/>
              <a:buChar char="•"/>
            </a:pPr>
            <a:r>
              <a:rPr lang="en-US" sz="1400" dirty="0">
                <a:latin typeface="Century Gothic" panose="020B0502020202020204" pitchFamily="34" charset="0"/>
              </a:rPr>
              <a:t>Describe how resources are planned, allocated, and managed in a project.</a:t>
            </a:r>
          </a:p>
          <a:p>
            <a:pPr marL="285750" indent="-285750" algn="just">
              <a:buFont typeface="Arial" panose="020B0604020202020204" pitchFamily="34" charset="0"/>
              <a:buChar char="•"/>
            </a:pPr>
            <a:endParaRPr lang="en-US" sz="1400" dirty="0">
              <a:latin typeface="Century Gothic" panose="020B0502020202020204" pitchFamily="34" charset="0"/>
            </a:endParaRPr>
          </a:p>
          <a:p>
            <a:pPr marL="285750" indent="-285750" algn="just">
              <a:buFont typeface="Arial" panose="020B0604020202020204" pitchFamily="34" charset="0"/>
              <a:buChar char="•"/>
            </a:pPr>
            <a:r>
              <a:rPr lang="en-US" sz="1400" dirty="0">
                <a:latin typeface="Century Gothic" panose="020B0502020202020204" pitchFamily="34" charset="0"/>
              </a:rPr>
              <a:t>Realize the impact of good scheduling and resource planning on timely delivery, budget control, quality, and stakeholder satisfaction.</a:t>
            </a:r>
          </a:p>
        </p:txBody>
      </p:sp>
    </p:spTree>
    <p:extLst>
      <p:ext uri="{BB962C8B-B14F-4D97-AF65-F5344CB8AC3E}">
        <p14:creationId xmlns:p14="http://schemas.microsoft.com/office/powerpoint/2010/main" val="138615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1000" fill="hold"/>
                                        <p:tgtEl>
                                          <p:spTgt spid="56"/>
                                        </p:tgtEl>
                                        <p:attrNameLst>
                                          <p:attrName>ppt_x</p:attrName>
                                        </p:attrNameLst>
                                      </p:cBhvr>
                                      <p:tavLst>
                                        <p:tav tm="0">
                                          <p:val>
                                            <p:strVal val="0-#ppt_w/2"/>
                                          </p:val>
                                        </p:tav>
                                        <p:tav tm="100000">
                                          <p:val>
                                            <p:strVal val="#ppt_x"/>
                                          </p:val>
                                        </p:tav>
                                      </p:tavLst>
                                    </p:anim>
                                    <p:anim calcmode="lin" valueType="num">
                                      <p:cBhvr additive="base">
                                        <p:cTn id="8" dur="10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0-#ppt_w/2"/>
                                          </p:val>
                                        </p:tav>
                                        <p:tav tm="100000">
                                          <p:val>
                                            <p:strVal val="#ppt_x"/>
                                          </p:val>
                                        </p:tav>
                                      </p:tavLst>
                                    </p:anim>
                                    <p:anim calcmode="lin" valueType="num">
                                      <p:cBhvr additive="base">
                                        <p:cTn id="14" dur="1000" fill="hold"/>
                                        <p:tgtEl>
                                          <p:spTgt spid="4"/>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1000" fill="hold"/>
                                        <p:tgtEl>
                                          <p:spTgt spid="5"/>
                                        </p:tgtEl>
                                        <p:attrNameLst>
                                          <p:attrName>ppt_x</p:attrName>
                                        </p:attrNameLst>
                                      </p:cBhvr>
                                      <p:tavLst>
                                        <p:tav tm="0">
                                          <p:val>
                                            <p:strVal val="0-#ppt_w/2"/>
                                          </p:val>
                                        </p:tav>
                                        <p:tav tm="100000">
                                          <p:val>
                                            <p:strVal val="#ppt_x"/>
                                          </p:val>
                                        </p:tav>
                                      </p:tavLst>
                                    </p:anim>
                                    <p:anim calcmode="lin" valueType="num">
                                      <p:cBhvr additive="base">
                                        <p:cTn id="1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p:cNvGrpSpPr/>
        <p:nvPr/>
      </p:nvGrpSpPr>
      <p:grpSpPr>
        <a:xfrm>
          <a:off x="0" y="0"/>
          <a:ext cx="0" cy="0"/>
          <a:chOff x="0" y="0"/>
          <a:chExt cx="0" cy="0"/>
        </a:xfrm>
      </p:grpSpPr>
      <p:pic>
        <p:nvPicPr>
          <p:cNvPr id="59" name="Google Shape;169;p31"/>
          <p:cNvPicPr/>
          <p:nvPr/>
        </p:nvPicPr>
        <p:blipFill>
          <a:blip r:embed="rId2"/>
          <a:srcRect l="1285" r="1285"/>
          <a:stretch/>
        </p:blipFill>
        <p:spPr>
          <a:xfrm>
            <a:off x="0" y="0"/>
            <a:ext cx="3427920" cy="5143320"/>
          </a:xfrm>
          <a:prstGeom prst="rect">
            <a:avLst/>
          </a:prstGeom>
          <a:noFill/>
          <a:ln w="0">
            <a:noFill/>
          </a:ln>
        </p:spPr>
      </p:pic>
      <p:sp>
        <p:nvSpPr>
          <p:cNvPr id="60" name="PlaceHolder 1"/>
          <p:cNvSpPr>
            <a:spLocks noGrp="1"/>
          </p:cNvSpPr>
          <p:nvPr>
            <p:ph type="title"/>
          </p:nvPr>
        </p:nvSpPr>
        <p:spPr>
          <a:xfrm>
            <a:off x="3898837" y="605012"/>
            <a:ext cx="4585146" cy="1663791"/>
          </a:xfrm>
          <a:prstGeom prst="rect">
            <a:avLst/>
          </a:prstGeom>
          <a:noFill/>
          <a:ln w="0">
            <a:noFill/>
          </a:ln>
        </p:spPr>
        <p:txBody>
          <a:bodyPr lIns="91440" tIns="91440" rIns="91440" bIns="91440" anchor="b">
            <a:normAutofit fontScale="90000"/>
          </a:bodyPr>
          <a:lstStyle/>
          <a:p>
            <a:pPr>
              <a:lnSpc>
                <a:spcPct val="120000"/>
              </a:lnSpc>
              <a:tabLst>
                <a:tab pos="0" algn="l"/>
              </a:tabLst>
            </a:pPr>
            <a:br>
              <a:rPr lang="en-US" sz="3200" b="1" dirty="0">
                <a:latin typeface="Century Gothic" panose="020B0502020202020204" pitchFamily="34" charset="0"/>
              </a:rPr>
            </a:br>
            <a:br>
              <a:rPr lang="en-US" sz="3200" b="1" dirty="0">
                <a:latin typeface="Century Gothic" panose="020B0502020202020204" pitchFamily="34" charset="0"/>
              </a:rPr>
            </a:br>
            <a:r>
              <a:rPr lang="en-US" sz="3200" b="1" dirty="0">
                <a:latin typeface="Century Gothic" panose="020B0502020202020204" pitchFamily="34" charset="0"/>
              </a:rPr>
              <a:t>Why we study Project Scheduling and Resource Planning?</a:t>
            </a:r>
            <a:endParaRPr lang="fr-FR" sz="3200" b="1" u="none" strike="noStrike" dirty="0">
              <a:solidFill>
                <a:schemeClr val="dk1"/>
              </a:solidFill>
              <a:effectLst/>
              <a:uFillTx/>
              <a:latin typeface="Century Gothic" panose="020B0502020202020204" pitchFamily="34" charset="0"/>
            </a:endParaRPr>
          </a:p>
        </p:txBody>
      </p:sp>
      <p:sp>
        <p:nvSpPr>
          <p:cNvPr id="61" name="PlaceHolder 2"/>
          <p:cNvSpPr>
            <a:spLocks noGrp="1"/>
          </p:cNvSpPr>
          <p:nvPr>
            <p:ph/>
          </p:nvPr>
        </p:nvSpPr>
        <p:spPr>
          <a:xfrm>
            <a:off x="3940087" y="2413190"/>
            <a:ext cx="4688273" cy="2103808"/>
          </a:xfrm>
          <a:prstGeom prst="rect">
            <a:avLst/>
          </a:prstGeom>
          <a:noFill/>
          <a:ln w="0">
            <a:noFill/>
          </a:ln>
        </p:spPr>
        <p:txBody>
          <a:bodyPr lIns="91440" tIns="91440" rIns="91440" bIns="91440" anchor="t">
            <a:normAutofit fontScale="32500" lnSpcReduction="20000"/>
          </a:bodyPr>
          <a:lstStyle/>
          <a:p>
            <a:pPr algn="just">
              <a:lnSpc>
                <a:spcPct val="120000"/>
              </a:lnSpc>
              <a:tabLst>
                <a:tab pos="0" algn="l"/>
              </a:tabLst>
            </a:pPr>
            <a:r>
              <a:rPr lang="en-US" dirty="0">
                <a:latin typeface="Century Gothic" panose="020B0502020202020204" pitchFamily="34" charset="0"/>
              </a:rPr>
              <a:t>Project scheduling and resource planning are critical components of project management, ensuring projects are completed on time, within budget, and to the required quality. Effective scheduling and resource allocation enable project managers to optimize resource utilization, minimize delays, and manage project risks.</a:t>
            </a:r>
            <a:endParaRPr lang="fr-FR" sz="1400" b="0" u="none" strike="noStrike" dirty="0">
              <a:solidFill>
                <a:srgbClr val="000000"/>
              </a:solidFill>
              <a:effectLst/>
              <a:uFillTx/>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1000" fill="hold"/>
                                        <p:tgtEl>
                                          <p:spTgt spid="59"/>
                                        </p:tgtEl>
                                        <p:attrNameLst>
                                          <p:attrName>ppt_x</p:attrName>
                                        </p:attrNameLst>
                                      </p:cBhvr>
                                      <p:tavLst>
                                        <p:tav tm="0">
                                          <p:val>
                                            <p:strVal val="1+#ppt_w/2"/>
                                          </p:val>
                                        </p:tav>
                                        <p:tav tm="100000">
                                          <p:val>
                                            <p:strVal val="#ppt_x"/>
                                          </p:val>
                                        </p:tav>
                                      </p:tavLst>
                                    </p:anim>
                                    <p:anim calcmode="lin" valueType="num">
                                      <p:cBhvr additive="base">
                                        <p:cTn id="8" dur="10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60"/>
                                        </p:tgtEl>
                                        <p:attrNameLst>
                                          <p:attrName>style.visibility</p:attrName>
                                        </p:attrNameLst>
                                      </p:cBhvr>
                                      <p:to>
                                        <p:strVal val="visible"/>
                                      </p:to>
                                    </p:set>
                                    <p:anim calcmode="lin" valueType="num">
                                      <p:cBhvr additive="base">
                                        <p:cTn id="13" dur="1000" fill="hold"/>
                                        <p:tgtEl>
                                          <p:spTgt spid="60"/>
                                        </p:tgtEl>
                                        <p:attrNameLst>
                                          <p:attrName>ppt_x</p:attrName>
                                        </p:attrNameLst>
                                      </p:cBhvr>
                                      <p:tavLst>
                                        <p:tav tm="0">
                                          <p:val>
                                            <p:strVal val="#ppt_x"/>
                                          </p:val>
                                        </p:tav>
                                        <p:tav tm="100000">
                                          <p:val>
                                            <p:strVal val="#ppt_x"/>
                                          </p:val>
                                        </p:tav>
                                      </p:tavLst>
                                    </p:anim>
                                    <p:anim calcmode="lin" valueType="num">
                                      <p:cBhvr additive="base">
                                        <p:cTn id="14" dur="1000" fill="hold"/>
                                        <p:tgtEl>
                                          <p:spTgt spid="60"/>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61">
                                            <p:txEl>
                                              <p:pRg st="0" end="0"/>
                                            </p:txEl>
                                          </p:spTgt>
                                        </p:tgtEl>
                                        <p:attrNameLst>
                                          <p:attrName>style.visibility</p:attrName>
                                        </p:attrNameLst>
                                      </p:cBhvr>
                                      <p:to>
                                        <p:strVal val="visible"/>
                                      </p:to>
                                    </p:set>
                                    <p:anim calcmode="lin" valueType="num">
                                      <p:cBhvr additive="base">
                                        <p:cTn id="19" dur="1000" fill="hold"/>
                                        <p:tgtEl>
                                          <p:spTgt spid="61">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61">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p:cNvGrpSpPr/>
        <p:nvPr/>
      </p:nvGrpSpPr>
      <p:grpSpPr>
        <a:xfrm>
          <a:off x="0" y="0"/>
          <a:ext cx="0" cy="0"/>
          <a:chOff x="0" y="0"/>
          <a:chExt cx="0" cy="0"/>
        </a:xfrm>
      </p:grpSpPr>
      <p:pic>
        <p:nvPicPr>
          <p:cNvPr id="62" name="Google Shape;169;p31"/>
          <p:cNvPicPr/>
          <p:nvPr/>
        </p:nvPicPr>
        <p:blipFill>
          <a:blip r:embed="rId2"/>
          <a:srcRect l="1285" r="1285"/>
          <a:stretch/>
        </p:blipFill>
        <p:spPr>
          <a:xfrm>
            <a:off x="0" y="180"/>
            <a:ext cx="3427920" cy="5143320"/>
          </a:xfrm>
          <a:prstGeom prst="rect">
            <a:avLst/>
          </a:prstGeom>
          <a:noFill/>
          <a:ln w="0">
            <a:noFill/>
          </a:ln>
        </p:spPr>
      </p:pic>
      <p:sp>
        <p:nvSpPr>
          <p:cNvPr id="63" name="PlaceHolder 1"/>
          <p:cNvSpPr>
            <a:spLocks noGrp="1"/>
          </p:cNvSpPr>
          <p:nvPr>
            <p:ph type="title"/>
          </p:nvPr>
        </p:nvSpPr>
        <p:spPr>
          <a:xfrm>
            <a:off x="4215094" y="1416288"/>
            <a:ext cx="5018281" cy="845215"/>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3600" b="1" u="none" strike="noStrike" dirty="0">
                <a:solidFill>
                  <a:srgbClr val="000000"/>
                </a:solidFill>
                <a:effectLst/>
                <a:uFillTx/>
                <a:latin typeface="Century Gothic" panose="020B0502020202020204" pitchFamily="34" charset="0"/>
                <a:ea typeface="Pinyon Script"/>
              </a:rPr>
              <a:t>Project Scheduling</a:t>
            </a:r>
            <a:endParaRPr lang="fr-FR" sz="3600" b="1" u="none" strike="noStrike" dirty="0">
              <a:solidFill>
                <a:schemeClr val="dk1"/>
              </a:solidFill>
              <a:effectLst/>
              <a:uFillTx/>
              <a:latin typeface="Century Gothic" panose="020B0502020202020204" pitchFamily="34" charset="0"/>
            </a:endParaRPr>
          </a:p>
        </p:txBody>
      </p:sp>
      <p:sp>
        <p:nvSpPr>
          <p:cNvPr id="2" name="TextBox 1">
            <a:extLst>
              <a:ext uri="{FF2B5EF4-FFF2-40B4-BE49-F238E27FC236}">
                <a16:creationId xmlns:a16="http://schemas.microsoft.com/office/drawing/2014/main" id="{DAF3A65C-6B52-8DE7-6C83-42F6EB3162A8}"/>
              </a:ext>
            </a:extLst>
          </p:cNvPr>
          <p:cNvSpPr txBox="1"/>
          <p:nvPr/>
        </p:nvSpPr>
        <p:spPr>
          <a:xfrm>
            <a:off x="4070111" y="2378816"/>
            <a:ext cx="4867629" cy="1169551"/>
          </a:xfrm>
          <a:prstGeom prst="rect">
            <a:avLst/>
          </a:prstGeom>
          <a:noFill/>
        </p:spPr>
        <p:txBody>
          <a:bodyPr wrap="square" rtlCol="0">
            <a:spAutoFit/>
          </a:bodyPr>
          <a:lstStyle/>
          <a:p>
            <a:pPr algn="just"/>
            <a:r>
              <a:rPr lang="en-US" sz="1400" dirty="0">
                <a:latin typeface="Century Gothic" panose="020B0502020202020204" pitchFamily="34" charset="0"/>
              </a:rPr>
              <a:t>Project scheduling involves creating a detailed plan that outlines the sequence of activities, their start and end dates, the resources required, and the critical path. The goal is to establish a realistic timeline for project completion.</a:t>
            </a:r>
            <a:endParaRPr lang="en-PH" sz="1400" dirty="0">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1000" fill="hold"/>
                                        <p:tgtEl>
                                          <p:spTgt spid="62"/>
                                        </p:tgtEl>
                                        <p:attrNameLst>
                                          <p:attrName>ppt_x</p:attrName>
                                        </p:attrNameLst>
                                      </p:cBhvr>
                                      <p:tavLst>
                                        <p:tav tm="0">
                                          <p:val>
                                            <p:strVal val="1+#ppt_w/2"/>
                                          </p:val>
                                        </p:tav>
                                        <p:tav tm="100000">
                                          <p:val>
                                            <p:strVal val="#ppt_x"/>
                                          </p:val>
                                        </p:tav>
                                      </p:tavLst>
                                    </p:anim>
                                    <p:anim calcmode="lin" valueType="num">
                                      <p:cBhvr additive="base">
                                        <p:cTn id="8" dur="1000" fill="hold"/>
                                        <p:tgtEl>
                                          <p:spTgt spid="6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1000"/>
                                        <p:tgtEl>
                                          <p:spTgt spid="63"/>
                                        </p:tgtEl>
                                      </p:cBhvr>
                                    </p:animEffect>
                                    <p:anim calcmode="lin" valueType="num">
                                      <p:cBhvr>
                                        <p:cTn id="14" dur="1000" fill="hold"/>
                                        <p:tgtEl>
                                          <p:spTgt spid="63"/>
                                        </p:tgtEl>
                                        <p:attrNameLst>
                                          <p:attrName>ppt_x</p:attrName>
                                        </p:attrNameLst>
                                      </p:cBhvr>
                                      <p:tavLst>
                                        <p:tav tm="0">
                                          <p:val>
                                            <p:strVal val="#ppt_x"/>
                                          </p:val>
                                        </p:tav>
                                        <p:tav tm="100000">
                                          <p:val>
                                            <p:strVal val="#ppt_x"/>
                                          </p:val>
                                        </p:tav>
                                      </p:tavLst>
                                    </p:anim>
                                    <p:anim calcmode="lin" valueType="num">
                                      <p:cBhvr>
                                        <p:cTn id="15"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3B2EE30B-A7E3-7BAC-5ABA-239C62AAA9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CAAA43-1B11-74B6-97A2-58ED831C2EAB}"/>
              </a:ext>
            </a:extLst>
          </p:cNvPr>
          <p:cNvSpPr>
            <a:spLocks noGrp="1"/>
          </p:cNvSpPr>
          <p:nvPr>
            <p:ph type="title"/>
          </p:nvPr>
        </p:nvSpPr>
        <p:spPr/>
        <p:txBody>
          <a:bodyPr/>
          <a:lstStyle/>
          <a:p>
            <a:endParaRPr lang="en-PH" dirty="0"/>
          </a:p>
        </p:txBody>
      </p:sp>
      <p:pic>
        <p:nvPicPr>
          <p:cNvPr id="1026" name="Picture 2">
            <a:extLst>
              <a:ext uri="{FF2B5EF4-FFF2-40B4-BE49-F238E27FC236}">
                <a16:creationId xmlns:a16="http://schemas.microsoft.com/office/drawing/2014/main" id="{D98579AE-C8E7-FDFE-B358-48956DCD4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95014"/>
            <a:ext cx="9144000" cy="5638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695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CC5D1D03-CDB7-4795-8B3D-4160CC884609}"/>
            </a:ext>
          </a:extLst>
        </p:cNvPr>
        <p:cNvGrpSpPr/>
        <p:nvPr/>
      </p:nvGrpSpPr>
      <p:grpSpPr>
        <a:xfrm>
          <a:off x="0" y="0"/>
          <a:ext cx="0" cy="0"/>
          <a:chOff x="0" y="0"/>
          <a:chExt cx="0" cy="0"/>
        </a:xfrm>
      </p:grpSpPr>
      <p:pic>
        <p:nvPicPr>
          <p:cNvPr id="62" name="Google Shape;169;p31">
            <a:extLst>
              <a:ext uri="{FF2B5EF4-FFF2-40B4-BE49-F238E27FC236}">
                <a16:creationId xmlns:a16="http://schemas.microsoft.com/office/drawing/2014/main" id="{A21F6E5B-1D18-4ED1-1537-3FCF6462F815}"/>
              </a:ext>
            </a:extLst>
          </p:cNvPr>
          <p:cNvPicPr/>
          <p:nvPr/>
        </p:nvPicPr>
        <p:blipFill>
          <a:blip r:embed="rId2"/>
          <a:srcRect l="1285" r="1285"/>
          <a:stretch/>
        </p:blipFill>
        <p:spPr>
          <a:xfrm>
            <a:off x="0" y="0"/>
            <a:ext cx="3427920" cy="5143320"/>
          </a:xfrm>
          <a:prstGeom prst="rect">
            <a:avLst/>
          </a:prstGeom>
          <a:noFill/>
          <a:ln w="0">
            <a:noFill/>
          </a:ln>
        </p:spPr>
      </p:pic>
      <p:sp>
        <p:nvSpPr>
          <p:cNvPr id="63" name="PlaceHolder 1">
            <a:extLst>
              <a:ext uri="{FF2B5EF4-FFF2-40B4-BE49-F238E27FC236}">
                <a16:creationId xmlns:a16="http://schemas.microsoft.com/office/drawing/2014/main" id="{D27541EA-495C-6B3A-B3EC-90183DFA3DBF}"/>
              </a:ext>
            </a:extLst>
          </p:cNvPr>
          <p:cNvSpPr>
            <a:spLocks noGrp="1"/>
          </p:cNvSpPr>
          <p:nvPr>
            <p:ph type="title"/>
          </p:nvPr>
        </p:nvSpPr>
        <p:spPr>
          <a:xfrm>
            <a:off x="3692581" y="-116878"/>
            <a:ext cx="5320791" cy="660019"/>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2400" b="1" u="none" strike="noStrike" dirty="0">
                <a:solidFill>
                  <a:srgbClr val="000000"/>
                </a:solidFill>
                <a:effectLst/>
                <a:uFillTx/>
                <a:latin typeface="Century Gothic" panose="020B0502020202020204" pitchFamily="34" charset="0"/>
                <a:ea typeface="Pinyon Script"/>
              </a:rPr>
              <a:t>Key Aspects of Project Scheduling</a:t>
            </a:r>
            <a:endParaRPr lang="fr-FR" sz="2400" b="1" u="none" strike="noStrike" dirty="0">
              <a:solidFill>
                <a:schemeClr val="dk1"/>
              </a:solidFill>
              <a:effectLst/>
              <a:uFillTx/>
              <a:latin typeface="Century Gothic" panose="020B0502020202020204" pitchFamily="34" charset="0"/>
            </a:endParaRPr>
          </a:p>
        </p:txBody>
      </p:sp>
      <p:graphicFrame>
        <p:nvGraphicFramePr>
          <p:cNvPr id="5" name="Diagram 4">
            <a:extLst>
              <a:ext uri="{FF2B5EF4-FFF2-40B4-BE49-F238E27FC236}">
                <a16:creationId xmlns:a16="http://schemas.microsoft.com/office/drawing/2014/main" id="{85AC546D-B90B-DD45-539F-8F418C3C1A0C}"/>
              </a:ext>
            </a:extLst>
          </p:cNvPr>
          <p:cNvGraphicFramePr/>
          <p:nvPr>
            <p:extLst>
              <p:ext uri="{D42A27DB-BD31-4B8C-83A1-F6EECF244321}">
                <p14:modId xmlns:p14="http://schemas.microsoft.com/office/powerpoint/2010/main" val="2526214164"/>
              </p:ext>
            </p:extLst>
          </p:nvPr>
        </p:nvGraphicFramePr>
        <p:xfrm>
          <a:off x="3898235" y="680641"/>
          <a:ext cx="4895134" cy="4290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806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1000" fill="hold"/>
                                        <p:tgtEl>
                                          <p:spTgt spid="62"/>
                                        </p:tgtEl>
                                        <p:attrNameLst>
                                          <p:attrName>ppt_x</p:attrName>
                                        </p:attrNameLst>
                                      </p:cBhvr>
                                      <p:tavLst>
                                        <p:tav tm="0">
                                          <p:val>
                                            <p:strVal val="0-#ppt_w/2"/>
                                          </p:val>
                                        </p:tav>
                                        <p:tav tm="100000">
                                          <p:val>
                                            <p:strVal val="#ppt_x"/>
                                          </p:val>
                                        </p:tav>
                                      </p:tavLst>
                                    </p:anim>
                                    <p:anim calcmode="lin" valueType="num">
                                      <p:cBhvr additive="base">
                                        <p:cTn id="8" dur="10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additive="base">
                                        <p:cTn id="13" dur="1000" fill="hold"/>
                                        <p:tgtEl>
                                          <p:spTgt spid="63"/>
                                        </p:tgtEl>
                                        <p:attrNameLst>
                                          <p:attrName>ppt_x</p:attrName>
                                        </p:attrNameLst>
                                      </p:cBhvr>
                                      <p:tavLst>
                                        <p:tav tm="0">
                                          <p:val>
                                            <p:strVal val="0-#ppt_w/2"/>
                                          </p:val>
                                        </p:tav>
                                        <p:tav tm="100000">
                                          <p:val>
                                            <p:strVal val="#ppt_x"/>
                                          </p:val>
                                        </p:tav>
                                      </p:tavLst>
                                    </p:anim>
                                    <p:anim calcmode="lin" valueType="num">
                                      <p:cBhvr additive="base">
                                        <p:cTn id="14" dur="1000" fill="hold"/>
                                        <p:tgtEl>
                                          <p:spTgt spid="6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graphicEl>
                                              <a:dgm id="{55FCB8B3-92E4-404C-A947-B0BB0EAC7319}"/>
                                            </p:graphicEl>
                                          </p:spTgt>
                                        </p:tgtEl>
                                        <p:attrNameLst>
                                          <p:attrName>style.visibility</p:attrName>
                                        </p:attrNameLst>
                                      </p:cBhvr>
                                      <p:to>
                                        <p:strVal val="visible"/>
                                      </p:to>
                                    </p:set>
                                    <p:anim calcmode="lin" valueType="num">
                                      <p:cBhvr>
                                        <p:cTn id="19" dur="750" fill="hold"/>
                                        <p:tgtEl>
                                          <p:spTgt spid="5">
                                            <p:graphicEl>
                                              <a:dgm id="{55FCB8B3-92E4-404C-A947-B0BB0EAC7319}"/>
                                            </p:graphicEl>
                                          </p:spTgt>
                                        </p:tgtEl>
                                        <p:attrNameLst>
                                          <p:attrName>ppt_w</p:attrName>
                                        </p:attrNameLst>
                                      </p:cBhvr>
                                      <p:tavLst>
                                        <p:tav tm="0">
                                          <p:val>
                                            <p:fltVal val="0"/>
                                          </p:val>
                                        </p:tav>
                                        <p:tav tm="100000">
                                          <p:val>
                                            <p:strVal val="#ppt_w"/>
                                          </p:val>
                                        </p:tav>
                                      </p:tavLst>
                                    </p:anim>
                                    <p:anim calcmode="lin" valueType="num">
                                      <p:cBhvr>
                                        <p:cTn id="20" dur="750" fill="hold"/>
                                        <p:tgtEl>
                                          <p:spTgt spid="5">
                                            <p:graphicEl>
                                              <a:dgm id="{55FCB8B3-92E4-404C-A947-B0BB0EAC7319}"/>
                                            </p:graphicEl>
                                          </p:spTgt>
                                        </p:tgtEl>
                                        <p:attrNameLst>
                                          <p:attrName>ppt_h</p:attrName>
                                        </p:attrNameLst>
                                      </p:cBhvr>
                                      <p:tavLst>
                                        <p:tav tm="0">
                                          <p:val>
                                            <p:fltVal val="0"/>
                                          </p:val>
                                        </p:tav>
                                        <p:tav tm="100000">
                                          <p:val>
                                            <p:strVal val="#ppt_h"/>
                                          </p:val>
                                        </p:tav>
                                      </p:tavLst>
                                    </p:anim>
                                    <p:animEffect transition="in" filter="fade">
                                      <p:cBhvr>
                                        <p:cTn id="21" dur="750"/>
                                        <p:tgtEl>
                                          <p:spTgt spid="5">
                                            <p:graphicEl>
                                              <a:dgm id="{55FCB8B3-92E4-404C-A947-B0BB0EAC7319}"/>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
                                            <p:graphicEl>
                                              <a:dgm id="{54FB34C4-53A3-4910-9824-C68E91F02C22}"/>
                                            </p:graphicEl>
                                          </p:spTgt>
                                        </p:tgtEl>
                                        <p:attrNameLst>
                                          <p:attrName>style.visibility</p:attrName>
                                        </p:attrNameLst>
                                      </p:cBhvr>
                                      <p:to>
                                        <p:strVal val="visible"/>
                                      </p:to>
                                    </p:set>
                                    <p:anim calcmode="lin" valueType="num">
                                      <p:cBhvr>
                                        <p:cTn id="26" dur="750" fill="hold"/>
                                        <p:tgtEl>
                                          <p:spTgt spid="5">
                                            <p:graphicEl>
                                              <a:dgm id="{54FB34C4-53A3-4910-9824-C68E91F02C22}"/>
                                            </p:graphicEl>
                                          </p:spTgt>
                                        </p:tgtEl>
                                        <p:attrNameLst>
                                          <p:attrName>ppt_w</p:attrName>
                                        </p:attrNameLst>
                                      </p:cBhvr>
                                      <p:tavLst>
                                        <p:tav tm="0">
                                          <p:val>
                                            <p:fltVal val="0"/>
                                          </p:val>
                                        </p:tav>
                                        <p:tav tm="100000">
                                          <p:val>
                                            <p:strVal val="#ppt_w"/>
                                          </p:val>
                                        </p:tav>
                                      </p:tavLst>
                                    </p:anim>
                                    <p:anim calcmode="lin" valueType="num">
                                      <p:cBhvr>
                                        <p:cTn id="27" dur="750" fill="hold"/>
                                        <p:tgtEl>
                                          <p:spTgt spid="5">
                                            <p:graphicEl>
                                              <a:dgm id="{54FB34C4-53A3-4910-9824-C68E91F02C22}"/>
                                            </p:graphicEl>
                                          </p:spTgt>
                                        </p:tgtEl>
                                        <p:attrNameLst>
                                          <p:attrName>ppt_h</p:attrName>
                                        </p:attrNameLst>
                                      </p:cBhvr>
                                      <p:tavLst>
                                        <p:tav tm="0">
                                          <p:val>
                                            <p:fltVal val="0"/>
                                          </p:val>
                                        </p:tav>
                                        <p:tav tm="100000">
                                          <p:val>
                                            <p:strVal val="#ppt_h"/>
                                          </p:val>
                                        </p:tav>
                                      </p:tavLst>
                                    </p:anim>
                                    <p:animEffect transition="in" filter="fade">
                                      <p:cBhvr>
                                        <p:cTn id="28" dur="750"/>
                                        <p:tgtEl>
                                          <p:spTgt spid="5">
                                            <p:graphicEl>
                                              <a:dgm id="{54FB34C4-53A3-4910-9824-C68E91F02C22}"/>
                                            </p:graphicEl>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5">
                                            <p:graphicEl>
                                              <a:dgm id="{E8E09E30-4ED8-4E9D-B10B-AD1623E0A4C0}"/>
                                            </p:graphicEl>
                                          </p:spTgt>
                                        </p:tgtEl>
                                        <p:attrNameLst>
                                          <p:attrName>style.visibility</p:attrName>
                                        </p:attrNameLst>
                                      </p:cBhvr>
                                      <p:to>
                                        <p:strVal val="visible"/>
                                      </p:to>
                                    </p:set>
                                    <p:anim calcmode="lin" valueType="num">
                                      <p:cBhvr>
                                        <p:cTn id="31" dur="750" fill="hold"/>
                                        <p:tgtEl>
                                          <p:spTgt spid="5">
                                            <p:graphicEl>
                                              <a:dgm id="{E8E09E30-4ED8-4E9D-B10B-AD1623E0A4C0}"/>
                                            </p:graphicEl>
                                          </p:spTgt>
                                        </p:tgtEl>
                                        <p:attrNameLst>
                                          <p:attrName>ppt_w</p:attrName>
                                        </p:attrNameLst>
                                      </p:cBhvr>
                                      <p:tavLst>
                                        <p:tav tm="0">
                                          <p:val>
                                            <p:fltVal val="0"/>
                                          </p:val>
                                        </p:tav>
                                        <p:tav tm="100000">
                                          <p:val>
                                            <p:strVal val="#ppt_w"/>
                                          </p:val>
                                        </p:tav>
                                      </p:tavLst>
                                    </p:anim>
                                    <p:anim calcmode="lin" valueType="num">
                                      <p:cBhvr>
                                        <p:cTn id="32" dur="750" fill="hold"/>
                                        <p:tgtEl>
                                          <p:spTgt spid="5">
                                            <p:graphicEl>
                                              <a:dgm id="{E8E09E30-4ED8-4E9D-B10B-AD1623E0A4C0}"/>
                                            </p:graphicEl>
                                          </p:spTgt>
                                        </p:tgtEl>
                                        <p:attrNameLst>
                                          <p:attrName>ppt_h</p:attrName>
                                        </p:attrNameLst>
                                      </p:cBhvr>
                                      <p:tavLst>
                                        <p:tav tm="0">
                                          <p:val>
                                            <p:fltVal val="0"/>
                                          </p:val>
                                        </p:tav>
                                        <p:tav tm="100000">
                                          <p:val>
                                            <p:strVal val="#ppt_h"/>
                                          </p:val>
                                        </p:tav>
                                      </p:tavLst>
                                    </p:anim>
                                    <p:animEffect transition="in" filter="fade">
                                      <p:cBhvr>
                                        <p:cTn id="33" dur="750"/>
                                        <p:tgtEl>
                                          <p:spTgt spid="5">
                                            <p:graphicEl>
                                              <a:dgm id="{E8E09E30-4ED8-4E9D-B10B-AD1623E0A4C0}"/>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5">
                                            <p:graphicEl>
                                              <a:dgm id="{149CFA37-DE73-4C1A-8951-C1F9CE0C434A}"/>
                                            </p:graphicEl>
                                          </p:spTgt>
                                        </p:tgtEl>
                                        <p:attrNameLst>
                                          <p:attrName>style.visibility</p:attrName>
                                        </p:attrNameLst>
                                      </p:cBhvr>
                                      <p:to>
                                        <p:strVal val="visible"/>
                                      </p:to>
                                    </p:set>
                                    <p:anim calcmode="lin" valueType="num">
                                      <p:cBhvr>
                                        <p:cTn id="38" dur="750" fill="hold"/>
                                        <p:tgtEl>
                                          <p:spTgt spid="5">
                                            <p:graphicEl>
                                              <a:dgm id="{149CFA37-DE73-4C1A-8951-C1F9CE0C434A}"/>
                                            </p:graphicEl>
                                          </p:spTgt>
                                        </p:tgtEl>
                                        <p:attrNameLst>
                                          <p:attrName>ppt_w</p:attrName>
                                        </p:attrNameLst>
                                      </p:cBhvr>
                                      <p:tavLst>
                                        <p:tav tm="0">
                                          <p:val>
                                            <p:fltVal val="0"/>
                                          </p:val>
                                        </p:tav>
                                        <p:tav tm="100000">
                                          <p:val>
                                            <p:strVal val="#ppt_w"/>
                                          </p:val>
                                        </p:tav>
                                      </p:tavLst>
                                    </p:anim>
                                    <p:anim calcmode="lin" valueType="num">
                                      <p:cBhvr>
                                        <p:cTn id="39" dur="750" fill="hold"/>
                                        <p:tgtEl>
                                          <p:spTgt spid="5">
                                            <p:graphicEl>
                                              <a:dgm id="{149CFA37-DE73-4C1A-8951-C1F9CE0C434A}"/>
                                            </p:graphicEl>
                                          </p:spTgt>
                                        </p:tgtEl>
                                        <p:attrNameLst>
                                          <p:attrName>ppt_h</p:attrName>
                                        </p:attrNameLst>
                                      </p:cBhvr>
                                      <p:tavLst>
                                        <p:tav tm="0">
                                          <p:val>
                                            <p:fltVal val="0"/>
                                          </p:val>
                                        </p:tav>
                                        <p:tav tm="100000">
                                          <p:val>
                                            <p:strVal val="#ppt_h"/>
                                          </p:val>
                                        </p:tav>
                                      </p:tavLst>
                                    </p:anim>
                                    <p:animEffect transition="in" filter="fade">
                                      <p:cBhvr>
                                        <p:cTn id="40" dur="750"/>
                                        <p:tgtEl>
                                          <p:spTgt spid="5">
                                            <p:graphicEl>
                                              <a:dgm id="{149CFA37-DE73-4C1A-8951-C1F9CE0C434A}"/>
                                            </p:graphicEl>
                                          </p:spTgt>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5">
                                            <p:graphicEl>
                                              <a:dgm id="{DF5B3F96-C981-483B-8A43-17677BDC7956}"/>
                                            </p:graphicEl>
                                          </p:spTgt>
                                        </p:tgtEl>
                                        <p:attrNameLst>
                                          <p:attrName>style.visibility</p:attrName>
                                        </p:attrNameLst>
                                      </p:cBhvr>
                                      <p:to>
                                        <p:strVal val="visible"/>
                                      </p:to>
                                    </p:set>
                                    <p:anim calcmode="lin" valueType="num">
                                      <p:cBhvr>
                                        <p:cTn id="43" dur="750" fill="hold"/>
                                        <p:tgtEl>
                                          <p:spTgt spid="5">
                                            <p:graphicEl>
                                              <a:dgm id="{DF5B3F96-C981-483B-8A43-17677BDC7956}"/>
                                            </p:graphicEl>
                                          </p:spTgt>
                                        </p:tgtEl>
                                        <p:attrNameLst>
                                          <p:attrName>ppt_w</p:attrName>
                                        </p:attrNameLst>
                                      </p:cBhvr>
                                      <p:tavLst>
                                        <p:tav tm="0">
                                          <p:val>
                                            <p:fltVal val="0"/>
                                          </p:val>
                                        </p:tav>
                                        <p:tav tm="100000">
                                          <p:val>
                                            <p:strVal val="#ppt_w"/>
                                          </p:val>
                                        </p:tav>
                                      </p:tavLst>
                                    </p:anim>
                                    <p:anim calcmode="lin" valueType="num">
                                      <p:cBhvr>
                                        <p:cTn id="44" dur="750" fill="hold"/>
                                        <p:tgtEl>
                                          <p:spTgt spid="5">
                                            <p:graphicEl>
                                              <a:dgm id="{DF5B3F96-C981-483B-8A43-17677BDC7956}"/>
                                            </p:graphicEl>
                                          </p:spTgt>
                                        </p:tgtEl>
                                        <p:attrNameLst>
                                          <p:attrName>ppt_h</p:attrName>
                                        </p:attrNameLst>
                                      </p:cBhvr>
                                      <p:tavLst>
                                        <p:tav tm="0">
                                          <p:val>
                                            <p:fltVal val="0"/>
                                          </p:val>
                                        </p:tav>
                                        <p:tav tm="100000">
                                          <p:val>
                                            <p:strVal val="#ppt_h"/>
                                          </p:val>
                                        </p:tav>
                                      </p:tavLst>
                                    </p:anim>
                                    <p:animEffect transition="in" filter="fade">
                                      <p:cBhvr>
                                        <p:cTn id="45" dur="750"/>
                                        <p:tgtEl>
                                          <p:spTgt spid="5">
                                            <p:graphicEl>
                                              <a:dgm id="{DF5B3F96-C981-483B-8A43-17677BDC7956}"/>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5">
                                            <p:graphicEl>
                                              <a:dgm id="{48E0FC2C-AF49-4366-8412-AAD66908A27F}"/>
                                            </p:graphicEl>
                                          </p:spTgt>
                                        </p:tgtEl>
                                        <p:attrNameLst>
                                          <p:attrName>style.visibility</p:attrName>
                                        </p:attrNameLst>
                                      </p:cBhvr>
                                      <p:to>
                                        <p:strVal val="visible"/>
                                      </p:to>
                                    </p:set>
                                    <p:anim calcmode="lin" valueType="num">
                                      <p:cBhvr>
                                        <p:cTn id="50" dur="750" fill="hold"/>
                                        <p:tgtEl>
                                          <p:spTgt spid="5">
                                            <p:graphicEl>
                                              <a:dgm id="{48E0FC2C-AF49-4366-8412-AAD66908A27F}"/>
                                            </p:graphicEl>
                                          </p:spTgt>
                                        </p:tgtEl>
                                        <p:attrNameLst>
                                          <p:attrName>ppt_w</p:attrName>
                                        </p:attrNameLst>
                                      </p:cBhvr>
                                      <p:tavLst>
                                        <p:tav tm="0">
                                          <p:val>
                                            <p:fltVal val="0"/>
                                          </p:val>
                                        </p:tav>
                                        <p:tav tm="100000">
                                          <p:val>
                                            <p:strVal val="#ppt_w"/>
                                          </p:val>
                                        </p:tav>
                                      </p:tavLst>
                                    </p:anim>
                                    <p:anim calcmode="lin" valueType="num">
                                      <p:cBhvr>
                                        <p:cTn id="51" dur="750" fill="hold"/>
                                        <p:tgtEl>
                                          <p:spTgt spid="5">
                                            <p:graphicEl>
                                              <a:dgm id="{48E0FC2C-AF49-4366-8412-AAD66908A27F}"/>
                                            </p:graphicEl>
                                          </p:spTgt>
                                        </p:tgtEl>
                                        <p:attrNameLst>
                                          <p:attrName>ppt_h</p:attrName>
                                        </p:attrNameLst>
                                      </p:cBhvr>
                                      <p:tavLst>
                                        <p:tav tm="0">
                                          <p:val>
                                            <p:fltVal val="0"/>
                                          </p:val>
                                        </p:tav>
                                        <p:tav tm="100000">
                                          <p:val>
                                            <p:strVal val="#ppt_h"/>
                                          </p:val>
                                        </p:tav>
                                      </p:tavLst>
                                    </p:anim>
                                    <p:animEffect transition="in" filter="fade">
                                      <p:cBhvr>
                                        <p:cTn id="52" dur="750"/>
                                        <p:tgtEl>
                                          <p:spTgt spid="5">
                                            <p:graphicEl>
                                              <a:dgm id="{48E0FC2C-AF49-4366-8412-AAD66908A27F}"/>
                                            </p:graphicEl>
                                          </p:spTgt>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5">
                                            <p:graphicEl>
                                              <a:dgm id="{0CBE8408-AD81-4C6A-A41A-B44E2D087DA2}"/>
                                            </p:graphicEl>
                                          </p:spTgt>
                                        </p:tgtEl>
                                        <p:attrNameLst>
                                          <p:attrName>style.visibility</p:attrName>
                                        </p:attrNameLst>
                                      </p:cBhvr>
                                      <p:to>
                                        <p:strVal val="visible"/>
                                      </p:to>
                                    </p:set>
                                    <p:anim calcmode="lin" valueType="num">
                                      <p:cBhvr>
                                        <p:cTn id="55" dur="750" fill="hold"/>
                                        <p:tgtEl>
                                          <p:spTgt spid="5">
                                            <p:graphicEl>
                                              <a:dgm id="{0CBE8408-AD81-4C6A-A41A-B44E2D087DA2}"/>
                                            </p:graphicEl>
                                          </p:spTgt>
                                        </p:tgtEl>
                                        <p:attrNameLst>
                                          <p:attrName>ppt_w</p:attrName>
                                        </p:attrNameLst>
                                      </p:cBhvr>
                                      <p:tavLst>
                                        <p:tav tm="0">
                                          <p:val>
                                            <p:fltVal val="0"/>
                                          </p:val>
                                        </p:tav>
                                        <p:tav tm="100000">
                                          <p:val>
                                            <p:strVal val="#ppt_w"/>
                                          </p:val>
                                        </p:tav>
                                      </p:tavLst>
                                    </p:anim>
                                    <p:anim calcmode="lin" valueType="num">
                                      <p:cBhvr>
                                        <p:cTn id="56" dur="750" fill="hold"/>
                                        <p:tgtEl>
                                          <p:spTgt spid="5">
                                            <p:graphicEl>
                                              <a:dgm id="{0CBE8408-AD81-4C6A-A41A-B44E2D087DA2}"/>
                                            </p:graphicEl>
                                          </p:spTgt>
                                        </p:tgtEl>
                                        <p:attrNameLst>
                                          <p:attrName>ppt_h</p:attrName>
                                        </p:attrNameLst>
                                      </p:cBhvr>
                                      <p:tavLst>
                                        <p:tav tm="0">
                                          <p:val>
                                            <p:fltVal val="0"/>
                                          </p:val>
                                        </p:tav>
                                        <p:tav tm="100000">
                                          <p:val>
                                            <p:strVal val="#ppt_h"/>
                                          </p:val>
                                        </p:tav>
                                      </p:tavLst>
                                    </p:anim>
                                    <p:animEffect transition="in" filter="fade">
                                      <p:cBhvr>
                                        <p:cTn id="57" dur="750"/>
                                        <p:tgtEl>
                                          <p:spTgt spid="5">
                                            <p:graphicEl>
                                              <a:dgm id="{0CBE8408-AD81-4C6A-A41A-B44E2D087DA2}"/>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5">
                                            <p:graphicEl>
                                              <a:dgm id="{06469F8C-9A3D-42A8-9826-D77B6669B384}"/>
                                            </p:graphicEl>
                                          </p:spTgt>
                                        </p:tgtEl>
                                        <p:attrNameLst>
                                          <p:attrName>style.visibility</p:attrName>
                                        </p:attrNameLst>
                                      </p:cBhvr>
                                      <p:to>
                                        <p:strVal val="visible"/>
                                      </p:to>
                                    </p:set>
                                    <p:anim calcmode="lin" valueType="num">
                                      <p:cBhvr>
                                        <p:cTn id="62" dur="750" fill="hold"/>
                                        <p:tgtEl>
                                          <p:spTgt spid="5">
                                            <p:graphicEl>
                                              <a:dgm id="{06469F8C-9A3D-42A8-9826-D77B6669B384}"/>
                                            </p:graphicEl>
                                          </p:spTgt>
                                        </p:tgtEl>
                                        <p:attrNameLst>
                                          <p:attrName>ppt_w</p:attrName>
                                        </p:attrNameLst>
                                      </p:cBhvr>
                                      <p:tavLst>
                                        <p:tav tm="0">
                                          <p:val>
                                            <p:fltVal val="0"/>
                                          </p:val>
                                        </p:tav>
                                        <p:tav tm="100000">
                                          <p:val>
                                            <p:strVal val="#ppt_w"/>
                                          </p:val>
                                        </p:tav>
                                      </p:tavLst>
                                    </p:anim>
                                    <p:anim calcmode="lin" valueType="num">
                                      <p:cBhvr>
                                        <p:cTn id="63" dur="750" fill="hold"/>
                                        <p:tgtEl>
                                          <p:spTgt spid="5">
                                            <p:graphicEl>
                                              <a:dgm id="{06469F8C-9A3D-42A8-9826-D77B6669B384}"/>
                                            </p:graphicEl>
                                          </p:spTgt>
                                        </p:tgtEl>
                                        <p:attrNameLst>
                                          <p:attrName>ppt_h</p:attrName>
                                        </p:attrNameLst>
                                      </p:cBhvr>
                                      <p:tavLst>
                                        <p:tav tm="0">
                                          <p:val>
                                            <p:fltVal val="0"/>
                                          </p:val>
                                        </p:tav>
                                        <p:tav tm="100000">
                                          <p:val>
                                            <p:strVal val="#ppt_h"/>
                                          </p:val>
                                        </p:tav>
                                      </p:tavLst>
                                    </p:anim>
                                    <p:animEffect transition="in" filter="fade">
                                      <p:cBhvr>
                                        <p:cTn id="64" dur="750"/>
                                        <p:tgtEl>
                                          <p:spTgt spid="5">
                                            <p:graphicEl>
                                              <a:dgm id="{06469F8C-9A3D-42A8-9826-D77B6669B384}"/>
                                            </p:graphicEl>
                                          </p:spTgt>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5">
                                            <p:graphicEl>
                                              <a:dgm id="{3B358B73-60DD-4155-8181-7BC265B76254}"/>
                                            </p:graphicEl>
                                          </p:spTgt>
                                        </p:tgtEl>
                                        <p:attrNameLst>
                                          <p:attrName>style.visibility</p:attrName>
                                        </p:attrNameLst>
                                      </p:cBhvr>
                                      <p:to>
                                        <p:strVal val="visible"/>
                                      </p:to>
                                    </p:set>
                                    <p:anim calcmode="lin" valueType="num">
                                      <p:cBhvr>
                                        <p:cTn id="67" dur="750" fill="hold"/>
                                        <p:tgtEl>
                                          <p:spTgt spid="5">
                                            <p:graphicEl>
                                              <a:dgm id="{3B358B73-60DD-4155-8181-7BC265B76254}"/>
                                            </p:graphicEl>
                                          </p:spTgt>
                                        </p:tgtEl>
                                        <p:attrNameLst>
                                          <p:attrName>ppt_w</p:attrName>
                                        </p:attrNameLst>
                                      </p:cBhvr>
                                      <p:tavLst>
                                        <p:tav tm="0">
                                          <p:val>
                                            <p:fltVal val="0"/>
                                          </p:val>
                                        </p:tav>
                                        <p:tav tm="100000">
                                          <p:val>
                                            <p:strVal val="#ppt_w"/>
                                          </p:val>
                                        </p:tav>
                                      </p:tavLst>
                                    </p:anim>
                                    <p:anim calcmode="lin" valueType="num">
                                      <p:cBhvr>
                                        <p:cTn id="68" dur="750" fill="hold"/>
                                        <p:tgtEl>
                                          <p:spTgt spid="5">
                                            <p:graphicEl>
                                              <a:dgm id="{3B358B73-60DD-4155-8181-7BC265B76254}"/>
                                            </p:graphicEl>
                                          </p:spTgt>
                                        </p:tgtEl>
                                        <p:attrNameLst>
                                          <p:attrName>ppt_h</p:attrName>
                                        </p:attrNameLst>
                                      </p:cBhvr>
                                      <p:tavLst>
                                        <p:tav tm="0">
                                          <p:val>
                                            <p:fltVal val="0"/>
                                          </p:val>
                                        </p:tav>
                                        <p:tav tm="100000">
                                          <p:val>
                                            <p:strVal val="#ppt_h"/>
                                          </p:val>
                                        </p:tav>
                                      </p:tavLst>
                                    </p:anim>
                                    <p:animEffect transition="in" filter="fade">
                                      <p:cBhvr>
                                        <p:cTn id="69" dur="750"/>
                                        <p:tgtEl>
                                          <p:spTgt spid="5">
                                            <p:graphicEl>
                                              <a:dgm id="{3B358B73-60DD-4155-8181-7BC265B7625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Graphic spid="5"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p:cNvGrpSpPr/>
        <p:nvPr/>
      </p:nvGrpSpPr>
      <p:grpSpPr>
        <a:xfrm>
          <a:off x="0" y="0"/>
          <a:ext cx="0" cy="0"/>
          <a:chOff x="0" y="0"/>
          <a:chExt cx="0" cy="0"/>
        </a:xfrm>
      </p:grpSpPr>
      <p:pic>
        <p:nvPicPr>
          <p:cNvPr id="65" name="Google Shape;169;p31"/>
          <p:cNvPicPr/>
          <p:nvPr/>
        </p:nvPicPr>
        <p:blipFill>
          <a:blip r:embed="rId2"/>
          <a:srcRect l="1285" r="1285"/>
          <a:stretch/>
        </p:blipFill>
        <p:spPr>
          <a:xfrm>
            <a:off x="0" y="0"/>
            <a:ext cx="3427920" cy="5143320"/>
          </a:xfrm>
          <a:prstGeom prst="rect">
            <a:avLst/>
          </a:prstGeom>
          <a:noFill/>
          <a:ln w="0">
            <a:noFill/>
          </a:ln>
        </p:spPr>
      </p:pic>
      <p:sp>
        <p:nvSpPr>
          <p:cNvPr id="66" name="PlaceHolder 1"/>
          <p:cNvSpPr>
            <a:spLocks noGrp="1"/>
          </p:cNvSpPr>
          <p:nvPr>
            <p:ph type="title"/>
          </p:nvPr>
        </p:nvSpPr>
        <p:spPr>
          <a:xfrm>
            <a:off x="3699456" y="-156407"/>
            <a:ext cx="5430792" cy="1648322"/>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3600" b="1" u="none" strike="noStrike" dirty="0">
                <a:solidFill>
                  <a:srgbClr val="000000"/>
                </a:solidFill>
                <a:effectLst/>
                <a:uFillTx/>
                <a:latin typeface="Century Gothic" panose="020B0502020202020204" pitchFamily="34" charset="0"/>
                <a:ea typeface="Pinyon Script"/>
              </a:rPr>
              <a:t>Work Breakdown Structure (WBS)</a:t>
            </a:r>
            <a:endParaRPr lang="fr-FR" sz="3600" b="1" u="none" strike="noStrike" dirty="0">
              <a:solidFill>
                <a:schemeClr val="dk1"/>
              </a:solidFill>
              <a:effectLst/>
              <a:uFillTx/>
              <a:latin typeface="Century Gothic" panose="020B0502020202020204" pitchFamily="34" charset="0"/>
            </a:endParaRPr>
          </a:p>
        </p:txBody>
      </p:sp>
      <p:sp>
        <p:nvSpPr>
          <p:cNvPr id="67" name="PlaceHolder 2"/>
          <p:cNvSpPr>
            <a:spLocks noGrp="1"/>
          </p:cNvSpPr>
          <p:nvPr>
            <p:ph/>
          </p:nvPr>
        </p:nvSpPr>
        <p:spPr>
          <a:xfrm>
            <a:off x="3733832" y="1595043"/>
            <a:ext cx="4853278" cy="1565391"/>
          </a:xfrm>
          <a:prstGeom prst="rect">
            <a:avLst/>
          </a:prstGeom>
          <a:noFill/>
          <a:ln w="0">
            <a:noFill/>
          </a:ln>
        </p:spPr>
        <p:txBody>
          <a:bodyPr lIns="91440" tIns="91440" rIns="91440" bIns="91440" anchor="t">
            <a:normAutofit/>
          </a:bodyPr>
          <a:lstStyle/>
          <a:p>
            <a:pPr algn="just"/>
            <a:r>
              <a:rPr lang="en-US" sz="1400" dirty="0">
                <a:latin typeface="Century Gothic" panose="020B0502020202020204" pitchFamily="34" charset="0"/>
              </a:rPr>
              <a:t>A hierarchical decomposition of the total scope of work to be carried out by the project team to accomplish the project objectives and create the required deliverables.</a:t>
            </a:r>
          </a:p>
          <a:p>
            <a:br>
              <a:rPr lang="en-US" sz="1400" dirty="0">
                <a:latin typeface="Century Gothic" panose="020B0502020202020204" pitchFamily="34" charset="0"/>
              </a:rPr>
            </a:br>
            <a:endParaRPr lang="fr-FR" sz="1400" b="0" u="none" strike="noStrike" dirty="0">
              <a:solidFill>
                <a:srgbClr val="000000"/>
              </a:solidFill>
              <a:effectLst/>
              <a:uFillTx/>
              <a:latin typeface="Century Gothic" panose="020B0502020202020204" pitchFamily="34" charset="0"/>
            </a:endParaRPr>
          </a:p>
        </p:txBody>
      </p:sp>
      <p:sp>
        <p:nvSpPr>
          <p:cNvPr id="3" name="TextBox 2">
            <a:extLst>
              <a:ext uri="{FF2B5EF4-FFF2-40B4-BE49-F238E27FC236}">
                <a16:creationId xmlns:a16="http://schemas.microsoft.com/office/drawing/2014/main" id="{2571EFA4-1016-F128-1EF2-53917070C67F}"/>
              </a:ext>
            </a:extLst>
          </p:cNvPr>
          <p:cNvSpPr txBox="1"/>
          <p:nvPr/>
        </p:nvSpPr>
        <p:spPr>
          <a:xfrm>
            <a:off x="3733833" y="2598824"/>
            <a:ext cx="4853277" cy="738664"/>
          </a:xfrm>
          <a:prstGeom prst="rect">
            <a:avLst/>
          </a:prstGeom>
          <a:noFill/>
        </p:spPr>
        <p:txBody>
          <a:bodyPr wrap="square" rtlCol="0">
            <a:spAutoFit/>
          </a:bodyPr>
          <a:lstStyle/>
          <a:p>
            <a:pPr algn="just"/>
            <a:r>
              <a:rPr lang="en-US" sz="1400" b="1" dirty="0">
                <a:latin typeface="Century Gothic" panose="020B0502020202020204" pitchFamily="34" charset="0"/>
              </a:rPr>
              <a:t>Purpose: </a:t>
            </a:r>
            <a:r>
              <a:rPr lang="en-US" sz="1400" dirty="0">
                <a:latin typeface="Century Gothic" panose="020B0502020202020204" pitchFamily="34" charset="0"/>
              </a:rPr>
              <a:t>Provides a clear and manageable structure for breaking down complex tasks into smaller, more manageable component.</a:t>
            </a:r>
            <a:endParaRPr lang="en-PH" sz="1400" dirty="0">
              <a:latin typeface="Century Gothic" panose="020B0502020202020204" pitchFamily="34" charset="0"/>
            </a:endParaRPr>
          </a:p>
        </p:txBody>
      </p:sp>
      <p:sp>
        <p:nvSpPr>
          <p:cNvPr id="5" name="TextBox 4">
            <a:extLst>
              <a:ext uri="{FF2B5EF4-FFF2-40B4-BE49-F238E27FC236}">
                <a16:creationId xmlns:a16="http://schemas.microsoft.com/office/drawing/2014/main" id="{C11C0B02-9BEF-C688-9763-243334BBC9C3}"/>
              </a:ext>
            </a:extLst>
          </p:cNvPr>
          <p:cNvSpPr txBox="1"/>
          <p:nvPr/>
        </p:nvSpPr>
        <p:spPr>
          <a:xfrm>
            <a:off x="3728104" y="3500620"/>
            <a:ext cx="4970156" cy="1384995"/>
          </a:xfrm>
          <a:prstGeom prst="rect">
            <a:avLst/>
          </a:prstGeom>
          <a:noFill/>
        </p:spPr>
        <p:txBody>
          <a:bodyPr wrap="square" rtlCol="0">
            <a:spAutoFit/>
          </a:bodyPr>
          <a:lstStyle/>
          <a:p>
            <a:pPr algn="just"/>
            <a:r>
              <a:rPr lang="en-US" sz="1400" b="1" dirty="0">
                <a:latin typeface="Century Gothic" panose="020B0502020202020204" pitchFamily="34" charset="0"/>
              </a:rPr>
              <a:t>Example: </a:t>
            </a:r>
            <a:r>
              <a:rPr lang="en-US" sz="1400" dirty="0">
                <a:latin typeface="Century Gothic" panose="020B0502020202020204" pitchFamily="34" charset="0"/>
              </a:rPr>
              <a:t>For a construction project, the WBS might include phases like "Planning," "Foundation," "Structure," "Finishing," and "Handover," each further divided into specific tasks.</a:t>
            </a:r>
          </a:p>
          <a:p>
            <a:br>
              <a:rPr lang="en-US" sz="1400" dirty="0">
                <a:latin typeface="Century Gothic" panose="020B0502020202020204" pitchFamily="34" charset="0"/>
              </a:rPr>
            </a:br>
            <a:endParaRPr lang="en-PH" sz="1400" dirty="0">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1000" fill="hold"/>
                                        <p:tgtEl>
                                          <p:spTgt spid="65"/>
                                        </p:tgtEl>
                                        <p:attrNameLst>
                                          <p:attrName>ppt_x</p:attrName>
                                        </p:attrNameLst>
                                      </p:cBhvr>
                                      <p:tavLst>
                                        <p:tav tm="0">
                                          <p:val>
                                            <p:strVal val="1+#ppt_w/2"/>
                                          </p:val>
                                        </p:tav>
                                        <p:tav tm="100000">
                                          <p:val>
                                            <p:strVal val="#ppt_x"/>
                                          </p:val>
                                        </p:tav>
                                      </p:tavLst>
                                    </p:anim>
                                    <p:anim calcmode="lin" valueType="num">
                                      <p:cBhvr additive="base">
                                        <p:cTn id="8" dur="10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6"/>
                                        </p:tgtEl>
                                        <p:attrNameLst>
                                          <p:attrName>style.visibility</p:attrName>
                                        </p:attrNameLst>
                                      </p:cBhvr>
                                      <p:to>
                                        <p:strVal val="visible"/>
                                      </p:to>
                                    </p:set>
                                    <p:anim calcmode="lin" valueType="num">
                                      <p:cBhvr additive="base">
                                        <p:cTn id="13" dur="1000" fill="hold"/>
                                        <p:tgtEl>
                                          <p:spTgt spid="66"/>
                                        </p:tgtEl>
                                        <p:attrNameLst>
                                          <p:attrName>ppt_x</p:attrName>
                                        </p:attrNameLst>
                                      </p:cBhvr>
                                      <p:tavLst>
                                        <p:tav tm="0">
                                          <p:val>
                                            <p:strVal val="1+#ppt_w/2"/>
                                          </p:val>
                                        </p:tav>
                                        <p:tav tm="100000">
                                          <p:val>
                                            <p:strVal val="#ppt_x"/>
                                          </p:val>
                                        </p:tav>
                                      </p:tavLst>
                                    </p:anim>
                                    <p:anim calcmode="lin" valueType="num">
                                      <p:cBhvr additive="base">
                                        <p:cTn id="14" dur="10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7">
                                            <p:txEl>
                                              <p:pRg st="0" end="0"/>
                                            </p:txEl>
                                          </p:spTgt>
                                        </p:tgtEl>
                                        <p:attrNameLst>
                                          <p:attrName>style.visibility</p:attrName>
                                        </p:attrNameLst>
                                      </p:cBhvr>
                                      <p:to>
                                        <p:strVal val="visible"/>
                                      </p:to>
                                    </p:set>
                                    <p:anim calcmode="lin" valueType="num">
                                      <p:cBhvr additive="base">
                                        <p:cTn id="19" dur="1000" fill="hold"/>
                                        <p:tgtEl>
                                          <p:spTgt spid="67">
                                            <p:txEl>
                                              <p:pRg st="0" end="0"/>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7">
                                            <p:txEl>
                                              <p:pRg st="1" end="1"/>
                                            </p:txEl>
                                          </p:spTgt>
                                        </p:tgtEl>
                                        <p:attrNameLst>
                                          <p:attrName>style.visibility</p:attrName>
                                        </p:attrNameLst>
                                      </p:cBhvr>
                                      <p:to>
                                        <p:strVal val="visible"/>
                                      </p:to>
                                    </p:set>
                                    <p:anim calcmode="lin" valueType="num">
                                      <p:cBhvr additive="base">
                                        <p:cTn id="25" dur="1000" fill="hold"/>
                                        <p:tgtEl>
                                          <p:spTgt spid="67">
                                            <p:txEl>
                                              <p:pRg st="1" end="1"/>
                                            </p:txEl>
                                          </p:spTgt>
                                        </p:tgtEl>
                                        <p:attrNameLst>
                                          <p:attrName>ppt_x</p:attrName>
                                        </p:attrNameLst>
                                      </p:cBhvr>
                                      <p:tavLst>
                                        <p:tav tm="0">
                                          <p:val>
                                            <p:strVal val="1+#ppt_w/2"/>
                                          </p:val>
                                        </p:tav>
                                        <p:tav tm="100000">
                                          <p:val>
                                            <p:strVal val="#ppt_x"/>
                                          </p:val>
                                        </p:tav>
                                      </p:tavLst>
                                    </p:anim>
                                    <p:anim calcmode="lin" valueType="num">
                                      <p:cBhvr additive="base">
                                        <p:cTn id="26" dur="1000" fill="hold"/>
                                        <p:tgtEl>
                                          <p:spTgt spid="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1000" fill="hold"/>
                                        <p:tgtEl>
                                          <p:spTgt spid="3"/>
                                        </p:tgtEl>
                                        <p:attrNameLst>
                                          <p:attrName>ppt_x</p:attrName>
                                        </p:attrNameLst>
                                      </p:cBhvr>
                                      <p:tavLst>
                                        <p:tav tm="0">
                                          <p:val>
                                            <p:strVal val="1+#ppt_w/2"/>
                                          </p:val>
                                        </p:tav>
                                        <p:tav tm="100000">
                                          <p:val>
                                            <p:strVal val="#ppt_x"/>
                                          </p:val>
                                        </p:tav>
                                      </p:tavLst>
                                    </p:anim>
                                    <p:anim calcmode="lin" valueType="num">
                                      <p:cBhvr additive="base">
                                        <p:cTn id="32"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 calcmode="lin" valueType="num">
                                      <p:cBhvr additive="base">
                                        <p:cTn id="37" dur="10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38" dur="10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build="p"/>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FBFDA809-3103-BA23-FE1B-8C693F8C32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54D924-C7E3-640B-8812-1F26F959FE26}"/>
              </a:ext>
            </a:extLst>
          </p:cNvPr>
          <p:cNvSpPr>
            <a:spLocks noGrp="1"/>
          </p:cNvSpPr>
          <p:nvPr>
            <p:ph type="title"/>
          </p:nvPr>
        </p:nvSpPr>
        <p:spPr/>
        <p:txBody>
          <a:bodyPr/>
          <a:lstStyle/>
          <a:p>
            <a:endParaRPr lang="en-PH"/>
          </a:p>
        </p:txBody>
      </p:sp>
      <p:sp>
        <p:nvSpPr>
          <p:cNvPr id="6" name="Title 5">
            <a:extLst>
              <a:ext uri="{FF2B5EF4-FFF2-40B4-BE49-F238E27FC236}">
                <a16:creationId xmlns:a16="http://schemas.microsoft.com/office/drawing/2014/main" id="{69E24B56-F659-E8B1-6755-D89C4A33D773}"/>
              </a:ext>
            </a:extLst>
          </p:cNvPr>
          <p:cNvSpPr>
            <a:spLocks noGrp="1"/>
          </p:cNvSpPr>
          <p:nvPr>
            <p:ph type="title"/>
          </p:nvPr>
        </p:nvSpPr>
        <p:spPr/>
        <p:txBody>
          <a:bodyPr/>
          <a:lstStyle/>
          <a:p>
            <a:endParaRPr lang="en-PH"/>
          </a:p>
        </p:txBody>
      </p:sp>
      <p:sp>
        <p:nvSpPr>
          <p:cNvPr id="7" name="AutoShape 2">
            <a:extLst>
              <a:ext uri="{FF2B5EF4-FFF2-40B4-BE49-F238E27FC236}">
                <a16:creationId xmlns:a16="http://schemas.microsoft.com/office/drawing/2014/main" id="{AA12F231-F3A1-E462-EA8D-531D2DC4922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13" name="Picture 12">
            <a:extLst>
              <a:ext uri="{FF2B5EF4-FFF2-40B4-BE49-F238E27FC236}">
                <a16:creationId xmlns:a16="http://schemas.microsoft.com/office/drawing/2014/main" id="{68F56C88-8D1B-5A97-ACE1-9FADD17E65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3999" cy="5232018"/>
          </a:xfrm>
          <a:prstGeom prst="rect">
            <a:avLst/>
          </a:prstGeom>
        </p:spPr>
      </p:pic>
    </p:spTree>
    <p:extLst>
      <p:ext uri="{BB962C8B-B14F-4D97-AF65-F5344CB8AC3E}">
        <p14:creationId xmlns:p14="http://schemas.microsoft.com/office/powerpoint/2010/main" val="2691513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a:extLst>
            <a:ext uri="{FF2B5EF4-FFF2-40B4-BE49-F238E27FC236}">
              <a16:creationId xmlns:a16="http://schemas.microsoft.com/office/drawing/2014/main" id="{8BBFA0E5-CED8-1BEA-E418-D507CBC5B4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27091A0-EBB6-E443-113E-8BC22ABF0516}"/>
              </a:ext>
            </a:extLst>
          </p:cNvPr>
          <p:cNvSpPr>
            <a:spLocks noGrp="1"/>
          </p:cNvSpPr>
          <p:nvPr>
            <p:ph type="title"/>
          </p:nvPr>
        </p:nvSpPr>
        <p:spPr>
          <a:xfrm>
            <a:off x="891978" y="928152"/>
            <a:ext cx="3522539" cy="541116"/>
          </a:xfrm>
        </p:spPr>
        <p:txBody>
          <a:bodyPr/>
          <a:lstStyle/>
          <a:p>
            <a:r>
              <a:rPr lang="en-US" sz="2400" b="1" dirty="0">
                <a:solidFill>
                  <a:srgbClr val="000000"/>
                </a:solidFill>
                <a:latin typeface="Century Gothic" panose="020B0502020202020204" pitchFamily="34" charset="0"/>
                <a:ea typeface="Pinyon Script"/>
              </a:rPr>
              <a:t>Activity Sequencing</a:t>
            </a:r>
            <a:endParaRPr lang="en-PH" sz="2400" b="1" dirty="0">
              <a:latin typeface="Century Gothic" panose="020B0502020202020204" pitchFamily="34" charset="0"/>
            </a:endParaRPr>
          </a:p>
        </p:txBody>
      </p:sp>
      <p:sp>
        <p:nvSpPr>
          <p:cNvPr id="7" name="TextBox 6">
            <a:extLst>
              <a:ext uri="{FF2B5EF4-FFF2-40B4-BE49-F238E27FC236}">
                <a16:creationId xmlns:a16="http://schemas.microsoft.com/office/drawing/2014/main" id="{19CC0A61-590D-FC26-2FF6-C255A501783C}"/>
              </a:ext>
            </a:extLst>
          </p:cNvPr>
          <p:cNvSpPr txBox="1"/>
          <p:nvPr/>
        </p:nvSpPr>
        <p:spPr>
          <a:xfrm>
            <a:off x="823225" y="1502659"/>
            <a:ext cx="7028240" cy="326051"/>
          </a:xfrm>
          <a:prstGeom prst="rect">
            <a:avLst/>
          </a:prstGeom>
          <a:noFill/>
        </p:spPr>
        <p:txBody>
          <a:bodyPr wrap="square" rtlCol="0">
            <a:spAutoFit/>
          </a:bodyPr>
          <a:lstStyle/>
          <a:p>
            <a:pPr marL="285750" indent="-285750" algn="just">
              <a:lnSpc>
                <a:spcPct val="120000"/>
              </a:lnSpc>
              <a:buFont typeface="Arial" panose="020B0604020202020204" pitchFamily="34" charset="0"/>
              <a:buChar char="•"/>
              <a:tabLst>
                <a:tab pos="0" algn="l"/>
              </a:tabLst>
            </a:pPr>
            <a:r>
              <a:rPr lang="en-US" sz="1400" dirty="0">
                <a:latin typeface="Century Gothic" panose="020B0502020202020204" pitchFamily="34" charset="0"/>
              </a:rPr>
              <a:t>Identifying and documenting the relationships among the project activities.</a:t>
            </a:r>
          </a:p>
        </p:txBody>
      </p:sp>
      <p:sp>
        <p:nvSpPr>
          <p:cNvPr id="20" name="Title 2">
            <a:extLst>
              <a:ext uri="{FF2B5EF4-FFF2-40B4-BE49-F238E27FC236}">
                <a16:creationId xmlns:a16="http://schemas.microsoft.com/office/drawing/2014/main" id="{E5892396-5912-8BD1-5652-091C0174BADF}"/>
              </a:ext>
            </a:extLst>
          </p:cNvPr>
          <p:cNvSpPr txBox="1">
            <a:spLocks/>
          </p:cNvSpPr>
          <p:nvPr/>
        </p:nvSpPr>
        <p:spPr>
          <a:xfrm>
            <a:off x="4935739" y="568703"/>
            <a:ext cx="2358835" cy="989150"/>
          </a:xfrm>
          <a:prstGeom prst="rect">
            <a:avLst/>
          </a:prstGeom>
          <a:noFill/>
          <a:ln w="0">
            <a:noFill/>
          </a:ln>
        </p:spPr>
        <p:txBody>
          <a:bodyPr lIns="91440" tIns="91440" rIns="91440" bIns="9144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PH" sz="2400" b="1" dirty="0">
              <a:latin typeface="Century Gothic" panose="020B0502020202020204" pitchFamily="34" charset="0"/>
            </a:endParaRPr>
          </a:p>
        </p:txBody>
      </p:sp>
      <p:sp>
        <p:nvSpPr>
          <p:cNvPr id="2" name="TextBox 1">
            <a:extLst>
              <a:ext uri="{FF2B5EF4-FFF2-40B4-BE49-F238E27FC236}">
                <a16:creationId xmlns:a16="http://schemas.microsoft.com/office/drawing/2014/main" id="{55980E89-8920-94ED-DF2D-8845D6C13D7D}"/>
              </a:ext>
            </a:extLst>
          </p:cNvPr>
          <p:cNvSpPr txBox="1"/>
          <p:nvPr/>
        </p:nvSpPr>
        <p:spPr>
          <a:xfrm>
            <a:off x="941896" y="1941234"/>
            <a:ext cx="1099981" cy="338554"/>
          </a:xfrm>
          <a:prstGeom prst="rect">
            <a:avLst/>
          </a:prstGeom>
          <a:noFill/>
        </p:spPr>
        <p:txBody>
          <a:bodyPr wrap="none" rtlCol="0">
            <a:spAutoFit/>
          </a:bodyPr>
          <a:lstStyle/>
          <a:p>
            <a:r>
              <a:rPr lang="en-PH" sz="1600" b="1" dirty="0">
                <a:latin typeface="Century Gothic" panose="020B0502020202020204" pitchFamily="34" charset="0"/>
              </a:rPr>
              <a:t>Methods:</a:t>
            </a:r>
          </a:p>
        </p:txBody>
      </p:sp>
      <p:sp>
        <p:nvSpPr>
          <p:cNvPr id="4" name="TextBox 3">
            <a:extLst>
              <a:ext uri="{FF2B5EF4-FFF2-40B4-BE49-F238E27FC236}">
                <a16:creationId xmlns:a16="http://schemas.microsoft.com/office/drawing/2014/main" id="{D87EF8DE-539A-AC63-85D1-B218790044FF}"/>
              </a:ext>
            </a:extLst>
          </p:cNvPr>
          <p:cNvSpPr txBox="1"/>
          <p:nvPr/>
        </p:nvSpPr>
        <p:spPr>
          <a:xfrm>
            <a:off x="917251" y="2358190"/>
            <a:ext cx="7028240" cy="738664"/>
          </a:xfrm>
          <a:prstGeom prst="rect">
            <a:avLst/>
          </a:prstGeom>
          <a:noFill/>
        </p:spPr>
        <p:txBody>
          <a:bodyPr wrap="square" rtlCol="0">
            <a:spAutoFit/>
          </a:bodyPr>
          <a:lstStyle/>
          <a:p>
            <a:pPr algn="just"/>
            <a:r>
              <a:rPr lang="en-US" sz="1400" b="1" dirty="0">
                <a:latin typeface="Century Gothic" panose="020B0502020202020204" pitchFamily="34" charset="0"/>
              </a:rPr>
              <a:t>Dependency Determination:</a:t>
            </a:r>
            <a:r>
              <a:rPr lang="en-US" sz="1400" dirty="0">
                <a:latin typeface="Century Gothic" panose="020B0502020202020204" pitchFamily="34" charset="0"/>
              </a:rPr>
              <a:t> Determining the dependencies between activities (e.g., Finish-to-Start, Start-to-Start, Finish-to-Finish, Start-to-Finish).</a:t>
            </a:r>
            <a:endParaRPr lang="en-PH" sz="1400" dirty="0">
              <a:latin typeface="Century Gothic" panose="020B0502020202020204" pitchFamily="34" charset="0"/>
            </a:endParaRPr>
          </a:p>
          <a:p>
            <a:pPr algn="just"/>
            <a:endParaRPr lang="en-PH" sz="1400" dirty="0">
              <a:latin typeface="Century Gothic" panose="020B0502020202020204" pitchFamily="34" charset="0"/>
            </a:endParaRPr>
          </a:p>
        </p:txBody>
      </p:sp>
      <p:sp>
        <p:nvSpPr>
          <p:cNvPr id="8" name="TextBox 7">
            <a:extLst>
              <a:ext uri="{FF2B5EF4-FFF2-40B4-BE49-F238E27FC236}">
                <a16:creationId xmlns:a16="http://schemas.microsoft.com/office/drawing/2014/main" id="{9860AE3A-6126-A326-6969-556270DA4152}"/>
              </a:ext>
            </a:extLst>
          </p:cNvPr>
          <p:cNvSpPr txBox="1"/>
          <p:nvPr/>
        </p:nvSpPr>
        <p:spPr>
          <a:xfrm>
            <a:off x="911522" y="2964352"/>
            <a:ext cx="7373080" cy="523220"/>
          </a:xfrm>
          <a:prstGeom prst="rect">
            <a:avLst/>
          </a:prstGeom>
          <a:noFill/>
        </p:spPr>
        <p:txBody>
          <a:bodyPr wrap="square" rtlCol="0">
            <a:spAutoFit/>
          </a:bodyPr>
          <a:lstStyle/>
          <a:p>
            <a:pPr algn="just"/>
            <a:r>
              <a:rPr lang="en-US" sz="1400" b="1" dirty="0">
                <a:latin typeface="Century Gothic" panose="020B0502020202020204" pitchFamily="34" charset="0"/>
              </a:rPr>
              <a:t>Network Diagrams: </a:t>
            </a:r>
            <a:r>
              <a:rPr lang="en-US" sz="1400" dirty="0">
                <a:latin typeface="Century Gothic" panose="020B0502020202020204" pitchFamily="34" charset="0"/>
              </a:rPr>
              <a:t>Visual representations of activity sequences and dependencies, such as precedence diagrams or activity-on-node (AON) diagrams</a:t>
            </a:r>
            <a:endParaRPr lang="en-PH" sz="1400" dirty="0">
              <a:latin typeface="Century Gothic" panose="020B0502020202020204" pitchFamily="34" charset="0"/>
            </a:endParaRPr>
          </a:p>
        </p:txBody>
      </p:sp>
    </p:spTree>
    <p:extLst>
      <p:ext uri="{BB962C8B-B14F-4D97-AF65-F5344CB8AC3E}">
        <p14:creationId xmlns:p14="http://schemas.microsoft.com/office/powerpoint/2010/main" val="63796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0-#ppt_w/2"/>
                                          </p:val>
                                        </p:tav>
                                        <p:tav tm="100000">
                                          <p:val>
                                            <p:strVal val="#ppt_x"/>
                                          </p:val>
                                        </p:tav>
                                      </p:tavLst>
                                    </p:anim>
                                    <p:anim calcmode="lin" valueType="num">
                                      <p:cBhvr additive="base">
                                        <p:cTn id="14" dur="1000" fill="hold"/>
                                        <p:tgtEl>
                                          <p:spTgt spid="4"/>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0-#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1000" fill="hold"/>
                                        <p:tgtEl>
                                          <p:spTgt spid="8"/>
                                        </p:tgtEl>
                                        <p:attrNameLst>
                                          <p:attrName>ppt_x</p:attrName>
                                        </p:attrNameLst>
                                      </p:cBhvr>
                                      <p:tavLst>
                                        <p:tav tm="0">
                                          <p:val>
                                            <p:strVal val="0-#ppt_w/2"/>
                                          </p:val>
                                        </p:tav>
                                        <p:tav tm="100000">
                                          <p:val>
                                            <p:strVal val="#ppt_x"/>
                                          </p:val>
                                        </p:tav>
                                      </p:tavLst>
                                    </p:anim>
                                    <p:anim calcmode="lin" valueType="num">
                                      <p:cBhvr additive="base">
                                        <p:cTn id="22" dur="1000" fill="hold"/>
                                        <p:tgtEl>
                                          <p:spTgt spid="8"/>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1000" fill="hold"/>
                                        <p:tgtEl>
                                          <p:spTgt spid="2"/>
                                        </p:tgtEl>
                                        <p:attrNameLst>
                                          <p:attrName>ppt_x</p:attrName>
                                        </p:attrNameLst>
                                      </p:cBhvr>
                                      <p:tavLst>
                                        <p:tav tm="0">
                                          <p:val>
                                            <p:strVal val="0-#ppt_w/2"/>
                                          </p:val>
                                        </p:tav>
                                        <p:tav tm="100000">
                                          <p:val>
                                            <p:strVal val="#ppt_x"/>
                                          </p:val>
                                        </p:tav>
                                      </p:tavLst>
                                    </p:anim>
                                    <p:anim calcmode="lin" valueType="num">
                                      <p:cBhvr additive="base">
                                        <p:cTn id="26"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2" grpId="0"/>
      <p:bldP spid="4"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p:cNvGrpSpPr/>
        <p:nvPr/>
      </p:nvGrpSpPr>
      <p:grpSpPr>
        <a:xfrm>
          <a:off x="0" y="0"/>
          <a:ext cx="0" cy="0"/>
          <a:chOff x="0" y="0"/>
          <a:chExt cx="0" cy="0"/>
        </a:xfrm>
      </p:grpSpPr>
      <p:pic>
        <p:nvPicPr>
          <p:cNvPr id="77" name="Google Shape;169;p31"/>
          <p:cNvPicPr/>
          <p:nvPr/>
        </p:nvPicPr>
        <p:blipFill>
          <a:blip r:embed="rId2"/>
          <a:srcRect l="1285" r="1285"/>
          <a:stretch/>
        </p:blipFill>
        <p:spPr>
          <a:xfrm>
            <a:off x="0" y="0"/>
            <a:ext cx="3427920" cy="5143320"/>
          </a:xfrm>
          <a:prstGeom prst="rect">
            <a:avLst/>
          </a:prstGeom>
          <a:noFill/>
          <a:ln w="0">
            <a:noFill/>
          </a:ln>
        </p:spPr>
      </p:pic>
      <p:sp>
        <p:nvSpPr>
          <p:cNvPr id="78" name="PlaceHolder 1"/>
          <p:cNvSpPr>
            <a:spLocks noGrp="1"/>
          </p:cNvSpPr>
          <p:nvPr>
            <p:ph type="title"/>
          </p:nvPr>
        </p:nvSpPr>
        <p:spPr>
          <a:xfrm>
            <a:off x="4249472" y="1031279"/>
            <a:ext cx="5304960" cy="700476"/>
          </a:xfrm>
          <a:prstGeom prst="rect">
            <a:avLst/>
          </a:prstGeom>
          <a:noFill/>
          <a:ln w="0">
            <a:noFill/>
          </a:ln>
        </p:spPr>
        <p:txBody>
          <a:bodyPr lIns="91440" tIns="91440" rIns="91440" bIns="91440" anchor="b">
            <a:noAutofit/>
          </a:bodyPr>
          <a:lstStyle/>
          <a:p>
            <a:pPr indent="0">
              <a:lnSpc>
                <a:spcPct val="120000"/>
              </a:lnSpc>
              <a:buNone/>
              <a:tabLst>
                <a:tab pos="0" algn="l"/>
              </a:tabLst>
            </a:pPr>
            <a:r>
              <a:rPr lang="en-US" sz="3200" b="1" u="none" strike="noStrike" dirty="0">
                <a:solidFill>
                  <a:srgbClr val="000000"/>
                </a:solidFill>
                <a:effectLst/>
                <a:uFillTx/>
                <a:latin typeface="Century Gothic" panose="020B0502020202020204" pitchFamily="34" charset="0"/>
                <a:ea typeface="Pinyon Script"/>
              </a:rPr>
              <a:t>Resource Allocation</a:t>
            </a:r>
            <a:endParaRPr lang="fr-FR" sz="3200" b="1" u="none" strike="noStrike" dirty="0">
              <a:solidFill>
                <a:schemeClr val="dk1"/>
              </a:solidFill>
              <a:effectLst/>
              <a:uFillTx/>
              <a:latin typeface="Century Gothic" panose="020B0502020202020204" pitchFamily="34" charset="0"/>
            </a:endParaRPr>
          </a:p>
        </p:txBody>
      </p:sp>
      <p:sp>
        <p:nvSpPr>
          <p:cNvPr id="79" name="PlaceHolder 2"/>
          <p:cNvSpPr>
            <a:spLocks noGrp="1"/>
          </p:cNvSpPr>
          <p:nvPr>
            <p:ph/>
          </p:nvPr>
        </p:nvSpPr>
        <p:spPr>
          <a:xfrm>
            <a:off x="4077593" y="1842117"/>
            <a:ext cx="4729523" cy="921708"/>
          </a:xfrm>
          <a:prstGeom prst="rect">
            <a:avLst/>
          </a:prstGeom>
          <a:noFill/>
          <a:ln w="0">
            <a:noFill/>
          </a:ln>
        </p:spPr>
        <p:txBody>
          <a:bodyPr lIns="91440" tIns="91440" rIns="91440" bIns="91440" anchor="t">
            <a:normAutofit/>
          </a:bodyPr>
          <a:lstStyle/>
          <a:p>
            <a:pPr algn="just"/>
            <a:r>
              <a:rPr lang="en-US" sz="1400" dirty="0">
                <a:latin typeface="Century Gothic" panose="020B0502020202020204" pitchFamily="34" charset="0"/>
              </a:rPr>
              <a:t>-Identifying the resources (e.g., people, equipment, materials) required for each activity and assigning them accordingly.</a:t>
            </a:r>
            <a:endParaRPr lang="en-PH" sz="1400" dirty="0">
              <a:latin typeface="Century Gothic" panose="020B0502020202020204" pitchFamily="34" charset="0"/>
            </a:endParaRPr>
          </a:p>
        </p:txBody>
      </p:sp>
      <p:sp>
        <p:nvSpPr>
          <p:cNvPr id="2" name="PlaceHolder 2">
            <a:extLst>
              <a:ext uri="{FF2B5EF4-FFF2-40B4-BE49-F238E27FC236}">
                <a16:creationId xmlns:a16="http://schemas.microsoft.com/office/drawing/2014/main" id="{68EC9BF2-24D7-C8FD-C2BF-0BE4CA98D0AA}"/>
              </a:ext>
            </a:extLst>
          </p:cNvPr>
          <p:cNvSpPr txBox="1">
            <a:spLocks/>
          </p:cNvSpPr>
          <p:nvPr/>
        </p:nvSpPr>
        <p:spPr>
          <a:xfrm>
            <a:off x="4063845" y="2578907"/>
            <a:ext cx="4475142" cy="921708"/>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1400" b="1" dirty="0">
                <a:latin typeface="Century Gothic" panose="020B0502020202020204" pitchFamily="34" charset="0"/>
              </a:rPr>
              <a:t>Considerations: </a:t>
            </a:r>
            <a:r>
              <a:rPr lang="en-US" sz="1400" dirty="0">
                <a:latin typeface="Century Gothic" panose="020B0502020202020204" pitchFamily="34" charset="0"/>
              </a:rPr>
              <a:t>Resource availability, skills, costs, and constraints.</a:t>
            </a:r>
            <a:endParaRPr lang="en-PH" sz="1400" dirty="0">
              <a:latin typeface="Century Gothic" panose="020B0502020202020204" pitchFamily="34" charset="0"/>
            </a:endParaRPr>
          </a:p>
          <a:p>
            <a:pPr algn="just"/>
            <a:endParaRPr lang="en-PH" sz="1400" dirty="0">
              <a:latin typeface="Century Gothic" panose="020B0502020202020204" pitchFamily="34" charset="0"/>
            </a:endParaRPr>
          </a:p>
        </p:txBody>
      </p:sp>
      <p:sp>
        <p:nvSpPr>
          <p:cNvPr id="3" name="PlaceHolder 2">
            <a:extLst>
              <a:ext uri="{FF2B5EF4-FFF2-40B4-BE49-F238E27FC236}">
                <a16:creationId xmlns:a16="http://schemas.microsoft.com/office/drawing/2014/main" id="{7EB4E369-0EDF-7848-AC84-6EE664B13F13}"/>
              </a:ext>
            </a:extLst>
          </p:cNvPr>
          <p:cNvSpPr txBox="1">
            <a:spLocks/>
          </p:cNvSpPr>
          <p:nvPr/>
        </p:nvSpPr>
        <p:spPr>
          <a:xfrm>
            <a:off x="4077593" y="3205693"/>
            <a:ext cx="4475142" cy="921708"/>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1400" dirty="0">
                <a:latin typeface="Century Gothic" panose="020B0502020202020204" pitchFamily="34" charset="0"/>
              </a:rPr>
              <a:t> </a:t>
            </a:r>
            <a:r>
              <a:rPr lang="en-US" sz="1400" b="1" dirty="0">
                <a:latin typeface="Century Gothic" panose="020B0502020202020204" pitchFamily="34" charset="0"/>
              </a:rPr>
              <a:t>Tools: </a:t>
            </a:r>
            <a:r>
              <a:rPr lang="en-US" sz="1400" dirty="0">
                <a:latin typeface="Century Gothic" panose="020B0502020202020204" pitchFamily="34" charset="0"/>
              </a:rPr>
              <a:t>Resource calendars, resource histograms, and resource leveling techniques.</a:t>
            </a:r>
            <a:endParaRPr lang="en-PH" sz="1400" dirty="0">
              <a:latin typeface="Century Gothic" panose="020B0502020202020204" pitchFamily="34" charset="0"/>
            </a:endParaRPr>
          </a:p>
          <a:p>
            <a:pPr algn="just"/>
            <a:endParaRPr lang="en-PH" sz="1400" dirty="0">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1000" fill="hold"/>
                                        <p:tgtEl>
                                          <p:spTgt spid="77"/>
                                        </p:tgtEl>
                                        <p:attrNameLst>
                                          <p:attrName>ppt_x</p:attrName>
                                        </p:attrNameLst>
                                      </p:cBhvr>
                                      <p:tavLst>
                                        <p:tav tm="0">
                                          <p:val>
                                            <p:strVal val="1+#ppt_w/2"/>
                                          </p:val>
                                        </p:tav>
                                        <p:tav tm="100000">
                                          <p:val>
                                            <p:strVal val="#ppt_x"/>
                                          </p:val>
                                        </p:tav>
                                      </p:tavLst>
                                    </p:anim>
                                    <p:anim calcmode="lin" valueType="num">
                                      <p:cBhvr additive="base">
                                        <p:cTn id="8" dur="10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
                                        </p:tgtEl>
                                        <p:attrNameLst>
                                          <p:attrName>style.visibility</p:attrName>
                                        </p:attrNameLst>
                                      </p:cBhvr>
                                      <p:to>
                                        <p:strVal val="visible"/>
                                      </p:to>
                                    </p:set>
                                    <p:anim calcmode="lin" valueType="num">
                                      <p:cBhvr additive="base">
                                        <p:cTn id="13" dur="1000" fill="hold"/>
                                        <p:tgtEl>
                                          <p:spTgt spid="78"/>
                                        </p:tgtEl>
                                        <p:attrNameLst>
                                          <p:attrName>ppt_x</p:attrName>
                                        </p:attrNameLst>
                                      </p:cBhvr>
                                      <p:tavLst>
                                        <p:tav tm="0">
                                          <p:val>
                                            <p:strVal val="0-#ppt_w/2"/>
                                          </p:val>
                                        </p:tav>
                                        <p:tav tm="100000">
                                          <p:val>
                                            <p:strVal val="#ppt_x"/>
                                          </p:val>
                                        </p:tav>
                                      </p:tavLst>
                                    </p:anim>
                                    <p:anim calcmode="lin" valueType="num">
                                      <p:cBhvr additive="base">
                                        <p:cTn id="14" dur="1000" fill="hold"/>
                                        <p:tgtEl>
                                          <p:spTgt spid="7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9">
                                            <p:txEl>
                                              <p:pRg st="0" end="0"/>
                                            </p:txEl>
                                          </p:spTgt>
                                        </p:tgtEl>
                                        <p:attrNameLst>
                                          <p:attrName>style.visibility</p:attrName>
                                        </p:attrNameLst>
                                      </p:cBhvr>
                                      <p:to>
                                        <p:strVal val="visible"/>
                                      </p:to>
                                    </p:set>
                                    <p:anim calcmode="lin" valueType="num">
                                      <p:cBhvr additive="base">
                                        <p:cTn id="19" dur="1000" fill="hold"/>
                                        <p:tgtEl>
                                          <p:spTgt spid="79">
                                            <p:txEl>
                                              <p:pRg st="0" end="0"/>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79">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000" fill="hold"/>
                                        <p:tgtEl>
                                          <p:spTgt spid="2"/>
                                        </p:tgtEl>
                                        <p:attrNameLst>
                                          <p:attrName>ppt_x</p:attrName>
                                        </p:attrNameLst>
                                      </p:cBhvr>
                                      <p:tavLst>
                                        <p:tav tm="0">
                                          <p:val>
                                            <p:strVal val="1+#ppt_w/2"/>
                                          </p:val>
                                        </p:tav>
                                        <p:tav tm="100000">
                                          <p:val>
                                            <p:strVal val="#ppt_x"/>
                                          </p:val>
                                        </p:tav>
                                      </p:tavLst>
                                    </p:anim>
                                    <p:anim calcmode="lin" valueType="num">
                                      <p:cBhvr additive="base">
                                        <p:cTn id="24" dur="10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1000" fill="hold"/>
                                        <p:tgtEl>
                                          <p:spTgt spid="3"/>
                                        </p:tgtEl>
                                        <p:attrNameLst>
                                          <p:attrName>ppt_x</p:attrName>
                                        </p:attrNameLst>
                                      </p:cBhvr>
                                      <p:tavLst>
                                        <p:tav tm="0">
                                          <p:val>
                                            <p:strVal val="1+#ppt_w/2"/>
                                          </p:val>
                                        </p:tav>
                                        <p:tav tm="100000">
                                          <p:val>
                                            <p:strVal val="#ppt_x"/>
                                          </p:val>
                                        </p:tav>
                                      </p:tavLst>
                                    </p:anim>
                                    <p:anim calcmode="lin" valueType="num">
                                      <p:cBhvr additive="base">
                                        <p:cTn id="28"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build="p"/>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0D6AFB6B-1A40-D001-3FCC-67350CA31BD3}"/>
            </a:ext>
          </a:extLst>
        </p:cNvPr>
        <p:cNvGrpSpPr/>
        <p:nvPr/>
      </p:nvGrpSpPr>
      <p:grpSpPr>
        <a:xfrm>
          <a:off x="0" y="0"/>
          <a:ext cx="0" cy="0"/>
          <a:chOff x="0" y="0"/>
          <a:chExt cx="0" cy="0"/>
        </a:xfrm>
      </p:grpSpPr>
      <p:sp>
        <p:nvSpPr>
          <p:cNvPr id="78" name="PlaceHolder 1">
            <a:extLst>
              <a:ext uri="{FF2B5EF4-FFF2-40B4-BE49-F238E27FC236}">
                <a16:creationId xmlns:a16="http://schemas.microsoft.com/office/drawing/2014/main" id="{72E51DD2-0ECE-3224-1C78-2209F9ADC3BD}"/>
              </a:ext>
            </a:extLst>
          </p:cNvPr>
          <p:cNvSpPr>
            <a:spLocks noGrp="1"/>
          </p:cNvSpPr>
          <p:nvPr>
            <p:ph type="title"/>
          </p:nvPr>
        </p:nvSpPr>
        <p:spPr>
          <a:xfrm>
            <a:off x="301117" y="343952"/>
            <a:ext cx="5068405" cy="682679"/>
          </a:xfrm>
          <a:prstGeom prst="rect">
            <a:avLst/>
          </a:prstGeom>
          <a:noFill/>
          <a:ln w="0">
            <a:noFill/>
          </a:ln>
        </p:spPr>
        <p:txBody>
          <a:bodyPr lIns="91440" tIns="91440" rIns="91440" bIns="91440" anchor="b">
            <a:noAutofit/>
          </a:bodyPr>
          <a:lstStyle/>
          <a:p>
            <a:pPr>
              <a:lnSpc>
                <a:spcPct val="120000"/>
              </a:lnSpc>
              <a:tabLst>
                <a:tab pos="0" algn="l"/>
              </a:tabLst>
            </a:pPr>
            <a:r>
              <a:rPr lang="en-US" sz="3200" b="1" dirty="0">
                <a:latin typeface="Century Gothic" panose="020B0502020202020204" pitchFamily="34" charset="0"/>
              </a:rPr>
              <a:t>Schedule Development:</a:t>
            </a:r>
            <a:endParaRPr lang="fr-FR" sz="3200" b="1" u="none" strike="noStrike" dirty="0">
              <a:solidFill>
                <a:schemeClr val="dk1"/>
              </a:solidFill>
              <a:effectLst/>
              <a:uFillTx/>
              <a:latin typeface="Century Gothic" panose="020B0502020202020204" pitchFamily="34" charset="0"/>
            </a:endParaRPr>
          </a:p>
        </p:txBody>
      </p:sp>
      <p:sp>
        <p:nvSpPr>
          <p:cNvPr id="79" name="PlaceHolder 2">
            <a:extLst>
              <a:ext uri="{FF2B5EF4-FFF2-40B4-BE49-F238E27FC236}">
                <a16:creationId xmlns:a16="http://schemas.microsoft.com/office/drawing/2014/main" id="{DFF99E99-5B4E-3F0B-8344-07A25874A14E}"/>
              </a:ext>
            </a:extLst>
          </p:cNvPr>
          <p:cNvSpPr>
            <a:spLocks noGrp="1"/>
          </p:cNvSpPr>
          <p:nvPr>
            <p:ph/>
          </p:nvPr>
        </p:nvSpPr>
        <p:spPr>
          <a:xfrm>
            <a:off x="358109" y="1073001"/>
            <a:ext cx="8572758" cy="682680"/>
          </a:xfrm>
          <a:prstGeom prst="rect">
            <a:avLst/>
          </a:prstGeom>
          <a:noFill/>
          <a:ln w="0">
            <a:noFill/>
          </a:ln>
        </p:spPr>
        <p:txBody>
          <a:bodyPr lIns="91440" tIns="91440" rIns="91440" bIns="91440" anchor="t">
            <a:normAutofit/>
          </a:bodyPr>
          <a:lstStyle/>
          <a:p>
            <a:r>
              <a:rPr lang="en-US" sz="1400" dirty="0">
                <a:latin typeface="Century Gothic" panose="020B0502020202020204" pitchFamily="34" charset="0"/>
              </a:rPr>
              <a:t>Creating the project schedule by analyzing activity sequences, durations, resource requirements, and constraints.</a:t>
            </a:r>
            <a:endParaRPr lang="en-PH" sz="1400" dirty="0">
              <a:latin typeface="Century Gothic" panose="020B0502020202020204" pitchFamily="34" charset="0"/>
            </a:endParaRPr>
          </a:p>
          <a:p>
            <a:endParaRPr lang="en-PH" sz="1400" dirty="0">
              <a:latin typeface="Century Gothic" panose="020B0502020202020204" pitchFamily="34" charset="0"/>
            </a:endParaRPr>
          </a:p>
        </p:txBody>
      </p:sp>
      <p:sp>
        <p:nvSpPr>
          <p:cNvPr id="2" name="PlaceHolder 2">
            <a:extLst>
              <a:ext uri="{FF2B5EF4-FFF2-40B4-BE49-F238E27FC236}">
                <a16:creationId xmlns:a16="http://schemas.microsoft.com/office/drawing/2014/main" id="{A87D2BCB-7F50-E3A9-2C37-B725C004B7C8}"/>
              </a:ext>
            </a:extLst>
          </p:cNvPr>
          <p:cNvSpPr txBox="1">
            <a:spLocks/>
          </p:cNvSpPr>
          <p:nvPr/>
        </p:nvSpPr>
        <p:spPr>
          <a:xfrm>
            <a:off x="399365" y="1650945"/>
            <a:ext cx="1649443" cy="411800"/>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latin typeface="Century Gothic" panose="020B0502020202020204" pitchFamily="34" charset="0"/>
              </a:rPr>
              <a:t>Techniques:</a:t>
            </a:r>
            <a:endParaRPr lang="en-PH" sz="1600" b="1" dirty="0">
              <a:latin typeface="Century Gothic" panose="020B0502020202020204" pitchFamily="34" charset="0"/>
            </a:endParaRPr>
          </a:p>
        </p:txBody>
      </p:sp>
      <p:graphicFrame>
        <p:nvGraphicFramePr>
          <p:cNvPr id="4" name="Table 3">
            <a:extLst>
              <a:ext uri="{FF2B5EF4-FFF2-40B4-BE49-F238E27FC236}">
                <a16:creationId xmlns:a16="http://schemas.microsoft.com/office/drawing/2014/main" id="{501DAEE5-1A49-41A1-CE9C-195ACFDC64CC}"/>
              </a:ext>
            </a:extLst>
          </p:cNvPr>
          <p:cNvGraphicFramePr>
            <a:graphicFrameLocks noGrp="1"/>
          </p:cNvGraphicFramePr>
          <p:nvPr>
            <p:extLst>
              <p:ext uri="{D42A27DB-BD31-4B8C-83A1-F6EECF244321}">
                <p14:modId xmlns:p14="http://schemas.microsoft.com/office/powerpoint/2010/main" val="3558319577"/>
              </p:ext>
            </p:extLst>
          </p:nvPr>
        </p:nvGraphicFramePr>
        <p:xfrm>
          <a:off x="582094" y="2165686"/>
          <a:ext cx="8025642" cy="2316480"/>
        </p:xfrm>
        <a:graphic>
          <a:graphicData uri="http://schemas.openxmlformats.org/drawingml/2006/table">
            <a:tbl>
              <a:tblPr firstRow="1" bandRow="1">
                <a:tableStyleId>{073A0DAA-6AF3-43AB-8588-CEC1D06C72B9}</a:tableStyleId>
              </a:tblPr>
              <a:tblGrid>
                <a:gridCol w="2675214">
                  <a:extLst>
                    <a:ext uri="{9D8B030D-6E8A-4147-A177-3AD203B41FA5}">
                      <a16:colId xmlns:a16="http://schemas.microsoft.com/office/drawing/2014/main" val="2358436426"/>
                    </a:ext>
                  </a:extLst>
                </a:gridCol>
                <a:gridCol w="2675214">
                  <a:extLst>
                    <a:ext uri="{9D8B030D-6E8A-4147-A177-3AD203B41FA5}">
                      <a16:colId xmlns:a16="http://schemas.microsoft.com/office/drawing/2014/main" val="1709325479"/>
                    </a:ext>
                  </a:extLst>
                </a:gridCol>
                <a:gridCol w="2675214">
                  <a:extLst>
                    <a:ext uri="{9D8B030D-6E8A-4147-A177-3AD203B41FA5}">
                      <a16:colId xmlns:a16="http://schemas.microsoft.com/office/drawing/2014/main" val="2671657523"/>
                    </a:ext>
                  </a:extLst>
                </a:gridCol>
              </a:tblGrid>
              <a:tr h="409526">
                <a:tc>
                  <a:txBody>
                    <a:bodyPr/>
                    <a:lstStyle/>
                    <a:p>
                      <a:pPr algn="ctr"/>
                      <a:r>
                        <a:rPr lang="en-PH" sz="1400" dirty="0">
                          <a:latin typeface="Century Gothic" panose="020B0502020202020204" pitchFamily="34" charset="0"/>
                        </a:rPr>
                        <a:t>Critical Path Method (CPM)</a:t>
                      </a:r>
                    </a:p>
                  </a:txBody>
                  <a:tcPr/>
                </a:tc>
                <a:tc>
                  <a:txBody>
                    <a:bodyPr/>
                    <a:lstStyle/>
                    <a:p>
                      <a:pPr algn="ctr"/>
                      <a:r>
                        <a:rPr lang="en-US" sz="1400" b="1" kern="1200" dirty="0">
                          <a:solidFill>
                            <a:schemeClr val="lt1"/>
                          </a:solidFill>
                          <a:effectLst/>
                          <a:latin typeface="Century Gothic" panose="020B0502020202020204" pitchFamily="34" charset="0"/>
                          <a:ea typeface="+mn-ea"/>
                          <a:cs typeface="+mn-cs"/>
                        </a:rPr>
                        <a:t>Program Evaluation and Review Technique (PERT):</a:t>
                      </a:r>
                      <a:endParaRPr lang="en-PH" sz="1400" dirty="0">
                        <a:latin typeface="Century Gothic" panose="020B0502020202020204" pitchFamily="34" charset="0"/>
                      </a:endParaRPr>
                    </a:p>
                  </a:txBody>
                  <a:tcPr/>
                </a:tc>
                <a:tc>
                  <a:txBody>
                    <a:bodyPr/>
                    <a:lstStyle/>
                    <a:p>
                      <a:pPr algn="ctr"/>
                      <a:r>
                        <a:rPr lang="en-PH" sz="1400" dirty="0">
                          <a:latin typeface="Century Gothic" panose="020B0502020202020204" pitchFamily="34" charset="0"/>
                        </a:rPr>
                        <a:t>Gantt Charts</a:t>
                      </a:r>
                    </a:p>
                  </a:txBody>
                  <a:tcPr/>
                </a:tc>
                <a:extLst>
                  <a:ext uri="{0D108BD9-81ED-4DB2-BD59-A6C34878D82A}">
                    <a16:rowId xmlns:a16="http://schemas.microsoft.com/office/drawing/2014/main" val="2461595815"/>
                  </a:ext>
                </a:extLst>
              </a:tr>
              <a:tr h="409526">
                <a:tc>
                  <a:txBody>
                    <a:bodyPr/>
                    <a:lstStyle/>
                    <a:p>
                      <a:pPr algn="just"/>
                      <a:r>
                        <a:rPr lang="en-US" sz="1400" dirty="0">
                          <a:latin typeface="Century Gothic" panose="020B0502020202020204" pitchFamily="34" charset="0"/>
                        </a:rPr>
                        <a:t>is a project management technique that identifies the longest sequence of dependent tasks, determining the shortest time to complete a project and highlighting which tasks cannot be delayed.</a:t>
                      </a:r>
                      <a:endParaRPr lang="en-PH" sz="1400" dirty="0">
                        <a:latin typeface="Century Gothic" panose="020B0502020202020204" pitchFamily="34" charset="0"/>
                      </a:endParaRPr>
                    </a:p>
                  </a:txBody>
                  <a:tcPr/>
                </a:tc>
                <a:tc>
                  <a:txBody>
                    <a:bodyPr/>
                    <a:lstStyle/>
                    <a:p>
                      <a:pPr algn="just"/>
                      <a:r>
                        <a:rPr lang="en-US" sz="1400" dirty="0">
                          <a:latin typeface="Century Gothic" panose="020B0502020202020204" pitchFamily="34" charset="0"/>
                        </a:rPr>
                        <a:t>is a project management tool that estimates project duration using optimistic, pessimistic, and most likely time estimates.</a:t>
                      </a:r>
                      <a:endParaRPr lang="en-PH" sz="1400" dirty="0">
                        <a:latin typeface="Century Gothic" panose="020B0502020202020204" pitchFamily="34" charset="0"/>
                      </a:endParaRPr>
                    </a:p>
                  </a:txBody>
                  <a:tcPr/>
                </a:tc>
                <a:tc>
                  <a:txBody>
                    <a:bodyPr/>
                    <a:lstStyle/>
                    <a:p>
                      <a:pPr algn="just"/>
                      <a:r>
                        <a:rPr lang="en-US" sz="1400" dirty="0">
                          <a:latin typeface="Century Gothic" panose="020B0502020202020204" pitchFamily="34" charset="0"/>
                        </a:rPr>
                        <a:t>is a project management tool that displays tasks on a timeline, showing their start and end dates, duration, and progress.</a:t>
                      </a:r>
                      <a:endParaRPr lang="en-PH" sz="1400" dirty="0">
                        <a:latin typeface="Century Gothic" panose="020B0502020202020204" pitchFamily="34" charset="0"/>
                      </a:endParaRPr>
                    </a:p>
                  </a:txBody>
                  <a:tcPr/>
                </a:tc>
                <a:extLst>
                  <a:ext uri="{0D108BD9-81ED-4DB2-BD59-A6C34878D82A}">
                    <a16:rowId xmlns:a16="http://schemas.microsoft.com/office/drawing/2014/main" val="882938218"/>
                  </a:ext>
                </a:extLst>
              </a:tr>
            </a:tbl>
          </a:graphicData>
        </a:graphic>
      </p:graphicFrame>
    </p:spTree>
    <p:extLst>
      <p:ext uri="{BB962C8B-B14F-4D97-AF65-F5344CB8AC3E}">
        <p14:creationId xmlns:p14="http://schemas.microsoft.com/office/powerpoint/2010/main" val="220410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1000" fill="hold"/>
                                        <p:tgtEl>
                                          <p:spTgt spid="78"/>
                                        </p:tgtEl>
                                        <p:attrNameLst>
                                          <p:attrName>ppt_x</p:attrName>
                                        </p:attrNameLst>
                                      </p:cBhvr>
                                      <p:tavLst>
                                        <p:tav tm="0">
                                          <p:val>
                                            <p:strVal val="0-#ppt_w/2"/>
                                          </p:val>
                                        </p:tav>
                                        <p:tav tm="100000">
                                          <p:val>
                                            <p:strVal val="#ppt_x"/>
                                          </p:val>
                                        </p:tav>
                                      </p:tavLst>
                                    </p:anim>
                                    <p:anim calcmode="lin" valueType="num">
                                      <p:cBhvr additive="base">
                                        <p:cTn id="8" dur="1000" fill="hold"/>
                                        <p:tgtEl>
                                          <p:spTgt spid="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
                                            <p:txEl>
                                              <p:pRg st="0" end="0"/>
                                            </p:txEl>
                                          </p:spTgt>
                                        </p:tgtEl>
                                        <p:attrNameLst>
                                          <p:attrName>style.visibility</p:attrName>
                                        </p:attrNameLst>
                                      </p:cBhvr>
                                      <p:to>
                                        <p:strVal val="visible"/>
                                      </p:to>
                                    </p:set>
                                    <p:anim calcmode="lin" valueType="num">
                                      <p:cBhvr additive="base">
                                        <p:cTn id="13" dur="1000" fill="hold"/>
                                        <p:tgtEl>
                                          <p:spTgt spid="79">
                                            <p:txEl>
                                              <p:pRg st="0" end="0"/>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1000" fill="hold"/>
                                        <p:tgtEl>
                                          <p:spTgt spid="4"/>
                                        </p:tgtEl>
                                        <p:attrNameLst>
                                          <p:attrName>ppt_x</p:attrName>
                                        </p:attrNameLst>
                                      </p:cBhvr>
                                      <p:tavLst>
                                        <p:tav tm="0">
                                          <p:val>
                                            <p:strVal val="1+#ppt_w/2"/>
                                          </p:val>
                                        </p:tav>
                                        <p:tav tm="100000">
                                          <p:val>
                                            <p:strVal val="#ppt_x"/>
                                          </p:val>
                                        </p:tav>
                                      </p:tavLst>
                                    </p:anim>
                                    <p:anim calcmode="lin" valueType="num">
                                      <p:cBhvr additive="base">
                                        <p:cTn id="20" dur="10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6"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000" fill="hold"/>
                                        <p:tgtEl>
                                          <p:spTgt spid="2"/>
                                        </p:tgtEl>
                                        <p:attrNameLst>
                                          <p:attrName>ppt_x</p:attrName>
                                        </p:attrNameLst>
                                      </p:cBhvr>
                                      <p:tavLst>
                                        <p:tav tm="0">
                                          <p:val>
                                            <p:strVal val="1+#ppt_w/2"/>
                                          </p:val>
                                        </p:tav>
                                        <p:tav tm="100000">
                                          <p:val>
                                            <p:strVal val="#ppt_x"/>
                                          </p:val>
                                        </p:tav>
                                      </p:tavLst>
                                    </p:anim>
                                    <p:anim calcmode="lin" valueType="num">
                                      <p:cBhvr additive="base">
                                        <p:cTn id="24"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build="p"/>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a:extLst>
            <a:ext uri="{FF2B5EF4-FFF2-40B4-BE49-F238E27FC236}">
              <a16:creationId xmlns:a16="http://schemas.microsoft.com/office/drawing/2014/main" id="{19A95E47-F5A8-C259-4F49-966965EAE7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6695CC-BE66-7F11-7DCD-94403C6895B8}"/>
              </a:ext>
            </a:extLst>
          </p:cNvPr>
          <p:cNvSpPr>
            <a:spLocks noGrp="1"/>
          </p:cNvSpPr>
          <p:nvPr>
            <p:ph type="title"/>
          </p:nvPr>
        </p:nvSpPr>
        <p:spPr>
          <a:xfrm>
            <a:off x="376343" y="41250"/>
            <a:ext cx="4333164" cy="811612"/>
          </a:xfrm>
        </p:spPr>
        <p:txBody>
          <a:bodyPr/>
          <a:lstStyle/>
          <a:p>
            <a:r>
              <a:rPr lang="en-PH" sz="3200" b="1" dirty="0">
                <a:latin typeface="Century Gothic" panose="020B0502020202020204" pitchFamily="34" charset="0"/>
              </a:rPr>
              <a:t>Critical Path Method</a:t>
            </a:r>
          </a:p>
        </p:txBody>
      </p:sp>
      <p:sp>
        <p:nvSpPr>
          <p:cNvPr id="6" name="Rectangle 1">
            <a:extLst>
              <a:ext uri="{FF2B5EF4-FFF2-40B4-BE49-F238E27FC236}">
                <a16:creationId xmlns:a16="http://schemas.microsoft.com/office/drawing/2014/main" id="{0A31AD38-64A3-9036-D474-437B5A12C94B}"/>
              </a:ext>
            </a:extLst>
          </p:cNvPr>
          <p:cNvSpPr>
            <a:spLocks noChangeArrowheads="1"/>
          </p:cNvSpPr>
          <p:nvPr/>
        </p:nvSpPr>
        <p:spPr bwMode="auto">
          <a:xfrm>
            <a:off x="488135" y="837697"/>
            <a:ext cx="820897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entury Gothic" panose="020B0502020202020204" pitchFamily="34" charset="0"/>
              </a:rPr>
              <a:t>The </a:t>
            </a:r>
            <a:r>
              <a:rPr kumimoji="0" lang="en-US" altLang="en-US" sz="1400" b="1" i="0" u="none" strike="noStrike" cap="none" normalizeH="0" baseline="0" dirty="0">
                <a:ln>
                  <a:noFill/>
                </a:ln>
                <a:solidFill>
                  <a:schemeClr val="tx1"/>
                </a:solidFill>
                <a:effectLst/>
                <a:latin typeface="Century Gothic" panose="020B0502020202020204" pitchFamily="34" charset="0"/>
              </a:rPr>
              <a:t>purpose of the Critical Path Method (CPM)</a:t>
            </a:r>
            <a:r>
              <a:rPr kumimoji="0" lang="en-US" altLang="en-US" sz="1400" b="0" i="0" u="none" strike="noStrike" cap="none" normalizeH="0" baseline="0" dirty="0">
                <a:ln>
                  <a:noFill/>
                </a:ln>
                <a:solidFill>
                  <a:schemeClr val="tx1"/>
                </a:solidFill>
                <a:effectLst/>
                <a:latin typeface="Century Gothic" panose="020B0502020202020204" pitchFamily="34" charset="0"/>
              </a:rPr>
              <a:t> is to determine the longest sequence of dependent tasks, identify critical activities that cannot be delayed, and ensure efficient scheduling to complete the project in the shortest possible time.</a:t>
            </a:r>
          </a:p>
        </p:txBody>
      </p:sp>
      <p:pic>
        <p:nvPicPr>
          <p:cNvPr id="2053" name="Picture 5">
            <a:extLst>
              <a:ext uri="{FF2B5EF4-FFF2-40B4-BE49-F238E27FC236}">
                <a16:creationId xmlns:a16="http://schemas.microsoft.com/office/drawing/2014/main" id="{1E43670F-C4D8-BA58-CA4F-4E21FB797B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8964" y="1649309"/>
            <a:ext cx="5081086" cy="3388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1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3"/>
                                        </p:tgtEl>
                                        <p:attrNameLst>
                                          <p:attrName>style.visibility</p:attrName>
                                        </p:attrNameLst>
                                      </p:cBhvr>
                                      <p:to>
                                        <p:strVal val="visible"/>
                                      </p:to>
                                    </p:set>
                                    <p:anim calcmode="lin" valueType="num">
                                      <p:cBhvr additive="base">
                                        <p:cTn id="13" dur="750" fill="hold"/>
                                        <p:tgtEl>
                                          <p:spTgt spid="2053"/>
                                        </p:tgtEl>
                                        <p:attrNameLst>
                                          <p:attrName>ppt_x</p:attrName>
                                        </p:attrNameLst>
                                      </p:cBhvr>
                                      <p:tavLst>
                                        <p:tav tm="0">
                                          <p:val>
                                            <p:strVal val="#ppt_x"/>
                                          </p:val>
                                        </p:tav>
                                        <p:tav tm="100000">
                                          <p:val>
                                            <p:strVal val="#ppt_x"/>
                                          </p:val>
                                        </p:tav>
                                      </p:tavLst>
                                    </p:anim>
                                    <p:anim calcmode="lin" valueType="num">
                                      <p:cBhvr additive="base">
                                        <p:cTn id="14" dur="750" fill="hold"/>
                                        <p:tgtEl>
                                          <p:spTgt spid="205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750" fill="hold"/>
                                        <p:tgtEl>
                                          <p:spTgt spid="6"/>
                                        </p:tgtEl>
                                        <p:attrNameLst>
                                          <p:attrName>ppt_x</p:attrName>
                                        </p:attrNameLst>
                                      </p:cBhvr>
                                      <p:tavLst>
                                        <p:tav tm="0">
                                          <p:val>
                                            <p:strVal val="#ppt_x"/>
                                          </p:val>
                                        </p:tav>
                                        <p:tav tm="100000">
                                          <p:val>
                                            <p:strVal val="#ppt_x"/>
                                          </p:val>
                                        </p:tav>
                                      </p:tavLst>
                                    </p:anim>
                                    <p:anim calcmode="lin" valueType="num">
                                      <p:cBhvr additive="base">
                                        <p:cTn id="18" dur="7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a:extLst>
            <a:ext uri="{FF2B5EF4-FFF2-40B4-BE49-F238E27FC236}">
              <a16:creationId xmlns:a16="http://schemas.microsoft.com/office/drawing/2014/main" id="{0CFBD695-E68E-D57B-D307-B87C01EB60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C325F8-56E9-88B0-F710-EC986B5346C4}"/>
              </a:ext>
            </a:extLst>
          </p:cNvPr>
          <p:cNvSpPr>
            <a:spLocks noGrp="1"/>
          </p:cNvSpPr>
          <p:nvPr>
            <p:ph type="title"/>
          </p:nvPr>
        </p:nvSpPr>
        <p:spPr>
          <a:xfrm>
            <a:off x="183838" y="206254"/>
            <a:ext cx="8705780" cy="811612"/>
          </a:xfrm>
        </p:spPr>
        <p:txBody>
          <a:bodyPr/>
          <a:lstStyle/>
          <a:p>
            <a:pPr algn="ctr"/>
            <a:r>
              <a:rPr lang="en-US" sz="3200" b="1" dirty="0">
                <a:latin typeface="Century Gothic" panose="020B0502020202020204" pitchFamily="34" charset="0"/>
              </a:rPr>
              <a:t>Program Evaluation and Review Technique (PERT):</a:t>
            </a:r>
            <a:endParaRPr lang="en-PH" sz="3200" dirty="0">
              <a:latin typeface="Century Gothic" panose="020B0502020202020204" pitchFamily="34" charset="0"/>
            </a:endParaRPr>
          </a:p>
        </p:txBody>
      </p:sp>
      <p:sp>
        <p:nvSpPr>
          <p:cNvPr id="3" name="Rectangle 2">
            <a:extLst>
              <a:ext uri="{FF2B5EF4-FFF2-40B4-BE49-F238E27FC236}">
                <a16:creationId xmlns:a16="http://schemas.microsoft.com/office/drawing/2014/main" id="{04B86169-49FA-8557-043D-FA4695125193}"/>
              </a:ext>
            </a:extLst>
          </p:cNvPr>
          <p:cNvSpPr>
            <a:spLocks noChangeArrowheads="1"/>
          </p:cNvSpPr>
          <p:nvPr/>
        </p:nvSpPr>
        <p:spPr bwMode="auto">
          <a:xfrm>
            <a:off x="488136" y="986799"/>
            <a:ext cx="802334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entury Gothic" panose="020B0502020202020204" pitchFamily="34" charset="0"/>
              </a:rPr>
              <a:t>The purpose of  Progra</a:t>
            </a:r>
            <a:r>
              <a:rPr lang="en-US" altLang="en-US" sz="1400" b="1" dirty="0">
                <a:latin typeface="Century Gothic" panose="020B0502020202020204" pitchFamily="34" charset="0"/>
              </a:rPr>
              <a:t>m Evaluation and Review Technique (</a:t>
            </a:r>
            <a:r>
              <a:rPr kumimoji="0" lang="en-US" altLang="en-US" sz="1400" b="1" i="0" u="none" strike="noStrike" cap="none" normalizeH="0" baseline="0" dirty="0">
                <a:ln>
                  <a:noFill/>
                </a:ln>
                <a:solidFill>
                  <a:schemeClr val="tx1"/>
                </a:solidFill>
                <a:effectLst/>
                <a:latin typeface="Century Gothic" panose="020B0502020202020204" pitchFamily="34" charset="0"/>
              </a:rPr>
              <a:t>PERT) </a:t>
            </a:r>
            <a:r>
              <a:rPr kumimoji="0" lang="en-US" altLang="en-US" sz="1400" b="0" i="0" u="none" strike="noStrike" cap="none" normalizeH="0" baseline="0" dirty="0">
                <a:ln>
                  <a:noFill/>
                </a:ln>
                <a:solidFill>
                  <a:schemeClr val="tx1"/>
                </a:solidFill>
                <a:effectLst/>
                <a:latin typeface="Century Gothic" panose="020B0502020202020204" pitchFamily="34" charset="0"/>
              </a:rPr>
              <a:t>is to help plan, schedule, and control complex projects by estimating time, identifying the critical path, and minimizing risks to ensure timely completion.</a:t>
            </a:r>
          </a:p>
        </p:txBody>
      </p:sp>
      <p:pic>
        <p:nvPicPr>
          <p:cNvPr id="1028" name="Picture 4">
            <a:extLst>
              <a:ext uri="{FF2B5EF4-FFF2-40B4-BE49-F238E27FC236}">
                <a16:creationId xmlns:a16="http://schemas.microsoft.com/office/drawing/2014/main" id="{790B3CF5-E53D-10E9-5C37-739E10B5E7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6435" y="1848620"/>
            <a:ext cx="5011479" cy="3138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50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fill="hold"/>
                                        <p:tgtEl>
                                          <p:spTgt spid="3"/>
                                        </p:tgtEl>
                                        <p:attrNameLst>
                                          <p:attrName>ppt_x</p:attrName>
                                        </p:attrNameLst>
                                      </p:cBhvr>
                                      <p:tavLst>
                                        <p:tav tm="0">
                                          <p:val>
                                            <p:strVal val="1+#ppt_w/2"/>
                                          </p:val>
                                        </p:tav>
                                        <p:tav tm="100000">
                                          <p:val>
                                            <p:strVal val="#ppt_x"/>
                                          </p:val>
                                        </p:tav>
                                      </p:tavLst>
                                    </p:anim>
                                    <p:anim calcmode="lin" valueType="num">
                                      <p:cBhvr additive="base">
                                        <p:cTn id="14" dur="1000" fill="hold"/>
                                        <p:tgtEl>
                                          <p:spTgt spid="3"/>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1028"/>
                                        </p:tgtEl>
                                        <p:attrNameLst>
                                          <p:attrName>style.visibility</p:attrName>
                                        </p:attrNameLst>
                                      </p:cBhvr>
                                      <p:to>
                                        <p:strVal val="visible"/>
                                      </p:to>
                                    </p:set>
                                    <p:anim calcmode="lin" valueType="num">
                                      <p:cBhvr additive="base">
                                        <p:cTn id="17" dur="1000" fill="hold"/>
                                        <p:tgtEl>
                                          <p:spTgt spid="1028"/>
                                        </p:tgtEl>
                                        <p:attrNameLst>
                                          <p:attrName>ppt_x</p:attrName>
                                        </p:attrNameLst>
                                      </p:cBhvr>
                                      <p:tavLst>
                                        <p:tav tm="0">
                                          <p:val>
                                            <p:strVal val="1+#ppt_w/2"/>
                                          </p:val>
                                        </p:tav>
                                        <p:tav tm="100000">
                                          <p:val>
                                            <p:strVal val="#ppt_x"/>
                                          </p:val>
                                        </p:tav>
                                      </p:tavLst>
                                    </p:anim>
                                    <p:anim calcmode="lin" valueType="num">
                                      <p:cBhvr additive="base">
                                        <p:cTn id="18" dur="1000" fill="hold"/>
                                        <p:tgtEl>
                                          <p:spTgt spid="10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a:extLst>
            <a:ext uri="{FF2B5EF4-FFF2-40B4-BE49-F238E27FC236}">
              <a16:creationId xmlns:a16="http://schemas.microsoft.com/office/drawing/2014/main" id="{B3F886C0-355E-9B6B-3AA2-4ECE1E1F00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6A75CD-D5E9-678F-B82C-C9188932A02D}"/>
              </a:ext>
            </a:extLst>
          </p:cNvPr>
          <p:cNvSpPr>
            <a:spLocks noGrp="1"/>
          </p:cNvSpPr>
          <p:nvPr>
            <p:ph type="title"/>
          </p:nvPr>
        </p:nvSpPr>
        <p:spPr>
          <a:xfrm>
            <a:off x="2445776" y="206254"/>
            <a:ext cx="4113154" cy="811612"/>
          </a:xfrm>
        </p:spPr>
        <p:txBody>
          <a:bodyPr/>
          <a:lstStyle/>
          <a:p>
            <a:pPr algn="ctr"/>
            <a:r>
              <a:rPr lang="en-US" sz="3200" b="1" dirty="0">
                <a:latin typeface="Century Gothic" panose="020B0502020202020204" pitchFamily="34" charset="0"/>
              </a:rPr>
              <a:t>Gantt Charts</a:t>
            </a:r>
            <a:endParaRPr lang="en-PH" sz="3200" dirty="0">
              <a:latin typeface="Century Gothic" panose="020B0502020202020204" pitchFamily="34" charset="0"/>
            </a:endParaRPr>
          </a:p>
        </p:txBody>
      </p:sp>
      <p:sp>
        <p:nvSpPr>
          <p:cNvPr id="3" name="Rectangle 2">
            <a:extLst>
              <a:ext uri="{FF2B5EF4-FFF2-40B4-BE49-F238E27FC236}">
                <a16:creationId xmlns:a16="http://schemas.microsoft.com/office/drawing/2014/main" id="{21FD242B-E318-57EC-6E4C-74B47F00636B}"/>
              </a:ext>
            </a:extLst>
          </p:cNvPr>
          <p:cNvSpPr>
            <a:spLocks noChangeArrowheads="1"/>
          </p:cNvSpPr>
          <p:nvPr/>
        </p:nvSpPr>
        <p:spPr bwMode="auto">
          <a:xfrm>
            <a:off x="488136" y="1202242"/>
            <a:ext cx="561030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Century Gothic" panose="020B0502020202020204" pitchFamily="34" charset="0"/>
            </a:endParaRPr>
          </a:p>
        </p:txBody>
      </p:sp>
      <p:sp>
        <p:nvSpPr>
          <p:cNvPr id="5" name="Rectangle 2">
            <a:extLst>
              <a:ext uri="{FF2B5EF4-FFF2-40B4-BE49-F238E27FC236}">
                <a16:creationId xmlns:a16="http://schemas.microsoft.com/office/drawing/2014/main" id="{1335C60A-6269-ADDD-7459-27B37885FEF4}"/>
              </a:ext>
            </a:extLst>
          </p:cNvPr>
          <p:cNvSpPr>
            <a:spLocks noChangeArrowheads="1"/>
          </p:cNvSpPr>
          <p:nvPr/>
        </p:nvSpPr>
        <p:spPr bwMode="auto">
          <a:xfrm>
            <a:off x="591268" y="1011023"/>
            <a:ext cx="8174598"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entury Gothic" panose="020B0502020202020204" pitchFamily="34" charset="0"/>
              </a:rPr>
              <a:t>The purpose of Gantt charts </a:t>
            </a:r>
            <a:r>
              <a:rPr kumimoji="0" lang="en-US" altLang="en-US" sz="1400" b="0" i="0" u="none" strike="noStrike" cap="none" normalizeH="0" baseline="0" dirty="0">
                <a:ln>
                  <a:noFill/>
                </a:ln>
                <a:solidFill>
                  <a:schemeClr val="tx1"/>
                </a:solidFill>
                <a:effectLst/>
                <a:latin typeface="Century Gothic" panose="020B0502020202020204" pitchFamily="34" charset="0"/>
              </a:rPr>
              <a:t>is to visually organize project tasks, showing their timelines, sequence, and progress. They help track deadlines, identify task dependencies, and ensure efficient project management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2054" name="Picture 6">
            <a:extLst>
              <a:ext uri="{FF2B5EF4-FFF2-40B4-BE49-F238E27FC236}">
                <a16:creationId xmlns:a16="http://schemas.microsoft.com/office/drawing/2014/main" id="{5FA0EE33-7BFE-9E42-F46C-EA2644CA2E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8670" y="1811242"/>
            <a:ext cx="4254023" cy="3190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92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1+#ppt_w/2"/>
                                          </p:val>
                                        </p:tav>
                                        <p:tav tm="100000">
                                          <p:val>
                                            <p:strVal val="#ppt_x"/>
                                          </p:val>
                                        </p:tav>
                                      </p:tavLst>
                                    </p:anim>
                                    <p:anim calcmode="lin" valueType="num">
                                      <p:cBhvr additive="base">
                                        <p:cTn id="14" dur="1000" fill="hold"/>
                                        <p:tgtEl>
                                          <p:spTgt spid="5"/>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2054"/>
                                        </p:tgtEl>
                                        <p:attrNameLst>
                                          <p:attrName>style.visibility</p:attrName>
                                        </p:attrNameLst>
                                      </p:cBhvr>
                                      <p:to>
                                        <p:strVal val="visible"/>
                                      </p:to>
                                    </p:set>
                                    <p:anim calcmode="lin" valueType="num">
                                      <p:cBhvr additive="base">
                                        <p:cTn id="17" dur="1000" fill="hold"/>
                                        <p:tgtEl>
                                          <p:spTgt spid="2054"/>
                                        </p:tgtEl>
                                        <p:attrNameLst>
                                          <p:attrName>ppt_x</p:attrName>
                                        </p:attrNameLst>
                                      </p:cBhvr>
                                      <p:tavLst>
                                        <p:tav tm="0">
                                          <p:val>
                                            <p:strVal val="1+#ppt_w/2"/>
                                          </p:val>
                                        </p:tav>
                                        <p:tav tm="100000">
                                          <p:val>
                                            <p:strVal val="#ppt_x"/>
                                          </p:val>
                                        </p:tav>
                                      </p:tavLst>
                                    </p:anim>
                                    <p:anim calcmode="lin" valueType="num">
                                      <p:cBhvr additive="base">
                                        <p:cTn id="18" dur="1000" fill="hold"/>
                                        <p:tgtEl>
                                          <p:spTgt spid="20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p:cNvGrpSpPr/>
        <p:nvPr/>
      </p:nvGrpSpPr>
      <p:grpSpPr>
        <a:xfrm>
          <a:off x="0" y="0"/>
          <a:ext cx="0" cy="0"/>
          <a:chOff x="0" y="0"/>
          <a:chExt cx="0" cy="0"/>
        </a:xfrm>
      </p:grpSpPr>
      <p:pic>
        <p:nvPicPr>
          <p:cNvPr id="82" name="Google Shape;169;p31"/>
          <p:cNvPicPr/>
          <p:nvPr/>
        </p:nvPicPr>
        <p:blipFill>
          <a:blip r:embed="rId2"/>
          <a:srcRect l="1285" r="1285"/>
          <a:stretch/>
        </p:blipFill>
        <p:spPr>
          <a:xfrm>
            <a:off x="0" y="0"/>
            <a:ext cx="3427920" cy="5143320"/>
          </a:xfrm>
          <a:prstGeom prst="rect">
            <a:avLst/>
          </a:prstGeom>
          <a:noFill/>
          <a:ln w="0">
            <a:noFill/>
          </a:ln>
        </p:spPr>
      </p:pic>
      <p:sp>
        <p:nvSpPr>
          <p:cNvPr id="83" name="PlaceHolder 1"/>
          <p:cNvSpPr>
            <a:spLocks noGrp="1"/>
          </p:cNvSpPr>
          <p:nvPr>
            <p:ph type="title"/>
          </p:nvPr>
        </p:nvSpPr>
        <p:spPr>
          <a:xfrm>
            <a:off x="3671958" y="1760050"/>
            <a:ext cx="3828873" cy="734851"/>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3200" b="1" dirty="0">
                <a:solidFill>
                  <a:srgbClr val="000000"/>
                </a:solidFill>
                <a:latin typeface="Century Gothic" panose="020B0502020202020204" pitchFamily="34" charset="0"/>
              </a:rPr>
              <a:t>Resource Planning</a:t>
            </a:r>
            <a:endParaRPr lang="fr-FR" sz="3200" b="1" u="none" strike="noStrike" dirty="0">
              <a:solidFill>
                <a:schemeClr val="dk1"/>
              </a:solidFill>
              <a:effectLst/>
              <a:uFillTx/>
              <a:latin typeface="Century Gothic" panose="020B0502020202020204" pitchFamily="34" charset="0"/>
            </a:endParaRPr>
          </a:p>
        </p:txBody>
      </p:sp>
      <p:sp>
        <p:nvSpPr>
          <p:cNvPr id="84" name="PlaceHolder 2"/>
          <p:cNvSpPr>
            <a:spLocks noGrp="1"/>
          </p:cNvSpPr>
          <p:nvPr>
            <p:ph/>
          </p:nvPr>
        </p:nvSpPr>
        <p:spPr>
          <a:xfrm>
            <a:off x="3616955" y="2447135"/>
            <a:ext cx="5304960" cy="1292968"/>
          </a:xfrm>
          <a:prstGeom prst="rect">
            <a:avLst/>
          </a:prstGeom>
          <a:noFill/>
          <a:ln w="0">
            <a:noFill/>
          </a:ln>
        </p:spPr>
        <p:txBody>
          <a:bodyPr lIns="91440" tIns="91440" rIns="91440" bIns="91440" anchor="t">
            <a:normAutofit/>
          </a:bodyPr>
          <a:lstStyle/>
          <a:p>
            <a:pPr algn="just">
              <a:lnSpc>
                <a:spcPct val="120000"/>
              </a:lnSpc>
              <a:tabLst>
                <a:tab pos="0" algn="l"/>
              </a:tabLst>
            </a:pPr>
            <a:r>
              <a:rPr lang="en-US" sz="1400" dirty="0">
                <a:latin typeface="Century Gothic" panose="020B0502020202020204" pitchFamily="34" charset="0"/>
              </a:rPr>
              <a:t>Resource planning involves identifying, acquiring, and managing the resources needed to complete project activities. Effective resource planning ensures that resources are available when and where they are needed.</a:t>
            </a:r>
            <a:endParaRPr lang="fr-FR" sz="1400" b="0" u="none" strike="noStrike" dirty="0">
              <a:solidFill>
                <a:srgbClr val="000000"/>
              </a:solidFill>
              <a:effectLst/>
              <a:uFillTx/>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1000"/>
                                        <p:tgtEl>
                                          <p:spTgt spid="82"/>
                                        </p:tgtEl>
                                      </p:cBhvr>
                                    </p:animEffect>
                                    <p:anim calcmode="lin" valueType="num">
                                      <p:cBhvr>
                                        <p:cTn id="8" dur="1000" fill="hold"/>
                                        <p:tgtEl>
                                          <p:spTgt spid="82"/>
                                        </p:tgtEl>
                                        <p:attrNameLst>
                                          <p:attrName>ppt_x</p:attrName>
                                        </p:attrNameLst>
                                      </p:cBhvr>
                                      <p:tavLst>
                                        <p:tav tm="0">
                                          <p:val>
                                            <p:strVal val="#ppt_x"/>
                                          </p:val>
                                        </p:tav>
                                        <p:tav tm="100000">
                                          <p:val>
                                            <p:strVal val="#ppt_x"/>
                                          </p:val>
                                        </p:tav>
                                      </p:tavLst>
                                    </p:anim>
                                    <p:anim calcmode="lin" valueType="num">
                                      <p:cBhvr>
                                        <p:cTn id="9"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3"/>
                                        </p:tgtEl>
                                        <p:attrNameLst>
                                          <p:attrName>style.visibility</p:attrName>
                                        </p:attrNameLst>
                                      </p:cBhvr>
                                      <p:to>
                                        <p:strVal val="visible"/>
                                      </p:to>
                                    </p:set>
                                    <p:anim calcmode="lin" valueType="num">
                                      <p:cBhvr additive="base">
                                        <p:cTn id="14" dur="750" fill="hold"/>
                                        <p:tgtEl>
                                          <p:spTgt spid="83"/>
                                        </p:tgtEl>
                                        <p:attrNameLst>
                                          <p:attrName>ppt_x</p:attrName>
                                        </p:attrNameLst>
                                      </p:cBhvr>
                                      <p:tavLst>
                                        <p:tav tm="0">
                                          <p:val>
                                            <p:strVal val="#ppt_x"/>
                                          </p:val>
                                        </p:tav>
                                        <p:tav tm="100000">
                                          <p:val>
                                            <p:strVal val="#ppt_x"/>
                                          </p:val>
                                        </p:tav>
                                      </p:tavLst>
                                    </p:anim>
                                    <p:anim calcmode="lin" valueType="num">
                                      <p:cBhvr additive="base">
                                        <p:cTn id="15" dur="75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4">
                                            <p:txEl>
                                              <p:pRg st="0" end="0"/>
                                            </p:txEl>
                                          </p:spTgt>
                                        </p:tgtEl>
                                        <p:attrNameLst>
                                          <p:attrName>style.visibility</p:attrName>
                                        </p:attrNameLst>
                                      </p:cBhvr>
                                      <p:to>
                                        <p:strVal val="visible"/>
                                      </p:to>
                                    </p:set>
                                    <p:anim calcmode="lin" valueType="num">
                                      <p:cBhvr additive="base">
                                        <p:cTn id="20" dur="750" fill="hold"/>
                                        <p:tgtEl>
                                          <p:spTgt spid="84">
                                            <p:txEl>
                                              <p:pRg st="0" end="0"/>
                                            </p:txEl>
                                          </p:spTgt>
                                        </p:tgtEl>
                                        <p:attrNameLst>
                                          <p:attrName>ppt_x</p:attrName>
                                        </p:attrNameLst>
                                      </p:cBhvr>
                                      <p:tavLst>
                                        <p:tav tm="0">
                                          <p:val>
                                            <p:strVal val="#ppt_x"/>
                                          </p:val>
                                        </p:tav>
                                        <p:tav tm="100000">
                                          <p:val>
                                            <p:strVal val="#ppt_x"/>
                                          </p:val>
                                        </p:tav>
                                      </p:tavLst>
                                    </p:anim>
                                    <p:anim calcmode="lin" valueType="num">
                                      <p:cBhvr additive="base">
                                        <p:cTn id="21" dur="750" fill="hold"/>
                                        <p:tgtEl>
                                          <p:spTgt spid="8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D3DD3068-D028-12D7-1BF1-0AE546510017}"/>
            </a:ext>
          </a:extLst>
        </p:cNvPr>
        <p:cNvGrpSpPr/>
        <p:nvPr/>
      </p:nvGrpSpPr>
      <p:grpSpPr>
        <a:xfrm>
          <a:off x="0" y="0"/>
          <a:ext cx="0" cy="0"/>
          <a:chOff x="0" y="0"/>
          <a:chExt cx="0" cy="0"/>
        </a:xfrm>
      </p:grpSpPr>
      <p:pic>
        <p:nvPicPr>
          <p:cNvPr id="62" name="Google Shape;169;p31">
            <a:extLst>
              <a:ext uri="{FF2B5EF4-FFF2-40B4-BE49-F238E27FC236}">
                <a16:creationId xmlns:a16="http://schemas.microsoft.com/office/drawing/2014/main" id="{A2C72549-8C3E-4E89-2FAF-983F2CCEBA54}"/>
              </a:ext>
            </a:extLst>
          </p:cNvPr>
          <p:cNvPicPr/>
          <p:nvPr/>
        </p:nvPicPr>
        <p:blipFill>
          <a:blip r:embed="rId2"/>
          <a:srcRect l="1285" r="1285"/>
          <a:stretch/>
        </p:blipFill>
        <p:spPr>
          <a:xfrm>
            <a:off x="0" y="0"/>
            <a:ext cx="3427920" cy="5143320"/>
          </a:xfrm>
          <a:prstGeom prst="rect">
            <a:avLst/>
          </a:prstGeom>
          <a:noFill/>
          <a:ln w="0">
            <a:noFill/>
          </a:ln>
        </p:spPr>
      </p:pic>
      <p:sp>
        <p:nvSpPr>
          <p:cNvPr id="63" name="PlaceHolder 1">
            <a:extLst>
              <a:ext uri="{FF2B5EF4-FFF2-40B4-BE49-F238E27FC236}">
                <a16:creationId xmlns:a16="http://schemas.microsoft.com/office/drawing/2014/main" id="{01EE02C0-1D90-674E-CEAE-AE4D55A1A4E5}"/>
              </a:ext>
            </a:extLst>
          </p:cNvPr>
          <p:cNvSpPr>
            <a:spLocks noGrp="1"/>
          </p:cNvSpPr>
          <p:nvPr>
            <p:ph type="title"/>
          </p:nvPr>
        </p:nvSpPr>
        <p:spPr>
          <a:xfrm>
            <a:off x="3692581" y="-116878"/>
            <a:ext cx="5320791" cy="660019"/>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2400" b="1" u="none" strike="noStrike" dirty="0">
                <a:solidFill>
                  <a:srgbClr val="000000"/>
                </a:solidFill>
                <a:effectLst/>
                <a:uFillTx/>
                <a:latin typeface="Century Gothic" panose="020B0502020202020204" pitchFamily="34" charset="0"/>
                <a:ea typeface="Pinyon Script"/>
              </a:rPr>
              <a:t>Key Aspects of Resource Planning</a:t>
            </a:r>
            <a:endParaRPr lang="fr-FR" sz="2400" b="1" u="none" strike="noStrike" dirty="0">
              <a:solidFill>
                <a:schemeClr val="dk1"/>
              </a:solidFill>
              <a:effectLst/>
              <a:uFillTx/>
              <a:latin typeface="Century Gothic" panose="020B0502020202020204" pitchFamily="34" charset="0"/>
            </a:endParaRPr>
          </a:p>
        </p:txBody>
      </p:sp>
      <p:graphicFrame>
        <p:nvGraphicFramePr>
          <p:cNvPr id="5" name="Diagram 4">
            <a:extLst>
              <a:ext uri="{FF2B5EF4-FFF2-40B4-BE49-F238E27FC236}">
                <a16:creationId xmlns:a16="http://schemas.microsoft.com/office/drawing/2014/main" id="{3AD011D5-89D8-187C-E1F3-5CF035F42895}"/>
              </a:ext>
            </a:extLst>
          </p:cNvPr>
          <p:cNvGraphicFramePr/>
          <p:nvPr>
            <p:extLst>
              <p:ext uri="{D42A27DB-BD31-4B8C-83A1-F6EECF244321}">
                <p14:modId xmlns:p14="http://schemas.microsoft.com/office/powerpoint/2010/main" val="1289551876"/>
              </p:ext>
            </p:extLst>
          </p:nvPr>
        </p:nvGraphicFramePr>
        <p:xfrm>
          <a:off x="3898235" y="680641"/>
          <a:ext cx="4895134" cy="4290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978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1000" fill="hold"/>
                                        <p:tgtEl>
                                          <p:spTgt spid="62"/>
                                        </p:tgtEl>
                                        <p:attrNameLst>
                                          <p:attrName>ppt_x</p:attrName>
                                        </p:attrNameLst>
                                      </p:cBhvr>
                                      <p:tavLst>
                                        <p:tav tm="0">
                                          <p:val>
                                            <p:strVal val="0-#ppt_w/2"/>
                                          </p:val>
                                        </p:tav>
                                        <p:tav tm="100000">
                                          <p:val>
                                            <p:strVal val="#ppt_x"/>
                                          </p:val>
                                        </p:tav>
                                      </p:tavLst>
                                    </p:anim>
                                    <p:anim calcmode="lin" valueType="num">
                                      <p:cBhvr additive="base">
                                        <p:cTn id="8" dur="10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additive="base">
                                        <p:cTn id="13" dur="500" fill="hold"/>
                                        <p:tgtEl>
                                          <p:spTgt spid="63"/>
                                        </p:tgtEl>
                                        <p:attrNameLst>
                                          <p:attrName>ppt_x</p:attrName>
                                        </p:attrNameLst>
                                      </p:cBhvr>
                                      <p:tavLst>
                                        <p:tav tm="0">
                                          <p:val>
                                            <p:strVal val="#ppt_x"/>
                                          </p:val>
                                        </p:tav>
                                        <p:tav tm="100000">
                                          <p:val>
                                            <p:strVal val="#ppt_x"/>
                                          </p:val>
                                        </p:tav>
                                      </p:tavLst>
                                    </p:anim>
                                    <p:anim calcmode="lin" valueType="num">
                                      <p:cBhvr additive="base">
                                        <p:cTn id="14" dur="500" fill="hold"/>
                                        <p:tgtEl>
                                          <p:spTgt spid="6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graphicEl>
                                              <a:dgm id="{55FCB8B3-92E4-404C-A947-B0BB0EAC7319}"/>
                                            </p:graphicEl>
                                          </p:spTgt>
                                        </p:tgtEl>
                                        <p:attrNameLst>
                                          <p:attrName>style.visibility</p:attrName>
                                        </p:attrNameLst>
                                      </p:cBhvr>
                                      <p:to>
                                        <p:strVal val="visible"/>
                                      </p:to>
                                    </p:set>
                                    <p:anim calcmode="lin" valueType="num">
                                      <p:cBhvr>
                                        <p:cTn id="19" dur="750" fill="hold"/>
                                        <p:tgtEl>
                                          <p:spTgt spid="5">
                                            <p:graphicEl>
                                              <a:dgm id="{55FCB8B3-92E4-404C-A947-B0BB0EAC7319}"/>
                                            </p:graphicEl>
                                          </p:spTgt>
                                        </p:tgtEl>
                                        <p:attrNameLst>
                                          <p:attrName>ppt_w</p:attrName>
                                        </p:attrNameLst>
                                      </p:cBhvr>
                                      <p:tavLst>
                                        <p:tav tm="0">
                                          <p:val>
                                            <p:fltVal val="0"/>
                                          </p:val>
                                        </p:tav>
                                        <p:tav tm="100000">
                                          <p:val>
                                            <p:strVal val="#ppt_w"/>
                                          </p:val>
                                        </p:tav>
                                      </p:tavLst>
                                    </p:anim>
                                    <p:anim calcmode="lin" valueType="num">
                                      <p:cBhvr>
                                        <p:cTn id="20" dur="750" fill="hold"/>
                                        <p:tgtEl>
                                          <p:spTgt spid="5">
                                            <p:graphicEl>
                                              <a:dgm id="{55FCB8B3-92E4-404C-A947-B0BB0EAC7319}"/>
                                            </p:graphicEl>
                                          </p:spTgt>
                                        </p:tgtEl>
                                        <p:attrNameLst>
                                          <p:attrName>ppt_h</p:attrName>
                                        </p:attrNameLst>
                                      </p:cBhvr>
                                      <p:tavLst>
                                        <p:tav tm="0">
                                          <p:val>
                                            <p:fltVal val="0"/>
                                          </p:val>
                                        </p:tav>
                                        <p:tav tm="100000">
                                          <p:val>
                                            <p:strVal val="#ppt_h"/>
                                          </p:val>
                                        </p:tav>
                                      </p:tavLst>
                                    </p:anim>
                                    <p:animEffect transition="in" filter="fade">
                                      <p:cBhvr>
                                        <p:cTn id="21" dur="750"/>
                                        <p:tgtEl>
                                          <p:spTgt spid="5">
                                            <p:graphicEl>
                                              <a:dgm id="{55FCB8B3-92E4-404C-A947-B0BB0EAC7319}"/>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
                                            <p:graphicEl>
                                              <a:dgm id="{54FB34C4-53A3-4910-9824-C68E91F02C22}"/>
                                            </p:graphicEl>
                                          </p:spTgt>
                                        </p:tgtEl>
                                        <p:attrNameLst>
                                          <p:attrName>style.visibility</p:attrName>
                                        </p:attrNameLst>
                                      </p:cBhvr>
                                      <p:to>
                                        <p:strVal val="visible"/>
                                      </p:to>
                                    </p:set>
                                    <p:anim calcmode="lin" valueType="num">
                                      <p:cBhvr>
                                        <p:cTn id="26" dur="750" fill="hold"/>
                                        <p:tgtEl>
                                          <p:spTgt spid="5">
                                            <p:graphicEl>
                                              <a:dgm id="{54FB34C4-53A3-4910-9824-C68E91F02C22}"/>
                                            </p:graphicEl>
                                          </p:spTgt>
                                        </p:tgtEl>
                                        <p:attrNameLst>
                                          <p:attrName>ppt_w</p:attrName>
                                        </p:attrNameLst>
                                      </p:cBhvr>
                                      <p:tavLst>
                                        <p:tav tm="0">
                                          <p:val>
                                            <p:fltVal val="0"/>
                                          </p:val>
                                        </p:tav>
                                        <p:tav tm="100000">
                                          <p:val>
                                            <p:strVal val="#ppt_w"/>
                                          </p:val>
                                        </p:tav>
                                      </p:tavLst>
                                    </p:anim>
                                    <p:anim calcmode="lin" valueType="num">
                                      <p:cBhvr>
                                        <p:cTn id="27" dur="750" fill="hold"/>
                                        <p:tgtEl>
                                          <p:spTgt spid="5">
                                            <p:graphicEl>
                                              <a:dgm id="{54FB34C4-53A3-4910-9824-C68E91F02C22}"/>
                                            </p:graphicEl>
                                          </p:spTgt>
                                        </p:tgtEl>
                                        <p:attrNameLst>
                                          <p:attrName>ppt_h</p:attrName>
                                        </p:attrNameLst>
                                      </p:cBhvr>
                                      <p:tavLst>
                                        <p:tav tm="0">
                                          <p:val>
                                            <p:fltVal val="0"/>
                                          </p:val>
                                        </p:tav>
                                        <p:tav tm="100000">
                                          <p:val>
                                            <p:strVal val="#ppt_h"/>
                                          </p:val>
                                        </p:tav>
                                      </p:tavLst>
                                    </p:anim>
                                    <p:animEffect transition="in" filter="fade">
                                      <p:cBhvr>
                                        <p:cTn id="28" dur="750"/>
                                        <p:tgtEl>
                                          <p:spTgt spid="5">
                                            <p:graphicEl>
                                              <a:dgm id="{54FB34C4-53A3-4910-9824-C68E91F02C22}"/>
                                            </p:graphicEl>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5">
                                            <p:graphicEl>
                                              <a:dgm id="{E8E09E30-4ED8-4E9D-B10B-AD1623E0A4C0}"/>
                                            </p:graphicEl>
                                          </p:spTgt>
                                        </p:tgtEl>
                                        <p:attrNameLst>
                                          <p:attrName>style.visibility</p:attrName>
                                        </p:attrNameLst>
                                      </p:cBhvr>
                                      <p:to>
                                        <p:strVal val="visible"/>
                                      </p:to>
                                    </p:set>
                                    <p:anim calcmode="lin" valueType="num">
                                      <p:cBhvr>
                                        <p:cTn id="31" dur="750" fill="hold"/>
                                        <p:tgtEl>
                                          <p:spTgt spid="5">
                                            <p:graphicEl>
                                              <a:dgm id="{E8E09E30-4ED8-4E9D-B10B-AD1623E0A4C0}"/>
                                            </p:graphicEl>
                                          </p:spTgt>
                                        </p:tgtEl>
                                        <p:attrNameLst>
                                          <p:attrName>ppt_w</p:attrName>
                                        </p:attrNameLst>
                                      </p:cBhvr>
                                      <p:tavLst>
                                        <p:tav tm="0">
                                          <p:val>
                                            <p:fltVal val="0"/>
                                          </p:val>
                                        </p:tav>
                                        <p:tav tm="100000">
                                          <p:val>
                                            <p:strVal val="#ppt_w"/>
                                          </p:val>
                                        </p:tav>
                                      </p:tavLst>
                                    </p:anim>
                                    <p:anim calcmode="lin" valueType="num">
                                      <p:cBhvr>
                                        <p:cTn id="32" dur="750" fill="hold"/>
                                        <p:tgtEl>
                                          <p:spTgt spid="5">
                                            <p:graphicEl>
                                              <a:dgm id="{E8E09E30-4ED8-4E9D-B10B-AD1623E0A4C0}"/>
                                            </p:graphicEl>
                                          </p:spTgt>
                                        </p:tgtEl>
                                        <p:attrNameLst>
                                          <p:attrName>ppt_h</p:attrName>
                                        </p:attrNameLst>
                                      </p:cBhvr>
                                      <p:tavLst>
                                        <p:tav tm="0">
                                          <p:val>
                                            <p:fltVal val="0"/>
                                          </p:val>
                                        </p:tav>
                                        <p:tav tm="100000">
                                          <p:val>
                                            <p:strVal val="#ppt_h"/>
                                          </p:val>
                                        </p:tav>
                                      </p:tavLst>
                                    </p:anim>
                                    <p:animEffect transition="in" filter="fade">
                                      <p:cBhvr>
                                        <p:cTn id="33" dur="750"/>
                                        <p:tgtEl>
                                          <p:spTgt spid="5">
                                            <p:graphicEl>
                                              <a:dgm id="{E8E09E30-4ED8-4E9D-B10B-AD1623E0A4C0}"/>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5">
                                            <p:graphicEl>
                                              <a:dgm id="{149CFA37-DE73-4C1A-8951-C1F9CE0C434A}"/>
                                            </p:graphicEl>
                                          </p:spTgt>
                                        </p:tgtEl>
                                        <p:attrNameLst>
                                          <p:attrName>style.visibility</p:attrName>
                                        </p:attrNameLst>
                                      </p:cBhvr>
                                      <p:to>
                                        <p:strVal val="visible"/>
                                      </p:to>
                                    </p:set>
                                    <p:anim calcmode="lin" valueType="num">
                                      <p:cBhvr>
                                        <p:cTn id="38" dur="750" fill="hold"/>
                                        <p:tgtEl>
                                          <p:spTgt spid="5">
                                            <p:graphicEl>
                                              <a:dgm id="{149CFA37-DE73-4C1A-8951-C1F9CE0C434A}"/>
                                            </p:graphicEl>
                                          </p:spTgt>
                                        </p:tgtEl>
                                        <p:attrNameLst>
                                          <p:attrName>ppt_w</p:attrName>
                                        </p:attrNameLst>
                                      </p:cBhvr>
                                      <p:tavLst>
                                        <p:tav tm="0">
                                          <p:val>
                                            <p:fltVal val="0"/>
                                          </p:val>
                                        </p:tav>
                                        <p:tav tm="100000">
                                          <p:val>
                                            <p:strVal val="#ppt_w"/>
                                          </p:val>
                                        </p:tav>
                                      </p:tavLst>
                                    </p:anim>
                                    <p:anim calcmode="lin" valueType="num">
                                      <p:cBhvr>
                                        <p:cTn id="39" dur="750" fill="hold"/>
                                        <p:tgtEl>
                                          <p:spTgt spid="5">
                                            <p:graphicEl>
                                              <a:dgm id="{149CFA37-DE73-4C1A-8951-C1F9CE0C434A}"/>
                                            </p:graphicEl>
                                          </p:spTgt>
                                        </p:tgtEl>
                                        <p:attrNameLst>
                                          <p:attrName>ppt_h</p:attrName>
                                        </p:attrNameLst>
                                      </p:cBhvr>
                                      <p:tavLst>
                                        <p:tav tm="0">
                                          <p:val>
                                            <p:fltVal val="0"/>
                                          </p:val>
                                        </p:tav>
                                        <p:tav tm="100000">
                                          <p:val>
                                            <p:strVal val="#ppt_h"/>
                                          </p:val>
                                        </p:tav>
                                      </p:tavLst>
                                    </p:anim>
                                    <p:animEffect transition="in" filter="fade">
                                      <p:cBhvr>
                                        <p:cTn id="40" dur="750"/>
                                        <p:tgtEl>
                                          <p:spTgt spid="5">
                                            <p:graphicEl>
                                              <a:dgm id="{149CFA37-DE73-4C1A-8951-C1F9CE0C434A}"/>
                                            </p:graphicEl>
                                          </p:spTgt>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5">
                                            <p:graphicEl>
                                              <a:dgm id="{DF5B3F96-C981-483B-8A43-17677BDC7956}"/>
                                            </p:graphicEl>
                                          </p:spTgt>
                                        </p:tgtEl>
                                        <p:attrNameLst>
                                          <p:attrName>style.visibility</p:attrName>
                                        </p:attrNameLst>
                                      </p:cBhvr>
                                      <p:to>
                                        <p:strVal val="visible"/>
                                      </p:to>
                                    </p:set>
                                    <p:anim calcmode="lin" valueType="num">
                                      <p:cBhvr>
                                        <p:cTn id="43" dur="750" fill="hold"/>
                                        <p:tgtEl>
                                          <p:spTgt spid="5">
                                            <p:graphicEl>
                                              <a:dgm id="{DF5B3F96-C981-483B-8A43-17677BDC7956}"/>
                                            </p:graphicEl>
                                          </p:spTgt>
                                        </p:tgtEl>
                                        <p:attrNameLst>
                                          <p:attrName>ppt_w</p:attrName>
                                        </p:attrNameLst>
                                      </p:cBhvr>
                                      <p:tavLst>
                                        <p:tav tm="0">
                                          <p:val>
                                            <p:fltVal val="0"/>
                                          </p:val>
                                        </p:tav>
                                        <p:tav tm="100000">
                                          <p:val>
                                            <p:strVal val="#ppt_w"/>
                                          </p:val>
                                        </p:tav>
                                      </p:tavLst>
                                    </p:anim>
                                    <p:anim calcmode="lin" valueType="num">
                                      <p:cBhvr>
                                        <p:cTn id="44" dur="750" fill="hold"/>
                                        <p:tgtEl>
                                          <p:spTgt spid="5">
                                            <p:graphicEl>
                                              <a:dgm id="{DF5B3F96-C981-483B-8A43-17677BDC7956}"/>
                                            </p:graphicEl>
                                          </p:spTgt>
                                        </p:tgtEl>
                                        <p:attrNameLst>
                                          <p:attrName>ppt_h</p:attrName>
                                        </p:attrNameLst>
                                      </p:cBhvr>
                                      <p:tavLst>
                                        <p:tav tm="0">
                                          <p:val>
                                            <p:fltVal val="0"/>
                                          </p:val>
                                        </p:tav>
                                        <p:tav tm="100000">
                                          <p:val>
                                            <p:strVal val="#ppt_h"/>
                                          </p:val>
                                        </p:tav>
                                      </p:tavLst>
                                    </p:anim>
                                    <p:animEffect transition="in" filter="fade">
                                      <p:cBhvr>
                                        <p:cTn id="45" dur="750"/>
                                        <p:tgtEl>
                                          <p:spTgt spid="5">
                                            <p:graphicEl>
                                              <a:dgm id="{DF5B3F96-C981-483B-8A43-17677BDC7956}"/>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5">
                                            <p:graphicEl>
                                              <a:dgm id="{48E0FC2C-AF49-4366-8412-AAD66908A27F}"/>
                                            </p:graphicEl>
                                          </p:spTgt>
                                        </p:tgtEl>
                                        <p:attrNameLst>
                                          <p:attrName>style.visibility</p:attrName>
                                        </p:attrNameLst>
                                      </p:cBhvr>
                                      <p:to>
                                        <p:strVal val="visible"/>
                                      </p:to>
                                    </p:set>
                                    <p:anim calcmode="lin" valueType="num">
                                      <p:cBhvr>
                                        <p:cTn id="50" dur="750" fill="hold"/>
                                        <p:tgtEl>
                                          <p:spTgt spid="5">
                                            <p:graphicEl>
                                              <a:dgm id="{48E0FC2C-AF49-4366-8412-AAD66908A27F}"/>
                                            </p:graphicEl>
                                          </p:spTgt>
                                        </p:tgtEl>
                                        <p:attrNameLst>
                                          <p:attrName>ppt_w</p:attrName>
                                        </p:attrNameLst>
                                      </p:cBhvr>
                                      <p:tavLst>
                                        <p:tav tm="0">
                                          <p:val>
                                            <p:fltVal val="0"/>
                                          </p:val>
                                        </p:tav>
                                        <p:tav tm="100000">
                                          <p:val>
                                            <p:strVal val="#ppt_w"/>
                                          </p:val>
                                        </p:tav>
                                      </p:tavLst>
                                    </p:anim>
                                    <p:anim calcmode="lin" valueType="num">
                                      <p:cBhvr>
                                        <p:cTn id="51" dur="750" fill="hold"/>
                                        <p:tgtEl>
                                          <p:spTgt spid="5">
                                            <p:graphicEl>
                                              <a:dgm id="{48E0FC2C-AF49-4366-8412-AAD66908A27F}"/>
                                            </p:graphicEl>
                                          </p:spTgt>
                                        </p:tgtEl>
                                        <p:attrNameLst>
                                          <p:attrName>ppt_h</p:attrName>
                                        </p:attrNameLst>
                                      </p:cBhvr>
                                      <p:tavLst>
                                        <p:tav tm="0">
                                          <p:val>
                                            <p:fltVal val="0"/>
                                          </p:val>
                                        </p:tav>
                                        <p:tav tm="100000">
                                          <p:val>
                                            <p:strVal val="#ppt_h"/>
                                          </p:val>
                                        </p:tav>
                                      </p:tavLst>
                                    </p:anim>
                                    <p:animEffect transition="in" filter="fade">
                                      <p:cBhvr>
                                        <p:cTn id="52" dur="750"/>
                                        <p:tgtEl>
                                          <p:spTgt spid="5">
                                            <p:graphicEl>
                                              <a:dgm id="{48E0FC2C-AF49-4366-8412-AAD66908A27F}"/>
                                            </p:graphicEl>
                                          </p:spTgt>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5">
                                            <p:graphicEl>
                                              <a:dgm id="{0CBE8408-AD81-4C6A-A41A-B44E2D087DA2}"/>
                                            </p:graphicEl>
                                          </p:spTgt>
                                        </p:tgtEl>
                                        <p:attrNameLst>
                                          <p:attrName>style.visibility</p:attrName>
                                        </p:attrNameLst>
                                      </p:cBhvr>
                                      <p:to>
                                        <p:strVal val="visible"/>
                                      </p:to>
                                    </p:set>
                                    <p:anim calcmode="lin" valueType="num">
                                      <p:cBhvr>
                                        <p:cTn id="55" dur="750" fill="hold"/>
                                        <p:tgtEl>
                                          <p:spTgt spid="5">
                                            <p:graphicEl>
                                              <a:dgm id="{0CBE8408-AD81-4C6A-A41A-B44E2D087DA2}"/>
                                            </p:graphicEl>
                                          </p:spTgt>
                                        </p:tgtEl>
                                        <p:attrNameLst>
                                          <p:attrName>ppt_w</p:attrName>
                                        </p:attrNameLst>
                                      </p:cBhvr>
                                      <p:tavLst>
                                        <p:tav tm="0">
                                          <p:val>
                                            <p:fltVal val="0"/>
                                          </p:val>
                                        </p:tav>
                                        <p:tav tm="100000">
                                          <p:val>
                                            <p:strVal val="#ppt_w"/>
                                          </p:val>
                                        </p:tav>
                                      </p:tavLst>
                                    </p:anim>
                                    <p:anim calcmode="lin" valueType="num">
                                      <p:cBhvr>
                                        <p:cTn id="56" dur="750" fill="hold"/>
                                        <p:tgtEl>
                                          <p:spTgt spid="5">
                                            <p:graphicEl>
                                              <a:dgm id="{0CBE8408-AD81-4C6A-A41A-B44E2D087DA2}"/>
                                            </p:graphicEl>
                                          </p:spTgt>
                                        </p:tgtEl>
                                        <p:attrNameLst>
                                          <p:attrName>ppt_h</p:attrName>
                                        </p:attrNameLst>
                                      </p:cBhvr>
                                      <p:tavLst>
                                        <p:tav tm="0">
                                          <p:val>
                                            <p:fltVal val="0"/>
                                          </p:val>
                                        </p:tav>
                                        <p:tav tm="100000">
                                          <p:val>
                                            <p:strVal val="#ppt_h"/>
                                          </p:val>
                                        </p:tav>
                                      </p:tavLst>
                                    </p:anim>
                                    <p:animEffect transition="in" filter="fade">
                                      <p:cBhvr>
                                        <p:cTn id="57" dur="750"/>
                                        <p:tgtEl>
                                          <p:spTgt spid="5">
                                            <p:graphicEl>
                                              <a:dgm id="{0CBE8408-AD81-4C6A-A41A-B44E2D087DA2}"/>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5">
                                            <p:graphicEl>
                                              <a:dgm id="{06469F8C-9A3D-42A8-9826-D77B6669B384}"/>
                                            </p:graphicEl>
                                          </p:spTgt>
                                        </p:tgtEl>
                                        <p:attrNameLst>
                                          <p:attrName>style.visibility</p:attrName>
                                        </p:attrNameLst>
                                      </p:cBhvr>
                                      <p:to>
                                        <p:strVal val="visible"/>
                                      </p:to>
                                    </p:set>
                                    <p:anim calcmode="lin" valueType="num">
                                      <p:cBhvr>
                                        <p:cTn id="62" dur="750" fill="hold"/>
                                        <p:tgtEl>
                                          <p:spTgt spid="5">
                                            <p:graphicEl>
                                              <a:dgm id="{06469F8C-9A3D-42A8-9826-D77B6669B384}"/>
                                            </p:graphicEl>
                                          </p:spTgt>
                                        </p:tgtEl>
                                        <p:attrNameLst>
                                          <p:attrName>ppt_w</p:attrName>
                                        </p:attrNameLst>
                                      </p:cBhvr>
                                      <p:tavLst>
                                        <p:tav tm="0">
                                          <p:val>
                                            <p:fltVal val="0"/>
                                          </p:val>
                                        </p:tav>
                                        <p:tav tm="100000">
                                          <p:val>
                                            <p:strVal val="#ppt_w"/>
                                          </p:val>
                                        </p:tav>
                                      </p:tavLst>
                                    </p:anim>
                                    <p:anim calcmode="lin" valueType="num">
                                      <p:cBhvr>
                                        <p:cTn id="63" dur="750" fill="hold"/>
                                        <p:tgtEl>
                                          <p:spTgt spid="5">
                                            <p:graphicEl>
                                              <a:dgm id="{06469F8C-9A3D-42A8-9826-D77B6669B384}"/>
                                            </p:graphicEl>
                                          </p:spTgt>
                                        </p:tgtEl>
                                        <p:attrNameLst>
                                          <p:attrName>ppt_h</p:attrName>
                                        </p:attrNameLst>
                                      </p:cBhvr>
                                      <p:tavLst>
                                        <p:tav tm="0">
                                          <p:val>
                                            <p:fltVal val="0"/>
                                          </p:val>
                                        </p:tav>
                                        <p:tav tm="100000">
                                          <p:val>
                                            <p:strVal val="#ppt_h"/>
                                          </p:val>
                                        </p:tav>
                                      </p:tavLst>
                                    </p:anim>
                                    <p:animEffect transition="in" filter="fade">
                                      <p:cBhvr>
                                        <p:cTn id="64" dur="750"/>
                                        <p:tgtEl>
                                          <p:spTgt spid="5">
                                            <p:graphicEl>
                                              <a:dgm id="{06469F8C-9A3D-42A8-9826-D77B6669B384}"/>
                                            </p:graphicEl>
                                          </p:spTgt>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5">
                                            <p:graphicEl>
                                              <a:dgm id="{3B358B73-60DD-4155-8181-7BC265B76254}"/>
                                            </p:graphicEl>
                                          </p:spTgt>
                                        </p:tgtEl>
                                        <p:attrNameLst>
                                          <p:attrName>style.visibility</p:attrName>
                                        </p:attrNameLst>
                                      </p:cBhvr>
                                      <p:to>
                                        <p:strVal val="visible"/>
                                      </p:to>
                                    </p:set>
                                    <p:anim calcmode="lin" valueType="num">
                                      <p:cBhvr>
                                        <p:cTn id="67" dur="750" fill="hold"/>
                                        <p:tgtEl>
                                          <p:spTgt spid="5">
                                            <p:graphicEl>
                                              <a:dgm id="{3B358B73-60DD-4155-8181-7BC265B76254}"/>
                                            </p:graphicEl>
                                          </p:spTgt>
                                        </p:tgtEl>
                                        <p:attrNameLst>
                                          <p:attrName>ppt_w</p:attrName>
                                        </p:attrNameLst>
                                      </p:cBhvr>
                                      <p:tavLst>
                                        <p:tav tm="0">
                                          <p:val>
                                            <p:fltVal val="0"/>
                                          </p:val>
                                        </p:tav>
                                        <p:tav tm="100000">
                                          <p:val>
                                            <p:strVal val="#ppt_w"/>
                                          </p:val>
                                        </p:tav>
                                      </p:tavLst>
                                    </p:anim>
                                    <p:anim calcmode="lin" valueType="num">
                                      <p:cBhvr>
                                        <p:cTn id="68" dur="750" fill="hold"/>
                                        <p:tgtEl>
                                          <p:spTgt spid="5">
                                            <p:graphicEl>
                                              <a:dgm id="{3B358B73-60DD-4155-8181-7BC265B76254}"/>
                                            </p:graphicEl>
                                          </p:spTgt>
                                        </p:tgtEl>
                                        <p:attrNameLst>
                                          <p:attrName>ppt_h</p:attrName>
                                        </p:attrNameLst>
                                      </p:cBhvr>
                                      <p:tavLst>
                                        <p:tav tm="0">
                                          <p:val>
                                            <p:fltVal val="0"/>
                                          </p:val>
                                        </p:tav>
                                        <p:tav tm="100000">
                                          <p:val>
                                            <p:strVal val="#ppt_h"/>
                                          </p:val>
                                        </p:tav>
                                      </p:tavLst>
                                    </p:anim>
                                    <p:animEffect transition="in" filter="fade">
                                      <p:cBhvr>
                                        <p:cTn id="69" dur="750"/>
                                        <p:tgtEl>
                                          <p:spTgt spid="5">
                                            <p:graphicEl>
                                              <a:dgm id="{3B358B73-60DD-4155-8181-7BC265B7625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Graphic spid="5"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11CE8E26-87F8-101B-E72C-8323208909A6}"/>
            </a:ext>
          </a:extLst>
        </p:cNvPr>
        <p:cNvGrpSpPr/>
        <p:nvPr/>
      </p:nvGrpSpPr>
      <p:grpSpPr>
        <a:xfrm>
          <a:off x="0" y="0"/>
          <a:ext cx="0" cy="0"/>
          <a:chOff x="0" y="0"/>
          <a:chExt cx="0" cy="0"/>
        </a:xfrm>
      </p:grpSpPr>
      <p:pic>
        <p:nvPicPr>
          <p:cNvPr id="82" name="Google Shape;169;p31">
            <a:extLst>
              <a:ext uri="{FF2B5EF4-FFF2-40B4-BE49-F238E27FC236}">
                <a16:creationId xmlns:a16="http://schemas.microsoft.com/office/drawing/2014/main" id="{EC4A8286-0A9D-B50C-68A9-75E1A983DB2C}"/>
              </a:ext>
            </a:extLst>
          </p:cNvPr>
          <p:cNvPicPr/>
          <p:nvPr/>
        </p:nvPicPr>
        <p:blipFill>
          <a:blip r:embed="rId2"/>
          <a:srcRect l="1285" r="1285"/>
          <a:stretch/>
        </p:blipFill>
        <p:spPr>
          <a:xfrm>
            <a:off x="0" y="0"/>
            <a:ext cx="3427920" cy="5143320"/>
          </a:xfrm>
          <a:prstGeom prst="rect">
            <a:avLst/>
          </a:prstGeom>
          <a:noFill/>
          <a:ln w="0">
            <a:noFill/>
          </a:ln>
        </p:spPr>
      </p:pic>
      <p:sp>
        <p:nvSpPr>
          <p:cNvPr id="83" name="PlaceHolder 1">
            <a:extLst>
              <a:ext uri="{FF2B5EF4-FFF2-40B4-BE49-F238E27FC236}">
                <a16:creationId xmlns:a16="http://schemas.microsoft.com/office/drawing/2014/main" id="{3B35C7B4-14DC-B85C-74DB-7ABB8292B558}"/>
              </a:ext>
            </a:extLst>
          </p:cNvPr>
          <p:cNvSpPr>
            <a:spLocks noGrp="1"/>
          </p:cNvSpPr>
          <p:nvPr>
            <p:ph type="title"/>
          </p:nvPr>
        </p:nvSpPr>
        <p:spPr>
          <a:xfrm>
            <a:off x="3981342" y="694391"/>
            <a:ext cx="4798275" cy="734853"/>
          </a:xfrm>
          <a:prstGeom prst="rect">
            <a:avLst/>
          </a:prstGeom>
          <a:noFill/>
          <a:ln w="0">
            <a:noFill/>
          </a:ln>
        </p:spPr>
        <p:txBody>
          <a:bodyPr lIns="91440" tIns="91440" rIns="91440" bIns="91440" anchor="b">
            <a:normAutofit/>
          </a:bodyPr>
          <a:lstStyle/>
          <a:p>
            <a:pPr>
              <a:lnSpc>
                <a:spcPct val="120000"/>
              </a:lnSpc>
              <a:tabLst>
                <a:tab pos="0" algn="l"/>
              </a:tabLst>
            </a:pPr>
            <a:r>
              <a:rPr lang="en-US" sz="3200" b="1" dirty="0">
                <a:latin typeface="Century Gothic" panose="020B0502020202020204" pitchFamily="34" charset="0"/>
              </a:rPr>
              <a:t>Resource Identification</a:t>
            </a:r>
            <a:endParaRPr lang="fr-FR" sz="3200" b="1" u="none" strike="noStrike" dirty="0">
              <a:solidFill>
                <a:schemeClr val="dk1"/>
              </a:solidFill>
              <a:effectLst/>
              <a:uFillTx/>
              <a:latin typeface="Century Gothic" panose="020B0502020202020204" pitchFamily="34" charset="0"/>
            </a:endParaRPr>
          </a:p>
        </p:txBody>
      </p:sp>
      <p:sp>
        <p:nvSpPr>
          <p:cNvPr id="84" name="PlaceHolder 2">
            <a:extLst>
              <a:ext uri="{FF2B5EF4-FFF2-40B4-BE49-F238E27FC236}">
                <a16:creationId xmlns:a16="http://schemas.microsoft.com/office/drawing/2014/main" id="{E65ABA2A-119D-D4D7-D506-1506EDF60AE7}"/>
              </a:ext>
            </a:extLst>
          </p:cNvPr>
          <p:cNvSpPr>
            <a:spLocks noGrp="1"/>
          </p:cNvSpPr>
          <p:nvPr>
            <p:ph/>
          </p:nvPr>
        </p:nvSpPr>
        <p:spPr>
          <a:xfrm>
            <a:off x="3995090" y="1408978"/>
            <a:ext cx="4798275" cy="734853"/>
          </a:xfrm>
          <a:prstGeom prst="rect">
            <a:avLst/>
          </a:prstGeom>
          <a:noFill/>
          <a:ln w="0">
            <a:noFill/>
          </a:ln>
        </p:spPr>
        <p:txBody>
          <a:bodyPr lIns="91440" tIns="91440" rIns="91440" bIns="91440" anchor="t">
            <a:normAutofit/>
          </a:bodyPr>
          <a:lstStyle/>
          <a:p>
            <a:pPr algn="just">
              <a:lnSpc>
                <a:spcPct val="120000"/>
              </a:lnSpc>
              <a:tabLst>
                <a:tab pos="0" algn="l"/>
              </a:tabLst>
            </a:pPr>
            <a:r>
              <a:rPr lang="en-US" sz="1400" dirty="0">
                <a:latin typeface="Century Gothic" panose="020B0502020202020204" pitchFamily="34" charset="0"/>
              </a:rPr>
              <a:t>-Determining the types and quantities of resources required for each activity.</a:t>
            </a:r>
            <a:endParaRPr lang="fr-FR" sz="1400" b="0" u="none" strike="noStrike" dirty="0">
              <a:solidFill>
                <a:srgbClr val="000000"/>
              </a:solidFill>
              <a:effectLst/>
              <a:uFillTx/>
              <a:latin typeface="Century Gothic" panose="020B0502020202020204" pitchFamily="34" charset="0"/>
            </a:endParaRPr>
          </a:p>
        </p:txBody>
      </p:sp>
      <p:sp>
        <p:nvSpPr>
          <p:cNvPr id="2" name="PlaceHolder 2">
            <a:extLst>
              <a:ext uri="{FF2B5EF4-FFF2-40B4-BE49-F238E27FC236}">
                <a16:creationId xmlns:a16="http://schemas.microsoft.com/office/drawing/2014/main" id="{D95A4C65-7511-F0D5-07B3-0E198BDA5265}"/>
              </a:ext>
            </a:extLst>
          </p:cNvPr>
          <p:cNvSpPr txBox="1">
            <a:spLocks/>
          </p:cNvSpPr>
          <p:nvPr/>
        </p:nvSpPr>
        <p:spPr>
          <a:xfrm>
            <a:off x="4044365" y="2152647"/>
            <a:ext cx="1338910" cy="508052"/>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20000"/>
              </a:lnSpc>
              <a:tabLst>
                <a:tab pos="0" algn="l"/>
              </a:tabLst>
            </a:pPr>
            <a:r>
              <a:rPr lang="en-US" sz="1600" b="1" dirty="0">
                <a:solidFill>
                  <a:srgbClr val="000000"/>
                </a:solidFill>
                <a:latin typeface="Century Gothic" panose="020B0502020202020204" pitchFamily="34" charset="0"/>
              </a:rPr>
              <a:t>Categories:</a:t>
            </a:r>
            <a:endParaRPr lang="fr-FR" sz="1600" b="1" dirty="0">
              <a:solidFill>
                <a:srgbClr val="000000"/>
              </a:solidFill>
              <a:latin typeface="Century Gothic" panose="020B0502020202020204" pitchFamily="34" charset="0"/>
            </a:endParaRPr>
          </a:p>
        </p:txBody>
      </p:sp>
      <p:sp>
        <p:nvSpPr>
          <p:cNvPr id="3" name="PlaceHolder 2">
            <a:extLst>
              <a:ext uri="{FF2B5EF4-FFF2-40B4-BE49-F238E27FC236}">
                <a16:creationId xmlns:a16="http://schemas.microsoft.com/office/drawing/2014/main" id="{1A67874D-04FD-9987-B26A-BE49FDF2FDBF}"/>
              </a:ext>
            </a:extLst>
          </p:cNvPr>
          <p:cNvSpPr txBox="1">
            <a:spLocks/>
          </p:cNvSpPr>
          <p:nvPr/>
        </p:nvSpPr>
        <p:spPr>
          <a:xfrm>
            <a:off x="4196764" y="2566303"/>
            <a:ext cx="3482821" cy="1503807"/>
          </a:xfrm>
          <a:prstGeom prst="rect">
            <a:avLst/>
          </a:prstGeom>
          <a:noFill/>
          <a:ln w="0">
            <a:noFill/>
          </a:ln>
        </p:spPr>
        <p:txBody>
          <a:bodyPr lIns="91440" tIns="91440" rIns="91440" bIns="91440" anchor="t">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nSpc>
                <a:spcPct val="120000"/>
              </a:lnSpc>
              <a:buFont typeface="Wingdings" panose="05000000000000000000" pitchFamily="2" charset="2"/>
              <a:buChar char="Ø"/>
              <a:tabLst>
                <a:tab pos="0" algn="l"/>
              </a:tabLst>
            </a:pPr>
            <a:r>
              <a:rPr lang="en-US" sz="5600" dirty="0">
                <a:latin typeface="Century Gothic" panose="020B0502020202020204" pitchFamily="34" charset="0"/>
              </a:rPr>
              <a:t>Human resources (project team members, consultants)</a:t>
            </a:r>
          </a:p>
          <a:p>
            <a:pPr marL="685800" indent="-685800">
              <a:lnSpc>
                <a:spcPct val="120000"/>
              </a:lnSpc>
              <a:buFont typeface="Wingdings" panose="05000000000000000000" pitchFamily="2" charset="2"/>
              <a:buChar char="Ø"/>
              <a:tabLst>
                <a:tab pos="0" algn="l"/>
              </a:tabLst>
            </a:pPr>
            <a:r>
              <a:rPr lang="en-US" sz="5600" dirty="0">
                <a:latin typeface="Century Gothic" panose="020B0502020202020204" pitchFamily="34" charset="0"/>
              </a:rPr>
              <a:t>Equipment</a:t>
            </a:r>
          </a:p>
          <a:p>
            <a:pPr marL="685800" indent="-685800">
              <a:lnSpc>
                <a:spcPct val="120000"/>
              </a:lnSpc>
              <a:buFont typeface="Wingdings" panose="05000000000000000000" pitchFamily="2" charset="2"/>
              <a:buChar char="Ø"/>
              <a:tabLst>
                <a:tab pos="0" algn="l"/>
              </a:tabLst>
            </a:pPr>
            <a:r>
              <a:rPr lang="en-US" sz="5600" dirty="0">
                <a:latin typeface="Century Gothic" panose="020B0502020202020204" pitchFamily="34" charset="0"/>
              </a:rPr>
              <a:t>Materials</a:t>
            </a:r>
          </a:p>
          <a:p>
            <a:pPr marL="685800" indent="-685800">
              <a:lnSpc>
                <a:spcPct val="120000"/>
              </a:lnSpc>
              <a:buFont typeface="Wingdings" panose="05000000000000000000" pitchFamily="2" charset="2"/>
              <a:buChar char="Ø"/>
              <a:tabLst>
                <a:tab pos="0" algn="l"/>
              </a:tabLst>
            </a:pPr>
            <a:r>
              <a:rPr lang="en-US" sz="5600" dirty="0">
                <a:latin typeface="Century Gothic" panose="020B0502020202020204" pitchFamily="34" charset="0"/>
              </a:rPr>
              <a:t>Facilities, and;</a:t>
            </a:r>
          </a:p>
          <a:p>
            <a:pPr marL="685800" indent="-685800">
              <a:lnSpc>
                <a:spcPct val="120000"/>
              </a:lnSpc>
              <a:buFont typeface="Wingdings" panose="05000000000000000000" pitchFamily="2" charset="2"/>
              <a:buChar char="Ø"/>
              <a:tabLst>
                <a:tab pos="0" algn="l"/>
              </a:tabLst>
            </a:pPr>
            <a:r>
              <a:rPr lang="en-US" sz="5600" dirty="0">
                <a:latin typeface="Century Gothic" panose="020B0502020202020204" pitchFamily="34" charset="0"/>
              </a:rPr>
              <a:t>Funding.</a:t>
            </a:r>
            <a:endParaRPr lang="en-PH" sz="5600" dirty="0">
              <a:latin typeface="Century Gothic" panose="020B0502020202020204" pitchFamily="34" charset="0"/>
            </a:endParaRPr>
          </a:p>
          <a:p>
            <a:pPr algn="just">
              <a:lnSpc>
                <a:spcPct val="120000"/>
              </a:lnSpc>
              <a:tabLst>
                <a:tab pos="0" algn="l"/>
              </a:tabLst>
            </a:pPr>
            <a:endParaRPr lang="fr-FR" sz="1600" b="1" dirty="0">
              <a:solidFill>
                <a:srgbClr val="000000"/>
              </a:solidFill>
              <a:latin typeface="Century Gothic" panose="020B0502020202020204" pitchFamily="34" charset="0"/>
            </a:endParaRPr>
          </a:p>
        </p:txBody>
      </p:sp>
    </p:spTree>
    <p:extLst>
      <p:ext uri="{BB962C8B-B14F-4D97-AF65-F5344CB8AC3E}">
        <p14:creationId xmlns:p14="http://schemas.microsoft.com/office/powerpoint/2010/main" val="29393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1000" fill="hold"/>
                                        <p:tgtEl>
                                          <p:spTgt spid="82"/>
                                        </p:tgtEl>
                                        <p:attrNameLst>
                                          <p:attrName>ppt_x</p:attrName>
                                        </p:attrNameLst>
                                      </p:cBhvr>
                                      <p:tavLst>
                                        <p:tav tm="0">
                                          <p:val>
                                            <p:strVal val="0-#ppt_w/2"/>
                                          </p:val>
                                        </p:tav>
                                        <p:tav tm="100000">
                                          <p:val>
                                            <p:strVal val="#ppt_x"/>
                                          </p:val>
                                        </p:tav>
                                      </p:tavLst>
                                    </p:anim>
                                    <p:anim calcmode="lin" valueType="num">
                                      <p:cBhvr additive="base">
                                        <p:cTn id="8" dur="10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83"/>
                                        </p:tgtEl>
                                        <p:attrNameLst>
                                          <p:attrName>style.visibility</p:attrName>
                                        </p:attrNameLst>
                                      </p:cBhvr>
                                      <p:to>
                                        <p:strVal val="visible"/>
                                      </p:to>
                                    </p:set>
                                    <p:anim calcmode="lin" valueType="num">
                                      <p:cBhvr additive="base">
                                        <p:cTn id="13" dur="500" fill="hold"/>
                                        <p:tgtEl>
                                          <p:spTgt spid="83"/>
                                        </p:tgtEl>
                                        <p:attrNameLst>
                                          <p:attrName>ppt_x</p:attrName>
                                        </p:attrNameLst>
                                      </p:cBhvr>
                                      <p:tavLst>
                                        <p:tav tm="0">
                                          <p:val>
                                            <p:strVal val="1+#ppt_w/2"/>
                                          </p:val>
                                        </p:tav>
                                        <p:tav tm="100000">
                                          <p:val>
                                            <p:strVal val="#ppt_x"/>
                                          </p:val>
                                        </p:tav>
                                      </p:tavLst>
                                    </p:anim>
                                    <p:anim calcmode="lin" valueType="num">
                                      <p:cBhvr additive="base">
                                        <p:cTn id="14" dur="500" fill="hold"/>
                                        <p:tgtEl>
                                          <p:spTgt spid="83"/>
                                        </p:tgtEl>
                                        <p:attrNameLst>
                                          <p:attrName>ppt_y</p:attrName>
                                        </p:attrNameLst>
                                      </p:cBhvr>
                                      <p:tavLst>
                                        <p:tav tm="0">
                                          <p:val>
                                            <p:strVal val="0-#ppt_h/2"/>
                                          </p:val>
                                        </p:tav>
                                        <p:tav tm="100000">
                                          <p:val>
                                            <p:strVal val="#ppt_y"/>
                                          </p:val>
                                        </p:tav>
                                      </p:tavLst>
                                    </p:anim>
                                  </p:childTnLst>
                                </p:cTn>
                              </p:par>
                              <p:par>
                                <p:cTn id="15" presetID="2" presetClass="entr" presetSubtype="3" fill="hold" grpId="0" nodeType="withEffect">
                                  <p:stCondLst>
                                    <p:cond delay="0"/>
                                  </p:stCondLst>
                                  <p:childTnLst>
                                    <p:set>
                                      <p:cBhvr>
                                        <p:cTn id="16" dur="1" fill="hold">
                                          <p:stCondLst>
                                            <p:cond delay="0"/>
                                          </p:stCondLst>
                                        </p:cTn>
                                        <p:tgtEl>
                                          <p:spTgt spid="84">
                                            <p:txEl>
                                              <p:pRg st="0" end="0"/>
                                            </p:txEl>
                                          </p:spTgt>
                                        </p:tgtEl>
                                        <p:attrNameLst>
                                          <p:attrName>style.visibility</p:attrName>
                                        </p:attrNameLst>
                                      </p:cBhvr>
                                      <p:to>
                                        <p:strVal val="visible"/>
                                      </p:to>
                                    </p:set>
                                    <p:anim calcmode="lin" valueType="num">
                                      <p:cBhvr additive="base">
                                        <p:cTn id="17" dur="500" fill="hold"/>
                                        <p:tgtEl>
                                          <p:spTgt spid="84">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8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ppt_x"/>
                                          </p:val>
                                        </p:tav>
                                        <p:tav tm="100000">
                                          <p:val>
                                            <p:strVal val="#ppt_x"/>
                                          </p:val>
                                        </p:tav>
                                      </p:tavLst>
                                    </p:anim>
                                    <p:anim calcmode="lin" valueType="num">
                                      <p:cBhvr additive="base">
                                        <p:cTn id="24" dur="10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1000" fill="hold"/>
                                        <p:tgtEl>
                                          <p:spTgt spid="2"/>
                                        </p:tgtEl>
                                        <p:attrNameLst>
                                          <p:attrName>ppt_x</p:attrName>
                                        </p:attrNameLst>
                                      </p:cBhvr>
                                      <p:tavLst>
                                        <p:tav tm="0">
                                          <p:val>
                                            <p:strVal val="#ppt_x"/>
                                          </p:val>
                                        </p:tav>
                                        <p:tav tm="100000">
                                          <p:val>
                                            <p:strVal val="#ppt_x"/>
                                          </p:val>
                                        </p:tav>
                                      </p:tavLst>
                                    </p:anim>
                                    <p:anim calcmode="lin" valueType="num">
                                      <p:cBhvr additive="base">
                                        <p:cTn id="2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build="p"/>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9A378A21-4163-FED6-E024-124FE72539CE}"/>
            </a:ext>
          </a:extLst>
        </p:cNvPr>
        <p:cNvGrpSpPr/>
        <p:nvPr/>
      </p:nvGrpSpPr>
      <p:grpSpPr>
        <a:xfrm>
          <a:off x="0" y="0"/>
          <a:ext cx="0" cy="0"/>
          <a:chOff x="0" y="0"/>
          <a:chExt cx="0" cy="0"/>
        </a:xfrm>
      </p:grpSpPr>
      <p:pic>
        <p:nvPicPr>
          <p:cNvPr id="82" name="Google Shape;169;p31">
            <a:extLst>
              <a:ext uri="{FF2B5EF4-FFF2-40B4-BE49-F238E27FC236}">
                <a16:creationId xmlns:a16="http://schemas.microsoft.com/office/drawing/2014/main" id="{9B1D1E1A-4EF5-07F7-54D6-B043EB2347CD}"/>
              </a:ext>
            </a:extLst>
          </p:cNvPr>
          <p:cNvPicPr/>
          <p:nvPr/>
        </p:nvPicPr>
        <p:blipFill>
          <a:blip r:embed="rId2"/>
          <a:srcRect l="1285" r="1285"/>
          <a:stretch/>
        </p:blipFill>
        <p:spPr>
          <a:xfrm>
            <a:off x="5716080" y="180"/>
            <a:ext cx="3427920" cy="5143320"/>
          </a:xfrm>
          <a:prstGeom prst="rect">
            <a:avLst/>
          </a:prstGeom>
          <a:noFill/>
          <a:ln w="0">
            <a:noFill/>
          </a:ln>
        </p:spPr>
      </p:pic>
      <p:sp>
        <p:nvSpPr>
          <p:cNvPr id="83" name="PlaceHolder 1">
            <a:extLst>
              <a:ext uri="{FF2B5EF4-FFF2-40B4-BE49-F238E27FC236}">
                <a16:creationId xmlns:a16="http://schemas.microsoft.com/office/drawing/2014/main" id="{8FE0627B-398E-C33D-A939-010F0DB6B4C2}"/>
              </a:ext>
            </a:extLst>
          </p:cNvPr>
          <p:cNvSpPr>
            <a:spLocks noGrp="1"/>
          </p:cNvSpPr>
          <p:nvPr>
            <p:ph type="title"/>
          </p:nvPr>
        </p:nvSpPr>
        <p:spPr>
          <a:xfrm>
            <a:off x="352384" y="976274"/>
            <a:ext cx="4798275" cy="734853"/>
          </a:xfrm>
          <a:prstGeom prst="rect">
            <a:avLst/>
          </a:prstGeom>
          <a:noFill/>
          <a:ln w="0">
            <a:noFill/>
          </a:ln>
        </p:spPr>
        <p:txBody>
          <a:bodyPr lIns="91440" tIns="91440" rIns="91440" bIns="91440" anchor="b">
            <a:normAutofit/>
          </a:bodyPr>
          <a:lstStyle/>
          <a:p>
            <a:pPr>
              <a:lnSpc>
                <a:spcPct val="120000"/>
              </a:lnSpc>
              <a:tabLst>
                <a:tab pos="0" algn="l"/>
              </a:tabLst>
            </a:pPr>
            <a:r>
              <a:rPr lang="en-US" sz="3200" b="1" dirty="0">
                <a:latin typeface="Century Gothic" panose="020B0502020202020204" pitchFamily="34" charset="0"/>
              </a:rPr>
              <a:t>Resource Acquisition</a:t>
            </a:r>
            <a:endParaRPr lang="fr-FR" sz="3200" b="1" u="none" strike="noStrike" dirty="0">
              <a:solidFill>
                <a:schemeClr val="dk1"/>
              </a:solidFill>
              <a:effectLst/>
              <a:uFillTx/>
              <a:latin typeface="Century Gothic" panose="020B0502020202020204" pitchFamily="34" charset="0"/>
            </a:endParaRPr>
          </a:p>
        </p:txBody>
      </p:sp>
      <p:sp>
        <p:nvSpPr>
          <p:cNvPr id="84" name="PlaceHolder 2">
            <a:extLst>
              <a:ext uri="{FF2B5EF4-FFF2-40B4-BE49-F238E27FC236}">
                <a16:creationId xmlns:a16="http://schemas.microsoft.com/office/drawing/2014/main" id="{E6C1DD02-DB57-6005-492E-4F1870E8822C}"/>
              </a:ext>
            </a:extLst>
          </p:cNvPr>
          <p:cNvSpPr>
            <a:spLocks noGrp="1"/>
          </p:cNvSpPr>
          <p:nvPr>
            <p:ph/>
          </p:nvPr>
        </p:nvSpPr>
        <p:spPr>
          <a:xfrm>
            <a:off x="366132" y="1656483"/>
            <a:ext cx="4798275" cy="734853"/>
          </a:xfrm>
          <a:prstGeom prst="rect">
            <a:avLst/>
          </a:prstGeom>
          <a:noFill/>
          <a:ln w="0">
            <a:noFill/>
          </a:ln>
        </p:spPr>
        <p:txBody>
          <a:bodyPr lIns="91440" tIns="91440" rIns="91440" bIns="91440" anchor="t">
            <a:normAutofit/>
          </a:bodyPr>
          <a:lstStyle/>
          <a:p>
            <a:pPr algn="just">
              <a:lnSpc>
                <a:spcPct val="120000"/>
              </a:lnSpc>
              <a:tabLst>
                <a:tab pos="0" algn="l"/>
              </a:tabLst>
            </a:pPr>
            <a:r>
              <a:rPr lang="en-US" sz="1400" dirty="0">
                <a:latin typeface="Century Gothic" panose="020B0502020202020204" pitchFamily="34" charset="0"/>
              </a:rPr>
              <a:t>Obtaining the necessary resources, either from internal sources or external vendors.</a:t>
            </a:r>
            <a:endParaRPr lang="fr-FR" sz="1400" b="0" u="none" strike="noStrike" dirty="0">
              <a:solidFill>
                <a:srgbClr val="000000"/>
              </a:solidFill>
              <a:effectLst/>
              <a:uFillTx/>
              <a:latin typeface="Century Gothic" panose="020B0502020202020204" pitchFamily="34" charset="0"/>
            </a:endParaRPr>
          </a:p>
        </p:txBody>
      </p:sp>
      <p:sp>
        <p:nvSpPr>
          <p:cNvPr id="2" name="PlaceHolder 2">
            <a:extLst>
              <a:ext uri="{FF2B5EF4-FFF2-40B4-BE49-F238E27FC236}">
                <a16:creationId xmlns:a16="http://schemas.microsoft.com/office/drawing/2014/main" id="{08BE22B9-2156-55E5-DB58-BCC50DD94D61}"/>
              </a:ext>
            </a:extLst>
          </p:cNvPr>
          <p:cNvSpPr txBox="1">
            <a:spLocks/>
          </p:cNvSpPr>
          <p:nvPr/>
        </p:nvSpPr>
        <p:spPr>
          <a:xfrm>
            <a:off x="352384" y="2310776"/>
            <a:ext cx="1338910" cy="508052"/>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20000"/>
              </a:lnSpc>
              <a:tabLst>
                <a:tab pos="0" algn="l"/>
              </a:tabLst>
            </a:pPr>
            <a:r>
              <a:rPr lang="en-US" sz="1600" b="1" dirty="0">
                <a:solidFill>
                  <a:srgbClr val="000000"/>
                </a:solidFill>
                <a:latin typeface="Century Gothic" panose="020B0502020202020204" pitchFamily="34" charset="0"/>
              </a:rPr>
              <a:t>Strategies:</a:t>
            </a:r>
            <a:endParaRPr lang="fr-FR" sz="1600" b="1" dirty="0">
              <a:solidFill>
                <a:srgbClr val="000000"/>
              </a:solidFill>
              <a:latin typeface="Century Gothic" panose="020B0502020202020204" pitchFamily="34" charset="0"/>
            </a:endParaRPr>
          </a:p>
        </p:txBody>
      </p:sp>
      <p:sp>
        <p:nvSpPr>
          <p:cNvPr id="3" name="PlaceHolder 2">
            <a:extLst>
              <a:ext uri="{FF2B5EF4-FFF2-40B4-BE49-F238E27FC236}">
                <a16:creationId xmlns:a16="http://schemas.microsoft.com/office/drawing/2014/main" id="{0C6234D2-DD9D-9146-F177-060C42217D15}"/>
              </a:ext>
            </a:extLst>
          </p:cNvPr>
          <p:cNvSpPr txBox="1">
            <a:spLocks/>
          </p:cNvSpPr>
          <p:nvPr/>
        </p:nvSpPr>
        <p:spPr>
          <a:xfrm>
            <a:off x="504783" y="2751933"/>
            <a:ext cx="3613455" cy="1366305"/>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nSpc>
                <a:spcPct val="120000"/>
              </a:lnSpc>
              <a:buFont typeface="Wingdings" panose="05000000000000000000" pitchFamily="2" charset="2"/>
              <a:buChar char="Ø"/>
              <a:tabLst>
                <a:tab pos="0" algn="l"/>
              </a:tabLst>
            </a:pPr>
            <a:r>
              <a:rPr lang="en-US" sz="1400" dirty="0">
                <a:latin typeface="Century Gothic" panose="020B0502020202020204" pitchFamily="34" charset="0"/>
              </a:rPr>
              <a:t>Internal Acquisition</a:t>
            </a:r>
          </a:p>
          <a:p>
            <a:pPr marL="685800" indent="-685800">
              <a:lnSpc>
                <a:spcPct val="120000"/>
              </a:lnSpc>
              <a:buFont typeface="Wingdings" panose="05000000000000000000" pitchFamily="2" charset="2"/>
              <a:buChar char="Ø"/>
              <a:tabLst>
                <a:tab pos="0" algn="l"/>
              </a:tabLst>
            </a:pPr>
            <a:r>
              <a:rPr lang="en-US" sz="1400" dirty="0">
                <a:latin typeface="Century Gothic" panose="020B0502020202020204" pitchFamily="34" charset="0"/>
              </a:rPr>
              <a:t>External Acquisition</a:t>
            </a:r>
            <a:endParaRPr lang="en-PH" sz="1400" dirty="0">
              <a:latin typeface="Century Gothic" panose="020B0502020202020204" pitchFamily="34" charset="0"/>
            </a:endParaRPr>
          </a:p>
          <a:p>
            <a:pPr algn="just">
              <a:lnSpc>
                <a:spcPct val="120000"/>
              </a:lnSpc>
              <a:tabLst>
                <a:tab pos="0" algn="l"/>
              </a:tabLst>
            </a:pPr>
            <a:endParaRPr lang="fr-FR" sz="1400" b="1" dirty="0">
              <a:solidFill>
                <a:srgbClr val="000000"/>
              </a:solidFill>
              <a:latin typeface="Century Gothic" panose="020B0502020202020204" pitchFamily="34" charset="0"/>
            </a:endParaRPr>
          </a:p>
        </p:txBody>
      </p:sp>
    </p:spTree>
    <p:extLst>
      <p:ext uri="{BB962C8B-B14F-4D97-AF65-F5344CB8AC3E}">
        <p14:creationId xmlns:p14="http://schemas.microsoft.com/office/powerpoint/2010/main" val="2105613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1000" fill="hold"/>
                                        <p:tgtEl>
                                          <p:spTgt spid="82"/>
                                        </p:tgtEl>
                                        <p:attrNameLst>
                                          <p:attrName>ppt_x</p:attrName>
                                        </p:attrNameLst>
                                      </p:cBhvr>
                                      <p:tavLst>
                                        <p:tav tm="0">
                                          <p:val>
                                            <p:strVal val="0-#ppt_w/2"/>
                                          </p:val>
                                        </p:tav>
                                        <p:tav tm="100000">
                                          <p:val>
                                            <p:strVal val="#ppt_x"/>
                                          </p:val>
                                        </p:tav>
                                      </p:tavLst>
                                    </p:anim>
                                    <p:anim calcmode="lin" valueType="num">
                                      <p:cBhvr additive="base">
                                        <p:cTn id="8" dur="10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3"/>
                                        </p:tgtEl>
                                        <p:attrNameLst>
                                          <p:attrName>style.visibility</p:attrName>
                                        </p:attrNameLst>
                                      </p:cBhvr>
                                      <p:to>
                                        <p:strVal val="visible"/>
                                      </p:to>
                                    </p:set>
                                    <p:anim calcmode="lin" valueType="num">
                                      <p:cBhvr additive="base">
                                        <p:cTn id="13" dur="1000" fill="hold"/>
                                        <p:tgtEl>
                                          <p:spTgt spid="83"/>
                                        </p:tgtEl>
                                        <p:attrNameLst>
                                          <p:attrName>ppt_x</p:attrName>
                                        </p:attrNameLst>
                                      </p:cBhvr>
                                      <p:tavLst>
                                        <p:tav tm="0">
                                          <p:val>
                                            <p:strVal val="1+#ppt_w/2"/>
                                          </p:val>
                                        </p:tav>
                                        <p:tav tm="100000">
                                          <p:val>
                                            <p:strVal val="#ppt_x"/>
                                          </p:val>
                                        </p:tav>
                                      </p:tavLst>
                                    </p:anim>
                                    <p:anim calcmode="lin" valueType="num">
                                      <p:cBhvr additive="base">
                                        <p:cTn id="14" dur="1000" fill="hold"/>
                                        <p:tgtEl>
                                          <p:spTgt spid="83"/>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84">
                                            <p:txEl>
                                              <p:pRg st="0" end="0"/>
                                            </p:txEl>
                                          </p:spTgt>
                                        </p:tgtEl>
                                        <p:attrNameLst>
                                          <p:attrName>style.visibility</p:attrName>
                                        </p:attrNameLst>
                                      </p:cBhvr>
                                      <p:to>
                                        <p:strVal val="visible"/>
                                      </p:to>
                                    </p:set>
                                    <p:anim calcmode="lin" valueType="num">
                                      <p:cBhvr additive="base">
                                        <p:cTn id="17" dur="1000" fill="hold"/>
                                        <p:tgtEl>
                                          <p:spTgt spid="84">
                                            <p:txEl>
                                              <p:pRg st="0" end="0"/>
                                            </p:txEl>
                                          </p:spTgt>
                                        </p:tgtEl>
                                        <p:attrNameLst>
                                          <p:attrName>ppt_x</p:attrName>
                                        </p:attrNameLst>
                                      </p:cBhvr>
                                      <p:tavLst>
                                        <p:tav tm="0">
                                          <p:val>
                                            <p:strVal val="1+#ppt_w/2"/>
                                          </p:val>
                                        </p:tav>
                                        <p:tav tm="100000">
                                          <p:val>
                                            <p:strVal val="#ppt_x"/>
                                          </p:val>
                                        </p:tav>
                                      </p:tavLst>
                                    </p:anim>
                                    <p:anim calcmode="lin" valueType="num">
                                      <p:cBhvr additive="base">
                                        <p:cTn id="18" dur="1000" fill="hold"/>
                                        <p:tgtEl>
                                          <p:spTgt spid="8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0-#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build="p"/>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FB07338D-265C-339E-537B-EAA4E3C9F9AF}"/>
            </a:ext>
          </a:extLst>
        </p:cNvPr>
        <p:cNvGrpSpPr/>
        <p:nvPr/>
      </p:nvGrpSpPr>
      <p:grpSpPr>
        <a:xfrm>
          <a:off x="0" y="0"/>
          <a:ext cx="0" cy="0"/>
          <a:chOff x="0" y="0"/>
          <a:chExt cx="0" cy="0"/>
        </a:xfrm>
      </p:grpSpPr>
      <p:sp>
        <p:nvSpPr>
          <p:cNvPr id="83" name="PlaceHolder 1">
            <a:extLst>
              <a:ext uri="{FF2B5EF4-FFF2-40B4-BE49-F238E27FC236}">
                <a16:creationId xmlns:a16="http://schemas.microsoft.com/office/drawing/2014/main" id="{4F1D8158-F625-6C5F-0C05-25B7CBE80576}"/>
              </a:ext>
            </a:extLst>
          </p:cNvPr>
          <p:cNvSpPr>
            <a:spLocks noGrp="1"/>
          </p:cNvSpPr>
          <p:nvPr>
            <p:ph type="title"/>
          </p:nvPr>
        </p:nvSpPr>
        <p:spPr>
          <a:xfrm>
            <a:off x="881776" y="213131"/>
            <a:ext cx="2493940" cy="852523"/>
          </a:xfrm>
          <a:prstGeom prst="rect">
            <a:avLst/>
          </a:prstGeom>
          <a:noFill/>
          <a:ln w="0">
            <a:noFill/>
          </a:ln>
        </p:spPr>
        <p:txBody>
          <a:bodyPr lIns="91440" tIns="91440" rIns="91440" bIns="91440" anchor="b">
            <a:normAutofit fontScale="90000"/>
          </a:bodyPr>
          <a:lstStyle/>
          <a:p>
            <a:pPr>
              <a:lnSpc>
                <a:spcPct val="120000"/>
              </a:lnSpc>
              <a:tabLst>
                <a:tab pos="0" algn="l"/>
              </a:tabLst>
            </a:pPr>
            <a:r>
              <a:rPr lang="en-US" sz="2800" b="1" dirty="0">
                <a:latin typeface="Century Gothic" panose="020B0502020202020204" pitchFamily="34" charset="0"/>
              </a:rPr>
              <a:t>Internal  Acquisition</a:t>
            </a:r>
            <a:endParaRPr lang="fr-FR" sz="2800" b="1" u="none" strike="noStrike" dirty="0">
              <a:solidFill>
                <a:schemeClr val="dk1"/>
              </a:solidFill>
              <a:effectLst/>
              <a:uFillTx/>
              <a:latin typeface="Century Gothic" panose="020B0502020202020204" pitchFamily="34" charset="0"/>
            </a:endParaRPr>
          </a:p>
        </p:txBody>
      </p:sp>
      <p:sp>
        <p:nvSpPr>
          <p:cNvPr id="3" name="PlaceHolder 2">
            <a:extLst>
              <a:ext uri="{FF2B5EF4-FFF2-40B4-BE49-F238E27FC236}">
                <a16:creationId xmlns:a16="http://schemas.microsoft.com/office/drawing/2014/main" id="{72FF071A-FB7B-B633-1B84-9C09F852887A}"/>
              </a:ext>
            </a:extLst>
          </p:cNvPr>
          <p:cNvSpPr txBox="1">
            <a:spLocks/>
          </p:cNvSpPr>
          <p:nvPr/>
        </p:nvSpPr>
        <p:spPr>
          <a:xfrm>
            <a:off x="955652" y="3377573"/>
            <a:ext cx="2626321" cy="1636734"/>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20000"/>
              </a:lnSpc>
              <a:tabLst>
                <a:tab pos="0" algn="l"/>
              </a:tabLst>
            </a:pPr>
            <a:r>
              <a:rPr lang="en-US" sz="1400" dirty="0">
                <a:latin typeface="Century Gothic" panose="020B0502020202020204" pitchFamily="34" charset="0"/>
              </a:rPr>
              <a:t>Hiring contractors, leasing equipment, purchasing materials from suppliers, and securing external funding.</a:t>
            </a:r>
            <a:endParaRPr lang="fr-FR" sz="1400" b="1" dirty="0">
              <a:solidFill>
                <a:srgbClr val="000000"/>
              </a:solidFill>
              <a:latin typeface="Century Gothic" panose="020B0502020202020204" pitchFamily="34" charset="0"/>
            </a:endParaRPr>
          </a:p>
        </p:txBody>
      </p:sp>
      <p:pic>
        <p:nvPicPr>
          <p:cNvPr id="3074" name="Picture 2">
            <a:extLst>
              <a:ext uri="{FF2B5EF4-FFF2-40B4-BE49-F238E27FC236}">
                <a16:creationId xmlns:a16="http://schemas.microsoft.com/office/drawing/2014/main" id="{30356ECD-3A8B-7AD1-F1A0-F213C159F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7146" y="773678"/>
            <a:ext cx="4650103" cy="3487577"/>
          </a:xfrm>
          <a:prstGeom prst="rect">
            <a:avLst/>
          </a:prstGeom>
          <a:noFill/>
          <a:extLst>
            <a:ext uri="{909E8E84-426E-40DD-AFC4-6F175D3DCCD1}">
              <a14:hiddenFill xmlns:a14="http://schemas.microsoft.com/office/drawing/2010/main">
                <a:solidFill>
                  <a:srgbClr val="FFFFFF"/>
                </a:solidFill>
              </a14:hiddenFill>
            </a:ext>
          </a:extLst>
        </p:spPr>
      </p:pic>
      <p:sp>
        <p:nvSpPr>
          <p:cNvPr id="4" name="PlaceHolder 1">
            <a:extLst>
              <a:ext uri="{FF2B5EF4-FFF2-40B4-BE49-F238E27FC236}">
                <a16:creationId xmlns:a16="http://schemas.microsoft.com/office/drawing/2014/main" id="{23B25CC4-4007-0826-36BD-AF9C06082AD0}"/>
              </a:ext>
            </a:extLst>
          </p:cNvPr>
          <p:cNvSpPr txBox="1">
            <a:spLocks/>
          </p:cNvSpPr>
          <p:nvPr/>
        </p:nvSpPr>
        <p:spPr>
          <a:xfrm>
            <a:off x="896673" y="2517467"/>
            <a:ext cx="2493940" cy="852523"/>
          </a:xfrm>
          <a:prstGeom prst="rect">
            <a:avLst/>
          </a:prstGeom>
          <a:noFill/>
          <a:ln w="0">
            <a:noFill/>
          </a:ln>
        </p:spPr>
        <p:txBody>
          <a:bodyPr lIns="91440" tIns="91440" rIns="91440" bIns="91440" anchor="b">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tabLst>
                <a:tab pos="0" algn="l"/>
              </a:tabLst>
            </a:pPr>
            <a:r>
              <a:rPr lang="en-US" sz="2800" b="1" dirty="0">
                <a:latin typeface="Century Gothic" panose="020B0502020202020204" pitchFamily="34" charset="0"/>
              </a:rPr>
              <a:t>External  Acquisition</a:t>
            </a:r>
            <a:endParaRPr lang="fr-FR" sz="2800" b="1" dirty="0">
              <a:solidFill>
                <a:schemeClr val="dk1"/>
              </a:solidFill>
              <a:latin typeface="Century Gothic" panose="020B0502020202020204" pitchFamily="34" charset="0"/>
            </a:endParaRPr>
          </a:p>
        </p:txBody>
      </p:sp>
      <p:sp>
        <p:nvSpPr>
          <p:cNvPr id="5" name="PlaceHolder 2">
            <a:extLst>
              <a:ext uri="{FF2B5EF4-FFF2-40B4-BE49-F238E27FC236}">
                <a16:creationId xmlns:a16="http://schemas.microsoft.com/office/drawing/2014/main" id="{7AA997A5-4B5D-9298-2A2D-623333576487}"/>
              </a:ext>
            </a:extLst>
          </p:cNvPr>
          <p:cNvSpPr txBox="1">
            <a:spLocks/>
          </p:cNvSpPr>
          <p:nvPr/>
        </p:nvSpPr>
        <p:spPr>
          <a:xfrm>
            <a:off x="897820" y="924280"/>
            <a:ext cx="2626321" cy="1173799"/>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20000"/>
              </a:lnSpc>
              <a:tabLst>
                <a:tab pos="0" algn="l"/>
              </a:tabLst>
            </a:pPr>
            <a:r>
              <a:rPr lang="en-US" sz="1400" dirty="0">
                <a:latin typeface="Century Gothic" panose="020B0502020202020204" pitchFamily="34" charset="0"/>
              </a:rPr>
              <a:t>Assigning existing staff, procuring equipment from internal departments, and allocating budget from internal funds.</a:t>
            </a:r>
            <a:endParaRPr lang="en-PH" sz="1400" dirty="0">
              <a:latin typeface="Century Gothic" panose="020B0502020202020204" pitchFamily="34" charset="0"/>
            </a:endParaRPr>
          </a:p>
          <a:p>
            <a:pPr algn="just">
              <a:lnSpc>
                <a:spcPct val="120000"/>
              </a:lnSpc>
              <a:tabLst>
                <a:tab pos="0" algn="l"/>
              </a:tabLst>
            </a:pPr>
            <a:endParaRPr lang="fr-FR" sz="1400" b="1" dirty="0">
              <a:solidFill>
                <a:srgbClr val="000000"/>
              </a:solidFill>
              <a:latin typeface="Century Gothic" panose="020B0502020202020204" pitchFamily="34" charset="0"/>
            </a:endParaRPr>
          </a:p>
        </p:txBody>
      </p:sp>
    </p:spTree>
    <p:extLst>
      <p:ext uri="{BB962C8B-B14F-4D97-AF65-F5344CB8AC3E}">
        <p14:creationId xmlns:p14="http://schemas.microsoft.com/office/powerpoint/2010/main" val="2575385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1000" fill="hold"/>
                                        <p:tgtEl>
                                          <p:spTgt spid="3074"/>
                                        </p:tgtEl>
                                        <p:attrNameLst>
                                          <p:attrName>ppt_w</p:attrName>
                                        </p:attrNameLst>
                                      </p:cBhvr>
                                      <p:tavLst>
                                        <p:tav tm="0">
                                          <p:val>
                                            <p:fltVal val="0"/>
                                          </p:val>
                                        </p:tav>
                                        <p:tav tm="100000">
                                          <p:val>
                                            <p:strVal val="#ppt_w"/>
                                          </p:val>
                                        </p:tav>
                                      </p:tavLst>
                                    </p:anim>
                                    <p:anim calcmode="lin" valueType="num">
                                      <p:cBhvr>
                                        <p:cTn id="8" dur="1000" fill="hold"/>
                                        <p:tgtEl>
                                          <p:spTgt spid="3074"/>
                                        </p:tgtEl>
                                        <p:attrNameLst>
                                          <p:attrName>ppt_h</p:attrName>
                                        </p:attrNameLst>
                                      </p:cBhvr>
                                      <p:tavLst>
                                        <p:tav tm="0">
                                          <p:val>
                                            <p:fltVal val="0"/>
                                          </p:val>
                                        </p:tav>
                                        <p:tav tm="100000">
                                          <p:val>
                                            <p:strVal val="#ppt_h"/>
                                          </p:val>
                                        </p:tav>
                                      </p:tavLst>
                                    </p:anim>
                                    <p:anim calcmode="lin" valueType="num">
                                      <p:cBhvr>
                                        <p:cTn id="9" dur="1000" fill="hold"/>
                                        <p:tgtEl>
                                          <p:spTgt spid="3074"/>
                                        </p:tgtEl>
                                        <p:attrNameLst>
                                          <p:attrName>style.rotation</p:attrName>
                                        </p:attrNameLst>
                                      </p:cBhvr>
                                      <p:tavLst>
                                        <p:tav tm="0">
                                          <p:val>
                                            <p:fltVal val="90"/>
                                          </p:val>
                                        </p:tav>
                                        <p:tav tm="100000">
                                          <p:val>
                                            <p:fltVal val="0"/>
                                          </p:val>
                                        </p:tav>
                                      </p:tavLst>
                                    </p:anim>
                                    <p:animEffect transition="in" filter="fade">
                                      <p:cBhvr>
                                        <p:cTn id="10" dur="1000"/>
                                        <p:tgtEl>
                                          <p:spTgt spid="3074"/>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anim calcmode="lin" valueType="num">
                                      <p:cBhvr>
                                        <p:cTn id="13" dur="1000" fill="hold"/>
                                        <p:tgtEl>
                                          <p:spTgt spid="83"/>
                                        </p:tgtEl>
                                        <p:attrNameLst>
                                          <p:attrName>ppt_w</p:attrName>
                                        </p:attrNameLst>
                                      </p:cBhvr>
                                      <p:tavLst>
                                        <p:tav tm="0">
                                          <p:val>
                                            <p:fltVal val="0"/>
                                          </p:val>
                                        </p:tav>
                                        <p:tav tm="100000">
                                          <p:val>
                                            <p:strVal val="#ppt_w"/>
                                          </p:val>
                                        </p:tav>
                                      </p:tavLst>
                                    </p:anim>
                                    <p:anim calcmode="lin" valueType="num">
                                      <p:cBhvr>
                                        <p:cTn id="14" dur="1000" fill="hold"/>
                                        <p:tgtEl>
                                          <p:spTgt spid="83"/>
                                        </p:tgtEl>
                                        <p:attrNameLst>
                                          <p:attrName>ppt_h</p:attrName>
                                        </p:attrNameLst>
                                      </p:cBhvr>
                                      <p:tavLst>
                                        <p:tav tm="0">
                                          <p:val>
                                            <p:fltVal val="0"/>
                                          </p:val>
                                        </p:tav>
                                        <p:tav tm="100000">
                                          <p:val>
                                            <p:strVal val="#ppt_h"/>
                                          </p:val>
                                        </p:tav>
                                      </p:tavLst>
                                    </p:anim>
                                    <p:anim calcmode="lin" valueType="num">
                                      <p:cBhvr>
                                        <p:cTn id="15" dur="1000" fill="hold"/>
                                        <p:tgtEl>
                                          <p:spTgt spid="83"/>
                                        </p:tgtEl>
                                        <p:attrNameLst>
                                          <p:attrName>style.rotation</p:attrName>
                                        </p:attrNameLst>
                                      </p:cBhvr>
                                      <p:tavLst>
                                        <p:tav tm="0">
                                          <p:val>
                                            <p:fltVal val="90"/>
                                          </p:val>
                                        </p:tav>
                                        <p:tav tm="100000">
                                          <p:val>
                                            <p:fltVal val="0"/>
                                          </p:val>
                                        </p:tav>
                                      </p:tavLst>
                                    </p:anim>
                                    <p:animEffect transition="in" filter="fade">
                                      <p:cBhvr>
                                        <p:cTn id="16" dur="1000"/>
                                        <p:tgtEl>
                                          <p:spTgt spid="83"/>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1000" fill="hold"/>
                                        <p:tgtEl>
                                          <p:spTgt spid="3"/>
                                        </p:tgtEl>
                                        <p:attrNameLst>
                                          <p:attrName>ppt_x</p:attrName>
                                        </p:attrNameLst>
                                      </p:cBhvr>
                                      <p:tavLst>
                                        <p:tav tm="0">
                                          <p:val>
                                            <p:strVal val="0-#ppt_w/2"/>
                                          </p:val>
                                        </p:tav>
                                        <p:tav tm="100000">
                                          <p:val>
                                            <p:strVal val="#ppt_x"/>
                                          </p:val>
                                        </p:tav>
                                      </p:tavLst>
                                    </p:anim>
                                    <p:anim calcmode="lin" valueType="num">
                                      <p:cBhvr additive="base">
                                        <p:cTn id="28" dur="1000" fill="hold"/>
                                        <p:tgtEl>
                                          <p:spTgt spid="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3" grpId="0"/>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a:extLst>
            <a:ext uri="{FF2B5EF4-FFF2-40B4-BE49-F238E27FC236}">
              <a16:creationId xmlns:a16="http://schemas.microsoft.com/office/drawing/2014/main" id="{398FDBB1-AE91-0F66-A674-F46517DDAFF2}"/>
            </a:ext>
          </a:extLst>
        </p:cNvPr>
        <p:cNvGrpSpPr/>
        <p:nvPr/>
      </p:nvGrpSpPr>
      <p:grpSpPr>
        <a:xfrm>
          <a:off x="0" y="0"/>
          <a:ext cx="0" cy="0"/>
          <a:chOff x="0" y="0"/>
          <a:chExt cx="0" cy="0"/>
        </a:xfrm>
      </p:grpSpPr>
      <p:pic>
        <p:nvPicPr>
          <p:cNvPr id="56" name="Google Shape;124;p27">
            <a:extLst>
              <a:ext uri="{FF2B5EF4-FFF2-40B4-BE49-F238E27FC236}">
                <a16:creationId xmlns:a16="http://schemas.microsoft.com/office/drawing/2014/main" id="{34ADC74B-DAFE-E83C-61DF-BAF0E04717A1}"/>
              </a:ext>
            </a:extLst>
          </p:cNvPr>
          <p:cNvPicPr/>
          <p:nvPr/>
        </p:nvPicPr>
        <p:blipFill>
          <a:blip r:embed="rId2"/>
          <a:stretch/>
        </p:blipFill>
        <p:spPr>
          <a:xfrm>
            <a:off x="5625720" y="0"/>
            <a:ext cx="3518280" cy="5143320"/>
          </a:xfrm>
          <a:prstGeom prst="rect">
            <a:avLst/>
          </a:prstGeom>
          <a:noFill/>
          <a:ln w="0">
            <a:noFill/>
          </a:ln>
        </p:spPr>
      </p:pic>
      <p:sp>
        <p:nvSpPr>
          <p:cNvPr id="4" name="Title 3">
            <a:extLst>
              <a:ext uri="{FF2B5EF4-FFF2-40B4-BE49-F238E27FC236}">
                <a16:creationId xmlns:a16="http://schemas.microsoft.com/office/drawing/2014/main" id="{74DE9302-3B19-642E-3973-F83531911DCD}"/>
              </a:ext>
            </a:extLst>
          </p:cNvPr>
          <p:cNvSpPr>
            <a:spLocks noGrp="1"/>
          </p:cNvSpPr>
          <p:nvPr>
            <p:ph type="title"/>
          </p:nvPr>
        </p:nvSpPr>
        <p:spPr>
          <a:xfrm>
            <a:off x="517454" y="536262"/>
            <a:ext cx="4164548" cy="784109"/>
          </a:xfrm>
        </p:spPr>
        <p:txBody>
          <a:bodyPr/>
          <a:lstStyle/>
          <a:p>
            <a:r>
              <a:rPr lang="en-US" sz="2400" b="1" dirty="0">
                <a:latin typeface="Century Gothic" panose="020B0502020202020204" pitchFamily="34" charset="0"/>
              </a:rPr>
              <a:t>Resource Allocation and Leveling</a:t>
            </a:r>
            <a:endParaRPr lang="en-PH" sz="2400" b="1" dirty="0">
              <a:latin typeface="Century Gothic" panose="020B0502020202020204" pitchFamily="34" charset="0"/>
            </a:endParaRPr>
          </a:p>
        </p:txBody>
      </p:sp>
      <p:sp>
        <p:nvSpPr>
          <p:cNvPr id="5" name="TextBox 4">
            <a:extLst>
              <a:ext uri="{FF2B5EF4-FFF2-40B4-BE49-F238E27FC236}">
                <a16:creationId xmlns:a16="http://schemas.microsoft.com/office/drawing/2014/main" id="{76D9C425-D4AF-71FE-F214-B6FE62AEC2BA}"/>
              </a:ext>
            </a:extLst>
          </p:cNvPr>
          <p:cNvSpPr txBox="1"/>
          <p:nvPr/>
        </p:nvSpPr>
        <p:spPr>
          <a:xfrm>
            <a:off x="508763" y="1251283"/>
            <a:ext cx="4338244" cy="954107"/>
          </a:xfrm>
          <a:prstGeom prst="rect">
            <a:avLst/>
          </a:prstGeom>
          <a:noFill/>
        </p:spPr>
        <p:txBody>
          <a:bodyPr wrap="square" rtlCol="0">
            <a:spAutoFit/>
          </a:bodyPr>
          <a:lstStyle/>
          <a:p>
            <a:pPr algn="just"/>
            <a:r>
              <a:rPr lang="en-US" sz="1400" dirty="0">
                <a:latin typeface="Century Gothic" panose="020B0502020202020204" pitchFamily="34" charset="0"/>
              </a:rPr>
              <a:t>-Assigning resources to specific activities and adjusting the schedule to balance resource utilization.</a:t>
            </a:r>
            <a:endParaRPr lang="en-PH" sz="1400" dirty="0">
              <a:latin typeface="Century Gothic" panose="020B0502020202020204" pitchFamily="34" charset="0"/>
            </a:endParaRPr>
          </a:p>
          <a:p>
            <a:pPr algn="just"/>
            <a:endParaRPr lang="en-US" sz="1400" dirty="0">
              <a:latin typeface="Century Gothic" panose="020B0502020202020204" pitchFamily="34" charset="0"/>
            </a:endParaRPr>
          </a:p>
        </p:txBody>
      </p:sp>
      <p:sp>
        <p:nvSpPr>
          <p:cNvPr id="2" name="Title 3">
            <a:extLst>
              <a:ext uri="{FF2B5EF4-FFF2-40B4-BE49-F238E27FC236}">
                <a16:creationId xmlns:a16="http://schemas.microsoft.com/office/drawing/2014/main" id="{F85C5878-F147-0750-0C2D-95B57332028A}"/>
              </a:ext>
            </a:extLst>
          </p:cNvPr>
          <p:cNvSpPr txBox="1">
            <a:spLocks/>
          </p:cNvSpPr>
          <p:nvPr/>
        </p:nvSpPr>
        <p:spPr>
          <a:xfrm>
            <a:off x="594229" y="2062558"/>
            <a:ext cx="1598956" cy="460637"/>
          </a:xfrm>
          <a:prstGeom prst="rect">
            <a:avLst/>
          </a:prstGeom>
          <a:noFill/>
          <a:ln w="0">
            <a:noFill/>
          </a:ln>
        </p:spPr>
        <p:txBody>
          <a:bodyPr lIns="91440" tIns="91440" rIns="91440" bIns="9144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latin typeface="Century Gothic" panose="020B0502020202020204" pitchFamily="34" charset="0"/>
              </a:rPr>
              <a:t>Techniques:</a:t>
            </a:r>
            <a:endParaRPr lang="en-PH" sz="1600" b="1" dirty="0">
              <a:latin typeface="Century Gothic" panose="020B0502020202020204" pitchFamily="34" charset="0"/>
            </a:endParaRPr>
          </a:p>
        </p:txBody>
      </p:sp>
      <p:sp>
        <p:nvSpPr>
          <p:cNvPr id="3" name="TextBox 2">
            <a:extLst>
              <a:ext uri="{FF2B5EF4-FFF2-40B4-BE49-F238E27FC236}">
                <a16:creationId xmlns:a16="http://schemas.microsoft.com/office/drawing/2014/main" id="{A4480584-1776-740B-4EAE-1DD6F9D4FB13}"/>
              </a:ext>
            </a:extLst>
          </p:cNvPr>
          <p:cNvSpPr txBox="1"/>
          <p:nvPr/>
        </p:nvSpPr>
        <p:spPr>
          <a:xfrm>
            <a:off x="530535" y="2613718"/>
            <a:ext cx="4338244" cy="1815882"/>
          </a:xfrm>
          <a:prstGeom prst="rect">
            <a:avLst/>
          </a:prstGeom>
          <a:noFill/>
        </p:spPr>
        <p:txBody>
          <a:bodyPr wrap="square" rtlCol="0">
            <a:spAutoFit/>
          </a:bodyPr>
          <a:lstStyle/>
          <a:p>
            <a:pPr marL="285750" indent="-285750" algn="just">
              <a:buFont typeface="Wingdings" panose="05000000000000000000" pitchFamily="2" charset="2"/>
              <a:buChar char="Ø"/>
            </a:pPr>
            <a:r>
              <a:rPr lang="en-US" sz="1400" b="1" dirty="0">
                <a:latin typeface="Century Gothic" panose="020B0502020202020204" pitchFamily="34" charset="0"/>
              </a:rPr>
              <a:t>Resource Leveling: </a:t>
            </a:r>
            <a:r>
              <a:rPr lang="en-US" sz="1400" dirty="0">
                <a:latin typeface="Century Gothic" panose="020B0502020202020204" pitchFamily="34" charset="0"/>
              </a:rPr>
              <a:t>Adjusting activity start and end dates to resolve resource overallocation.</a:t>
            </a:r>
            <a:endParaRPr lang="en-PH" sz="1400" dirty="0">
              <a:latin typeface="Century Gothic" panose="020B0502020202020204" pitchFamily="34" charset="0"/>
            </a:endParaRPr>
          </a:p>
          <a:p>
            <a:pPr marL="285750" indent="-285750" algn="just">
              <a:buFont typeface="Wingdings" panose="05000000000000000000" pitchFamily="2" charset="2"/>
              <a:buChar char="Ø"/>
            </a:pPr>
            <a:r>
              <a:rPr lang="en-US" sz="1400" b="1" dirty="0">
                <a:latin typeface="Century Gothic" panose="020B0502020202020204" pitchFamily="34" charset="0"/>
              </a:rPr>
              <a:t>Resource Smoothing: </a:t>
            </a:r>
            <a:r>
              <a:rPr lang="en-US" sz="1400" dirty="0">
                <a:latin typeface="Century Gothic" panose="020B0502020202020204" pitchFamily="34" charset="0"/>
              </a:rPr>
              <a:t>Adjusting activities within their float to optimize resource utilization without affecting the project's critical path.</a:t>
            </a:r>
            <a:endParaRPr lang="en-PH" sz="1400" dirty="0">
              <a:latin typeface="Century Gothic" panose="020B0502020202020204" pitchFamily="34" charset="0"/>
            </a:endParaRPr>
          </a:p>
          <a:p>
            <a:pPr algn="just"/>
            <a:endParaRPr lang="en-US" sz="1400" dirty="0">
              <a:latin typeface="Century Gothic" panose="020B0502020202020204" pitchFamily="34" charset="0"/>
            </a:endParaRPr>
          </a:p>
        </p:txBody>
      </p:sp>
    </p:spTree>
    <p:extLst>
      <p:ext uri="{BB962C8B-B14F-4D97-AF65-F5344CB8AC3E}">
        <p14:creationId xmlns:p14="http://schemas.microsoft.com/office/powerpoint/2010/main" val="282070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1000" fill="hold"/>
                                        <p:tgtEl>
                                          <p:spTgt spid="56"/>
                                        </p:tgtEl>
                                        <p:attrNameLst>
                                          <p:attrName>ppt_x</p:attrName>
                                        </p:attrNameLst>
                                      </p:cBhvr>
                                      <p:tavLst>
                                        <p:tav tm="0">
                                          <p:val>
                                            <p:strVal val="1+#ppt_w/2"/>
                                          </p:val>
                                        </p:tav>
                                        <p:tav tm="100000">
                                          <p:val>
                                            <p:strVal val="#ppt_x"/>
                                          </p:val>
                                        </p:tav>
                                      </p:tavLst>
                                    </p:anim>
                                    <p:anim calcmode="lin" valueType="num">
                                      <p:cBhvr additive="base">
                                        <p:cTn id="8" dur="10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750" fill="hold"/>
                                        <p:tgtEl>
                                          <p:spTgt spid="4"/>
                                        </p:tgtEl>
                                        <p:attrNameLst>
                                          <p:attrName>ppt_x</p:attrName>
                                        </p:attrNameLst>
                                      </p:cBhvr>
                                      <p:tavLst>
                                        <p:tav tm="0">
                                          <p:val>
                                            <p:strVal val="#ppt_x"/>
                                          </p:val>
                                        </p:tav>
                                        <p:tav tm="100000">
                                          <p:val>
                                            <p:strVal val="#ppt_x"/>
                                          </p:val>
                                        </p:tav>
                                      </p:tavLst>
                                    </p:anim>
                                    <p:anim calcmode="lin" valueType="num">
                                      <p:cBhvr additive="base">
                                        <p:cTn id="14" dur="75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0-#ppt_w/2"/>
                                          </p:val>
                                        </p:tav>
                                        <p:tav tm="100000">
                                          <p:val>
                                            <p:strVal val="#ppt_x"/>
                                          </p:val>
                                        </p:tav>
                                      </p:tavLst>
                                    </p:anim>
                                    <p:anim calcmode="lin" valueType="num">
                                      <p:cBhvr additive="base">
                                        <p:cTn id="20"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1000" fill="hold"/>
                                        <p:tgtEl>
                                          <p:spTgt spid="3"/>
                                        </p:tgtEl>
                                        <p:attrNameLst>
                                          <p:attrName>ppt_x</p:attrName>
                                        </p:attrNameLst>
                                      </p:cBhvr>
                                      <p:tavLst>
                                        <p:tav tm="0">
                                          <p:val>
                                            <p:strVal val="1+#ppt_w/2"/>
                                          </p:val>
                                        </p:tav>
                                        <p:tav tm="100000">
                                          <p:val>
                                            <p:strVal val="#ppt_x"/>
                                          </p:val>
                                        </p:tav>
                                      </p:tavLst>
                                    </p:anim>
                                    <p:anim calcmode="lin" valueType="num">
                                      <p:cBhvr additive="base">
                                        <p:cTn id="26" dur="1000" fill="hold"/>
                                        <p:tgtEl>
                                          <p:spTgt spid="3"/>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1000" fill="hold"/>
                                        <p:tgtEl>
                                          <p:spTgt spid="2"/>
                                        </p:tgtEl>
                                        <p:attrNameLst>
                                          <p:attrName>ppt_x</p:attrName>
                                        </p:attrNameLst>
                                      </p:cBhvr>
                                      <p:tavLst>
                                        <p:tav tm="0">
                                          <p:val>
                                            <p:strVal val="1+#ppt_w/2"/>
                                          </p:val>
                                        </p:tav>
                                        <p:tav tm="100000">
                                          <p:val>
                                            <p:strVal val="#ppt_x"/>
                                          </p:val>
                                        </p:tav>
                                      </p:tavLst>
                                    </p:anim>
                                    <p:anim calcmode="lin" valueType="num">
                                      <p:cBhvr additive="base">
                                        <p:cTn id="30"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C0D4"/>
        </a:solidFill>
        <a:effectLst/>
      </p:bgPr>
    </p:bg>
    <p:spTree>
      <p:nvGrpSpPr>
        <p:cNvPr id="1" name="">
          <a:extLst>
            <a:ext uri="{FF2B5EF4-FFF2-40B4-BE49-F238E27FC236}">
              <a16:creationId xmlns:a16="http://schemas.microsoft.com/office/drawing/2014/main" id="{A2F941CB-175E-3C22-D28B-0CD98E3B6925}"/>
            </a:ext>
          </a:extLst>
        </p:cNvPr>
        <p:cNvGrpSpPr/>
        <p:nvPr/>
      </p:nvGrpSpPr>
      <p:grpSpPr>
        <a:xfrm>
          <a:off x="0" y="0"/>
          <a:ext cx="0" cy="0"/>
          <a:chOff x="0" y="0"/>
          <a:chExt cx="0" cy="0"/>
        </a:xfrm>
      </p:grpSpPr>
      <p:pic>
        <p:nvPicPr>
          <p:cNvPr id="56" name="Google Shape;124;p27">
            <a:extLst>
              <a:ext uri="{FF2B5EF4-FFF2-40B4-BE49-F238E27FC236}">
                <a16:creationId xmlns:a16="http://schemas.microsoft.com/office/drawing/2014/main" id="{167291F4-E0ED-B28F-94CD-858C1C080651}"/>
              </a:ext>
            </a:extLst>
          </p:cNvPr>
          <p:cNvPicPr/>
          <p:nvPr/>
        </p:nvPicPr>
        <p:blipFill>
          <a:blip r:embed="rId2"/>
          <a:stretch/>
        </p:blipFill>
        <p:spPr>
          <a:xfrm>
            <a:off x="0" y="0"/>
            <a:ext cx="3518280" cy="5143320"/>
          </a:xfrm>
          <a:prstGeom prst="rect">
            <a:avLst/>
          </a:prstGeom>
          <a:noFill/>
          <a:ln w="0">
            <a:noFill/>
          </a:ln>
        </p:spPr>
      </p:pic>
      <p:sp>
        <p:nvSpPr>
          <p:cNvPr id="4" name="Title 3">
            <a:extLst>
              <a:ext uri="{FF2B5EF4-FFF2-40B4-BE49-F238E27FC236}">
                <a16:creationId xmlns:a16="http://schemas.microsoft.com/office/drawing/2014/main" id="{9B54D0F1-7DAD-3DB9-D625-5942AC0FDBA9}"/>
              </a:ext>
            </a:extLst>
          </p:cNvPr>
          <p:cNvSpPr>
            <a:spLocks noGrp="1"/>
          </p:cNvSpPr>
          <p:nvPr>
            <p:ph type="title"/>
          </p:nvPr>
        </p:nvSpPr>
        <p:spPr>
          <a:xfrm>
            <a:off x="4071934" y="1040031"/>
            <a:ext cx="4858937" cy="954108"/>
          </a:xfrm>
        </p:spPr>
        <p:txBody>
          <a:bodyPr/>
          <a:lstStyle/>
          <a:p>
            <a:r>
              <a:rPr lang="en-US" sz="2800" b="1" dirty="0">
                <a:latin typeface="Century Gothic" panose="020B0502020202020204" pitchFamily="34" charset="0"/>
              </a:rPr>
              <a:t>Resource Monitoring and Control</a:t>
            </a:r>
            <a:endParaRPr lang="en-PH" sz="2800" b="1" dirty="0">
              <a:latin typeface="Century Gothic" panose="020B0502020202020204" pitchFamily="34" charset="0"/>
            </a:endParaRPr>
          </a:p>
        </p:txBody>
      </p:sp>
      <p:sp>
        <p:nvSpPr>
          <p:cNvPr id="5" name="TextBox 4">
            <a:extLst>
              <a:ext uri="{FF2B5EF4-FFF2-40B4-BE49-F238E27FC236}">
                <a16:creationId xmlns:a16="http://schemas.microsoft.com/office/drawing/2014/main" id="{A417C2FE-C614-CF45-E7D4-3227C1667BAC}"/>
              </a:ext>
            </a:extLst>
          </p:cNvPr>
          <p:cNvSpPr txBox="1"/>
          <p:nvPr/>
        </p:nvSpPr>
        <p:spPr>
          <a:xfrm>
            <a:off x="4063243" y="1925050"/>
            <a:ext cx="4338244" cy="954107"/>
          </a:xfrm>
          <a:prstGeom prst="rect">
            <a:avLst/>
          </a:prstGeom>
          <a:noFill/>
        </p:spPr>
        <p:txBody>
          <a:bodyPr wrap="square" rtlCol="0">
            <a:spAutoFit/>
          </a:bodyPr>
          <a:lstStyle/>
          <a:p>
            <a:pPr algn="just"/>
            <a:r>
              <a:rPr lang="en-US" sz="1400" dirty="0">
                <a:latin typeface="Century Gothic" panose="020B0502020202020204" pitchFamily="34" charset="0"/>
              </a:rPr>
              <a:t>-Tracking resource utilization, identifying variances, and taking corrective actions to ensure resources are used efficiently.</a:t>
            </a:r>
            <a:endParaRPr lang="en-PH" sz="1400" dirty="0">
              <a:latin typeface="Century Gothic" panose="020B0502020202020204" pitchFamily="34" charset="0"/>
            </a:endParaRPr>
          </a:p>
          <a:p>
            <a:pPr algn="just"/>
            <a:endParaRPr lang="en-US" sz="1400" dirty="0">
              <a:latin typeface="Century Gothic" panose="020B0502020202020204" pitchFamily="34" charset="0"/>
            </a:endParaRPr>
          </a:p>
        </p:txBody>
      </p:sp>
      <p:sp>
        <p:nvSpPr>
          <p:cNvPr id="2" name="Title 3">
            <a:extLst>
              <a:ext uri="{FF2B5EF4-FFF2-40B4-BE49-F238E27FC236}">
                <a16:creationId xmlns:a16="http://schemas.microsoft.com/office/drawing/2014/main" id="{D692114D-914A-B1F4-AAC1-6B1E08E0A234}"/>
              </a:ext>
            </a:extLst>
          </p:cNvPr>
          <p:cNvSpPr txBox="1">
            <a:spLocks/>
          </p:cNvSpPr>
          <p:nvPr/>
        </p:nvSpPr>
        <p:spPr>
          <a:xfrm>
            <a:off x="4148709" y="2736325"/>
            <a:ext cx="1598956" cy="460637"/>
          </a:xfrm>
          <a:prstGeom prst="rect">
            <a:avLst/>
          </a:prstGeom>
          <a:noFill/>
          <a:ln w="0">
            <a:noFill/>
          </a:ln>
        </p:spPr>
        <p:txBody>
          <a:bodyPr lIns="91440" tIns="91440" rIns="91440" bIns="9144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latin typeface="Century Gothic" panose="020B0502020202020204" pitchFamily="34" charset="0"/>
              </a:rPr>
              <a:t>Tools:</a:t>
            </a:r>
            <a:endParaRPr lang="en-PH" sz="1600" b="1" dirty="0">
              <a:latin typeface="Century Gothic" panose="020B0502020202020204" pitchFamily="34" charset="0"/>
            </a:endParaRPr>
          </a:p>
        </p:txBody>
      </p:sp>
      <p:sp>
        <p:nvSpPr>
          <p:cNvPr id="3" name="TextBox 2">
            <a:extLst>
              <a:ext uri="{FF2B5EF4-FFF2-40B4-BE49-F238E27FC236}">
                <a16:creationId xmlns:a16="http://schemas.microsoft.com/office/drawing/2014/main" id="{CCFF41D5-F630-1033-8004-DC2FB8857B2F}"/>
              </a:ext>
            </a:extLst>
          </p:cNvPr>
          <p:cNvSpPr txBox="1"/>
          <p:nvPr/>
        </p:nvSpPr>
        <p:spPr>
          <a:xfrm>
            <a:off x="4085015" y="3287485"/>
            <a:ext cx="4338244" cy="738664"/>
          </a:xfrm>
          <a:prstGeom prst="rect">
            <a:avLst/>
          </a:prstGeom>
          <a:noFill/>
        </p:spPr>
        <p:txBody>
          <a:bodyPr wrap="square" rtlCol="0">
            <a:spAutoFit/>
          </a:bodyPr>
          <a:lstStyle/>
          <a:p>
            <a:pPr marL="285750" indent="-285750" algn="just">
              <a:buFont typeface="Wingdings" panose="05000000000000000000" pitchFamily="2" charset="2"/>
              <a:buChar char="Ø"/>
            </a:pPr>
            <a:r>
              <a:rPr lang="en-US" sz="1400" dirty="0">
                <a:latin typeface="Century Gothic" panose="020B0502020202020204" pitchFamily="34" charset="0"/>
              </a:rPr>
              <a:t>Resource Tracking Systems</a:t>
            </a:r>
          </a:p>
          <a:p>
            <a:pPr marL="285750" indent="-285750" algn="just">
              <a:buFont typeface="Wingdings" panose="05000000000000000000" pitchFamily="2" charset="2"/>
              <a:buChar char="Ø"/>
            </a:pPr>
            <a:r>
              <a:rPr lang="en-US" sz="1400" dirty="0">
                <a:latin typeface="Century Gothic" panose="020B0502020202020204" pitchFamily="34" charset="0"/>
              </a:rPr>
              <a:t>Performance Reports </a:t>
            </a:r>
          </a:p>
          <a:p>
            <a:pPr marL="285750" indent="-285750" algn="just">
              <a:buFont typeface="Wingdings" panose="05000000000000000000" pitchFamily="2" charset="2"/>
              <a:buChar char="Ø"/>
            </a:pPr>
            <a:r>
              <a:rPr lang="en-US" sz="1400" dirty="0">
                <a:latin typeface="Century Gothic" panose="020B0502020202020204" pitchFamily="34" charset="0"/>
              </a:rPr>
              <a:t>Variance Analysis</a:t>
            </a:r>
          </a:p>
        </p:txBody>
      </p:sp>
    </p:spTree>
    <p:extLst>
      <p:ext uri="{BB962C8B-B14F-4D97-AF65-F5344CB8AC3E}">
        <p14:creationId xmlns:p14="http://schemas.microsoft.com/office/powerpoint/2010/main" val="79450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1000" fill="hold"/>
                                        <p:tgtEl>
                                          <p:spTgt spid="56"/>
                                        </p:tgtEl>
                                        <p:attrNameLst>
                                          <p:attrName>ppt_x</p:attrName>
                                        </p:attrNameLst>
                                      </p:cBhvr>
                                      <p:tavLst>
                                        <p:tav tm="0">
                                          <p:val>
                                            <p:strVal val="0-#ppt_w/2"/>
                                          </p:val>
                                        </p:tav>
                                        <p:tav tm="100000">
                                          <p:val>
                                            <p:strVal val="#ppt_x"/>
                                          </p:val>
                                        </p:tav>
                                      </p:tavLst>
                                    </p:anim>
                                    <p:anim calcmode="lin" valueType="num">
                                      <p:cBhvr additive="base">
                                        <p:cTn id="8" dur="10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ppt_x"/>
                                          </p:val>
                                        </p:tav>
                                        <p:tav tm="100000">
                                          <p:val>
                                            <p:strVal val="#ppt_x"/>
                                          </p:val>
                                        </p:tav>
                                      </p:tavLst>
                                    </p:anim>
                                    <p:anim calcmode="lin" valueType="num">
                                      <p:cBhvr additive="base">
                                        <p:cTn id="14" dur="1000" fill="hold"/>
                                        <p:tgtEl>
                                          <p:spTgt spid="5"/>
                                        </p:tgtEl>
                                        <p:attrNameLst>
                                          <p:attrName>ppt_y</p:attrName>
                                        </p:attrNameLst>
                                      </p:cBhvr>
                                      <p:tavLst>
                                        <p:tav tm="0">
                                          <p:val>
                                            <p:strVal val="0-#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000" fill="hold"/>
                                        <p:tgtEl>
                                          <p:spTgt spid="4"/>
                                        </p:tgtEl>
                                        <p:attrNameLst>
                                          <p:attrName>ppt_x</p:attrName>
                                        </p:attrNameLst>
                                      </p:cBhvr>
                                      <p:tavLst>
                                        <p:tav tm="0">
                                          <p:val>
                                            <p:strVal val="#ppt_x"/>
                                          </p:val>
                                        </p:tav>
                                        <p:tav tm="100000">
                                          <p:val>
                                            <p:strVal val="#ppt_x"/>
                                          </p:val>
                                        </p:tav>
                                      </p:tavLst>
                                    </p:anim>
                                    <p:anim calcmode="lin" valueType="num">
                                      <p:cBhvr additive="base">
                                        <p:cTn id="18" dur="10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1+#ppt_w/2"/>
                                          </p:val>
                                        </p:tav>
                                        <p:tav tm="100000">
                                          <p:val>
                                            <p:strVal val="#ppt_x"/>
                                          </p:val>
                                        </p:tav>
                                      </p:tavLst>
                                    </p:anim>
                                    <p:anim calcmode="lin" valueType="num">
                                      <p:cBhvr additive="base">
                                        <p:cTn id="24" dur="1000" fill="hold"/>
                                        <p:tgtEl>
                                          <p:spTgt spid="3"/>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1000" fill="hold"/>
                                        <p:tgtEl>
                                          <p:spTgt spid="2"/>
                                        </p:tgtEl>
                                        <p:attrNameLst>
                                          <p:attrName>ppt_x</p:attrName>
                                        </p:attrNameLst>
                                      </p:cBhvr>
                                      <p:tavLst>
                                        <p:tav tm="0">
                                          <p:val>
                                            <p:strVal val="1+#ppt_w/2"/>
                                          </p:val>
                                        </p:tav>
                                        <p:tav tm="100000">
                                          <p:val>
                                            <p:strVal val="#ppt_x"/>
                                          </p:val>
                                        </p:tav>
                                      </p:tavLst>
                                    </p:anim>
                                    <p:anim calcmode="lin" valueType="num">
                                      <p:cBhvr additive="base">
                                        <p:cTn id="28"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p:cNvGrpSpPr/>
        <p:nvPr/>
      </p:nvGrpSpPr>
      <p:grpSpPr>
        <a:xfrm>
          <a:off x="0" y="0"/>
          <a:ext cx="0" cy="0"/>
          <a:chOff x="0" y="0"/>
          <a:chExt cx="0" cy="0"/>
        </a:xfrm>
      </p:grpSpPr>
      <p:pic>
        <p:nvPicPr>
          <p:cNvPr id="72" name="Google Shape;169;p31"/>
          <p:cNvPicPr/>
          <p:nvPr/>
        </p:nvPicPr>
        <p:blipFill>
          <a:blip r:embed="rId2"/>
          <a:srcRect l="1285" r="1285"/>
          <a:stretch/>
        </p:blipFill>
        <p:spPr>
          <a:xfrm>
            <a:off x="0" y="0"/>
            <a:ext cx="3427920" cy="5143320"/>
          </a:xfrm>
          <a:prstGeom prst="rect">
            <a:avLst/>
          </a:prstGeom>
          <a:noFill/>
          <a:ln w="0">
            <a:noFill/>
          </a:ln>
        </p:spPr>
      </p:pic>
      <p:sp>
        <p:nvSpPr>
          <p:cNvPr id="73" name="PlaceHolder 1"/>
          <p:cNvSpPr>
            <a:spLocks noGrp="1"/>
          </p:cNvSpPr>
          <p:nvPr>
            <p:ph type="title"/>
          </p:nvPr>
        </p:nvSpPr>
        <p:spPr>
          <a:xfrm>
            <a:off x="4682609" y="165004"/>
            <a:ext cx="3656994" cy="631724"/>
          </a:xfrm>
          <a:prstGeom prst="rect">
            <a:avLst/>
          </a:prstGeom>
          <a:noFill/>
          <a:ln w="0">
            <a:noFill/>
          </a:ln>
        </p:spPr>
        <p:txBody>
          <a:bodyPr lIns="91440" tIns="91440" rIns="91440" bIns="91440" anchor="b">
            <a:normAutofit fontScale="90000"/>
          </a:bodyPr>
          <a:lstStyle/>
          <a:p>
            <a:pPr indent="0">
              <a:lnSpc>
                <a:spcPct val="120000"/>
              </a:lnSpc>
              <a:buNone/>
              <a:tabLst>
                <a:tab pos="0" algn="l"/>
              </a:tabLst>
            </a:pPr>
            <a:r>
              <a:rPr lang="en-US" sz="2800" b="1" dirty="0">
                <a:solidFill>
                  <a:srgbClr val="000000"/>
                </a:solidFill>
                <a:latin typeface="Century Gothic" panose="020B0502020202020204" pitchFamily="34" charset="0"/>
              </a:rPr>
              <a:t>Tools and Techniques</a:t>
            </a:r>
            <a:endParaRPr lang="fr-FR" sz="2800" b="1" u="none" strike="noStrike" dirty="0">
              <a:solidFill>
                <a:schemeClr val="dk1"/>
              </a:solidFill>
              <a:effectLst/>
              <a:uFillTx/>
              <a:latin typeface="Century Gothic" panose="020B0502020202020204" pitchFamily="34" charset="0"/>
            </a:endParaRPr>
          </a:p>
        </p:txBody>
      </p:sp>
      <p:sp>
        <p:nvSpPr>
          <p:cNvPr id="5" name="TextBox 4">
            <a:extLst>
              <a:ext uri="{FF2B5EF4-FFF2-40B4-BE49-F238E27FC236}">
                <a16:creationId xmlns:a16="http://schemas.microsoft.com/office/drawing/2014/main" id="{76CBE33A-3220-CE58-1E85-F3DBEA05EA8D}"/>
              </a:ext>
            </a:extLst>
          </p:cNvPr>
          <p:cNvSpPr txBox="1"/>
          <p:nvPr/>
        </p:nvSpPr>
        <p:spPr>
          <a:xfrm>
            <a:off x="4209636" y="796728"/>
            <a:ext cx="4602939" cy="3600986"/>
          </a:xfrm>
          <a:prstGeom prst="rect">
            <a:avLst/>
          </a:prstGeom>
          <a:noFill/>
        </p:spPr>
        <p:txBody>
          <a:bodyPr wrap="square" rtlCol="0">
            <a:spAutoFit/>
          </a:bodyPr>
          <a:lstStyle/>
          <a:p>
            <a:pPr algn="just"/>
            <a:r>
              <a:rPr lang="en-US" sz="1400" b="1" dirty="0">
                <a:latin typeface="Century Gothic" panose="020B0502020202020204" pitchFamily="34" charset="0"/>
              </a:rPr>
              <a:t>1. Project Management Software:</a:t>
            </a:r>
          </a:p>
          <a:p>
            <a:pPr marL="342900" indent="-342900" algn="just">
              <a:buAutoNum type="arabicPeriod"/>
            </a:pPr>
            <a:endParaRPr lang="en-PH" sz="1400" b="1" dirty="0">
              <a:latin typeface="Century Gothic" panose="020B0502020202020204" pitchFamily="34" charset="0"/>
            </a:endParaRPr>
          </a:p>
          <a:p>
            <a:pPr algn="just"/>
            <a:r>
              <a:rPr lang="en-US" sz="1400" b="1" dirty="0">
                <a:latin typeface="Century Gothic" panose="020B0502020202020204" pitchFamily="34" charset="0"/>
              </a:rPr>
              <a:t>Examples</a:t>
            </a:r>
            <a:r>
              <a:rPr lang="en-US" sz="1400" dirty="0">
                <a:latin typeface="Century Gothic" panose="020B0502020202020204" pitchFamily="34" charset="0"/>
              </a:rPr>
              <a:t>: </a:t>
            </a:r>
          </a:p>
          <a:p>
            <a:pPr marL="285750" indent="-285750" algn="just">
              <a:buFont typeface="Arial" panose="020B0604020202020204" pitchFamily="34" charset="0"/>
              <a:buChar char="•"/>
            </a:pPr>
            <a:r>
              <a:rPr lang="en-US" sz="1400" dirty="0">
                <a:latin typeface="Century Gothic" panose="020B0502020202020204" pitchFamily="34" charset="0"/>
              </a:rPr>
              <a:t>Microsoft Project </a:t>
            </a:r>
          </a:p>
          <a:p>
            <a:pPr marL="285750" indent="-285750" algn="just">
              <a:buFont typeface="Arial" panose="020B0604020202020204" pitchFamily="34" charset="0"/>
              <a:buChar char="•"/>
            </a:pPr>
            <a:r>
              <a:rPr lang="en-US" sz="1400" dirty="0">
                <a:latin typeface="Century Gothic" panose="020B0502020202020204" pitchFamily="34" charset="0"/>
              </a:rPr>
              <a:t>Asana</a:t>
            </a:r>
          </a:p>
          <a:p>
            <a:pPr marL="285750" indent="-285750" algn="just">
              <a:buFont typeface="Arial" panose="020B0604020202020204" pitchFamily="34" charset="0"/>
              <a:buChar char="•"/>
            </a:pPr>
            <a:r>
              <a:rPr lang="en-US" sz="1400" dirty="0">
                <a:latin typeface="Century Gothic" panose="020B0502020202020204" pitchFamily="34" charset="0"/>
              </a:rPr>
              <a:t>Trello</a:t>
            </a:r>
          </a:p>
          <a:p>
            <a:pPr marL="285750" indent="-285750" algn="just">
              <a:buFont typeface="Arial" panose="020B0604020202020204" pitchFamily="34" charset="0"/>
              <a:buChar char="•"/>
            </a:pPr>
            <a:r>
              <a:rPr lang="en-US" sz="1400" dirty="0">
                <a:latin typeface="Century Gothic" panose="020B0502020202020204" pitchFamily="34" charset="0"/>
              </a:rPr>
              <a:t>Jira</a:t>
            </a:r>
          </a:p>
          <a:p>
            <a:pPr algn="just"/>
            <a:endParaRPr lang="en-PH" sz="1400" dirty="0">
              <a:latin typeface="Century Gothic" panose="020B0502020202020204" pitchFamily="34" charset="0"/>
            </a:endParaRPr>
          </a:p>
          <a:p>
            <a:pPr algn="just"/>
            <a:r>
              <a:rPr lang="en-US" sz="1400" b="1" dirty="0">
                <a:latin typeface="Century Gothic" panose="020B0502020202020204" pitchFamily="34" charset="0"/>
              </a:rPr>
              <a:t>Features</a:t>
            </a:r>
            <a:r>
              <a:rPr lang="en-US" sz="1400" dirty="0">
                <a:latin typeface="Century Gothic" panose="020B0502020202020204" pitchFamily="34" charset="0"/>
              </a:rPr>
              <a:t>:</a:t>
            </a:r>
          </a:p>
          <a:p>
            <a:pPr algn="just"/>
            <a:endParaRPr lang="en-US" sz="1400" dirty="0">
              <a:latin typeface="Century Gothic" panose="020B0502020202020204" pitchFamily="34" charset="0"/>
            </a:endParaRPr>
          </a:p>
          <a:p>
            <a:pPr marL="285750" indent="-285750" algn="just">
              <a:buFont typeface="Arial" panose="020B0604020202020204" pitchFamily="34" charset="0"/>
              <a:buChar char="•"/>
            </a:pPr>
            <a:r>
              <a:rPr lang="en-US" sz="1400" dirty="0">
                <a:latin typeface="Century Gothic" panose="020B0502020202020204" pitchFamily="34" charset="0"/>
              </a:rPr>
              <a:t>Scheduling, </a:t>
            </a:r>
          </a:p>
          <a:p>
            <a:pPr marL="285750" indent="-285750" algn="just">
              <a:buFont typeface="Arial" panose="020B0604020202020204" pitchFamily="34" charset="0"/>
              <a:buChar char="•"/>
            </a:pPr>
            <a:r>
              <a:rPr lang="en-US" sz="1400" dirty="0">
                <a:latin typeface="Century Gothic" panose="020B0502020202020204" pitchFamily="34" charset="0"/>
              </a:rPr>
              <a:t>Resource Allocation, </a:t>
            </a:r>
          </a:p>
          <a:p>
            <a:pPr marL="285750" indent="-285750" algn="just">
              <a:buFont typeface="Arial" panose="020B0604020202020204" pitchFamily="34" charset="0"/>
              <a:buChar char="•"/>
            </a:pPr>
            <a:r>
              <a:rPr lang="en-US" sz="1400" dirty="0">
                <a:latin typeface="Century Gothic" panose="020B0502020202020204" pitchFamily="34" charset="0"/>
              </a:rPr>
              <a:t>Task Management, </a:t>
            </a:r>
          </a:p>
          <a:p>
            <a:pPr marL="285750" indent="-285750" algn="just">
              <a:buFont typeface="Arial" panose="020B0604020202020204" pitchFamily="34" charset="0"/>
              <a:buChar char="•"/>
            </a:pPr>
            <a:r>
              <a:rPr lang="en-US" sz="1400" dirty="0">
                <a:latin typeface="Century Gothic" panose="020B0502020202020204" pitchFamily="34" charset="0"/>
              </a:rPr>
              <a:t>Collaboration, And</a:t>
            </a:r>
          </a:p>
          <a:p>
            <a:pPr marL="285750" indent="-285750" algn="just">
              <a:buFont typeface="Arial" panose="020B0604020202020204" pitchFamily="34" charset="0"/>
              <a:buChar char="•"/>
            </a:pPr>
            <a:r>
              <a:rPr lang="en-US" sz="1400" dirty="0">
                <a:latin typeface="Century Gothic" panose="020B0502020202020204" pitchFamily="34" charset="0"/>
              </a:rPr>
              <a:t>Reporting.</a:t>
            </a:r>
            <a:endParaRPr lang="en-PH" sz="1400" dirty="0">
              <a:latin typeface="Century Gothic" panose="020B0502020202020204" pitchFamily="34" charset="0"/>
            </a:endParaRPr>
          </a:p>
          <a:p>
            <a:pPr algn="just"/>
            <a:endParaRPr lang="en-PH"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additive="base">
                                        <p:cTn id="7" dur="1000" fill="hold"/>
                                        <p:tgtEl>
                                          <p:spTgt spid="72"/>
                                        </p:tgtEl>
                                        <p:attrNameLst>
                                          <p:attrName>ppt_x</p:attrName>
                                        </p:attrNameLst>
                                      </p:cBhvr>
                                      <p:tavLst>
                                        <p:tav tm="0">
                                          <p:val>
                                            <p:strVal val="#ppt_x"/>
                                          </p:val>
                                        </p:tav>
                                        <p:tav tm="100000">
                                          <p:val>
                                            <p:strVal val="#ppt_x"/>
                                          </p:val>
                                        </p:tav>
                                      </p:tavLst>
                                    </p:anim>
                                    <p:anim calcmode="lin" valueType="num">
                                      <p:cBhvr additive="base">
                                        <p:cTn id="8" dur="1000" fill="hold"/>
                                        <p:tgtEl>
                                          <p:spTgt spid="7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73"/>
                                        </p:tgtEl>
                                        <p:attrNameLst>
                                          <p:attrName>style.visibility</p:attrName>
                                        </p:attrNameLst>
                                      </p:cBhvr>
                                      <p:to>
                                        <p:strVal val="visible"/>
                                      </p:to>
                                    </p:set>
                                    <p:anim calcmode="lin" valueType="num">
                                      <p:cBhvr additive="base">
                                        <p:cTn id="13" dur="750" fill="hold"/>
                                        <p:tgtEl>
                                          <p:spTgt spid="73"/>
                                        </p:tgtEl>
                                        <p:attrNameLst>
                                          <p:attrName>ppt_x</p:attrName>
                                        </p:attrNameLst>
                                      </p:cBhvr>
                                      <p:tavLst>
                                        <p:tav tm="0">
                                          <p:val>
                                            <p:strVal val="#ppt_x"/>
                                          </p:val>
                                        </p:tav>
                                        <p:tav tm="100000">
                                          <p:val>
                                            <p:strVal val="#ppt_x"/>
                                          </p:val>
                                        </p:tav>
                                      </p:tavLst>
                                    </p:anim>
                                    <p:anim calcmode="lin" valueType="num">
                                      <p:cBhvr additive="base">
                                        <p:cTn id="14" dur="750" fill="hold"/>
                                        <p:tgtEl>
                                          <p:spTgt spid="7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1+#ppt_w/2"/>
                                          </p:val>
                                        </p:tav>
                                        <p:tav tm="100000">
                                          <p:val>
                                            <p:strVal val="#ppt_x"/>
                                          </p:val>
                                        </p:tav>
                                      </p:tavLst>
                                    </p:anim>
                                    <p:anim calcmode="lin" valueType="num">
                                      <p:cBhvr additive="base">
                                        <p:cTn id="20"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47DE22CD-FD45-0F60-BA42-D0BC3912587D}"/>
            </a:ext>
          </a:extLst>
        </p:cNvPr>
        <p:cNvGrpSpPr/>
        <p:nvPr/>
      </p:nvGrpSpPr>
      <p:grpSpPr>
        <a:xfrm>
          <a:off x="0" y="0"/>
          <a:ext cx="0" cy="0"/>
          <a:chOff x="0" y="0"/>
          <a:chExt cx="0" cy="0"/>
        </a:xfrm>
      </p:grpSpPr>
      <p:pic>
        <p:nvPicPr>
          <p:cNvPr id="72" name="Google Shape;169;p31">
            <a:extLst>
              <a:ext uri="{FF2B5EF4-FFF2-40B4-BE49-F238E27FC236}">
                <a16:creationId xmlns:a16="http://schemas.microsoft.com/office/drawing/2014/main" id="{F547A75B-CCA2-CEB1-2B4D-04C02FB4EC46}"/>
              </a:ext>
            </a:extLst>
          </p:cNvPr>
          <p:cNvPicPr/>
          <p:nvPr/>
        </p:nvPicPr>
        <p:blipFill>
          <a:blip r:embed="rId2"/>
          <a:srcRect l="1285" r="1285"/>
          <a:stretch/>
        </p:blipFill>
        <p:spPr>
          <a:xfrm>
            <a:off x="0" y="0"/>
            <a:ext cx="3427920" cy="5143320"/>
          </a:xfrm>
          <a:prstGeom prst="rect">
            <a:avLst/>
          </a:prstGeom>
          <a:noFill/>
          <a:ln w="0">
            <a:noFill/>
          </a:ln>
        </p:spPr>
      </p:pic>
      <p:sp>
        <p:nvSpPr>
          <p:cNvPr id="73" name="PlaceHolder 1">
            <a:extLst>
              <a:ext uri="{FF2B5EF4-FFF2-40B4-BE49-F238E27FC236}">
                <a16:creationId xmlns:a16="http://schemas.microsoft.com/office/drawing/2014/main" id="{CEB158EE-6998-D127-F776-52469EC978A4}"/>
              </a:ext>
            </a:extLst>
          </p:cNvPr>
          <p:cNvSpPr>
            <a:spLocks noGrp="1"/>
          </p:cNvSpPr>
          <p:nvPr>
            <p:ph type="title"/>
          </p:nvPr>
        </p:nvSpPr>
        <p:spPr>
          <a:xfrm>
            <a:off x="4682609" y="1065652"/>
            <a:ext cx="3656994" cy="631724"/>
          </a:xfrm>
          <a:prstGeom prst="rect">
            <a:avLst/>
          </a:prstGeom>
          <a:noFill/>
          <a:ln w="0">
            <a:noFill/>
          </a:ln>
        </p:spPr>
        <p:txBody>
          <a:bodyPr lIns="91440" tIns="91440" rIns="91440" bIns="91440" anchor="b">
            <a:normAutofit fontScale="90000"/>
          </a:bodyPr>
          <a:lstStyle/>
          <a:p>
            <a:pPr indent="0">
              <a:lnSpc>
                <a:spcPct val="120000"/>
              </a:lnSpc>
              <a:buNone/>
              <a:tabLst>
                <a:tab pos="0" algn="l"/>
              </a:tabLst>
            </a:pPr>
            <a:r>
              <a:rPr lang="en-US" sz="2800" b="1" dirty="0">
                <a:solidFill>
                  <a:srgbClr val="000000"/>
                </a:solidFill>
                <a:latin typeface="Century Gothic" panose="020B0502020202020204" pitchFamily="34" charset="0"/>
              </a:rPr>
              <a:t>Tools and Techniques</a:t>
            </a:r>
            <a:endParaRPr lang="fr-FR" sz="2800" b="1" u="none" strike="noStrike" dirty="0">
              <a:solidFill>
                <a:schemeClr val="dk1"/>
              </a:solidFill>
              <a:effectLst/>
              <a:uFillTx/>
              <a:latin typeface="Century Gothic" panose="020B0502020202020204" pitchFamily="34" charset="0"/>
            </a:endParaRPr>
          </a:p>
        </p:txBody>
      </p:sp>
      <p:sp>
        <p:nvSpPr>
          <p:cNvPr id="5" name="TextBox 4">
            <a:extLst>
              <a:ext uri="{FF2B5EF4-FFF2-40B4-BE49-F238E27FC236}">
                <a16:creationId xmlns:a16="http://schemas.microsoft.com/office/drawing/2014/main" id="{E87B1835-4834-5D50-9C8A-C8179CDE8E03}"/>
              </a:ext>
            </a:extLst>
          </p:cNvPr>
          <p:cNvSpPr txBox="1"/>
          <p:nvPr/>
        </p:nvSpPr>
        <p:spPr>
          <a:xfrm>
            <a:off x="4209636" y="1876134"/>
            <a:ext cx="4602939" cy="2523768"/>
          </a:xfrm>
          <a:prstGeom prst="rect">
            <a:avLst/>
          </a:prstGeom>
          <a:noFill/>
        </p:spPr>
        <p:txBody>
          <a:bodyPr wrap="square" rtlCol="0">
            <a:spAutoFit/>
          </a:bodyPr>
          <a:lstStyle/>
          <a:p>
            <a:pPr algn="just"/>
            <a:r>
              <a:rPr lang="en-US" sz="1400" b="1" dirty="0">
                <a:latin typeface="Century Gothic" panose="020B0502020202020204" pitchFamily="34" charset="0"/>
              </a:rPr>
              <a:t>2. Spreadsheet:</a:t>
            </a:r>
          </a:p>
          <a:p>
            <a:pPr algn="just"/>
            <a:endParaRPr lang="en-PH" sz="1400" dirty="0">
              <a:latin typeface="Century Gothic" panose="020B0502020202020204" pitchFamily="34" charset="0"/>
            </a:endParaRPr>
          </a:p>
          <a:p>
            <a:r>
              <a:rPr lang="en-US" sz="1400" b="1" dirty="0">
                <a:latin typeface="Century Gothic" panose="020B0502020202020204" pitchFamily="34" charset="0"/>
              </a:rPr>
              <a:t>Uses:</a:t>
            </a:r>
          </a:p>
          <a:p>
            <a:pPr marL="285750" indent="-285750">
              <a:buFont typeface="Arial" panose="020B0604020202020204" pitchFamily="34" charset="0"/>
              <a:buChar char="•"/>
            </a:pPr>
            <a:r>
              <a:rPr lang="en-US" sz="1400" dirty="0">
                <a:latin typeface="Century Gothic" panose="020B0502020202020204" pitchFamily="34" charset="0"/>
              </a:rPr>
              <a:t>Creating Simple Schedules</a:t>
            </a:r>
          </a:p>
          <a:p>
            <a:pPr marL="285750" indent="-285750">
              <a:buFont typeface="Arial" panose="020B0604020202020204" pitchFamily="34" charset="0"/>
              <a:buChar char="•"/>
            </a:pPr>
            <a:r>
              <a:rPr lang="en-US" sz="1400" dirty="0">
                <a:latin typeface="Century Gothic" panose="020B0502020202020204" pitchFamily="34" charset="0"/>
              </a:rPr>
              <a:t>Tracking Resources and</a:t>
            </a:r>
          </a:p>
          <a:p>
            <a:pPr marL="285750" indent="-285750">
              <a:buFont typeface="Arial" panose="020B0604020202020204" pitchFamily="34" charset="0"/>
              <a:buChar char="•"/>
            </a:pPr>
            <a:r>
              <a:rPr lang="en-US" sz="1400" dirty="0">
                <a:latin typeface="Century Gothic" panose="020B0502020202020204" pitchFamily="34" charset="0"/>
              </a:rPr>
              <a:t>Performing Basic Analysis.</a:t>
            </a:r>
          </a:p>
          <a:p>
            <a:endParaRPr lang="en-PH" sz="1400" dirty="0">
              <a:latin typeface="Century Gothic" panose="020B0502020202020204" pitchFamily="34" charset="0"/>
            </a:endParaRPr>
          </a:p>
          <a:p>
            <a:r>
              <a:rPr lang="en-US" sz="1400" b="1" dirty="0">
                <a:latin typeface="Century Gothic" panose="020B0502020202020204" pitchFamily="34" charset="0"/>
              </a:rPr>
              <a:t>Software: </a:t>
            </a:r>
          </a:p>
          <a:p>
            <a:pPr marL="285750" indent="-285750">
              <a:buFont typeface="Arial" panose="020B0604020202020204" pitchFamily="34" charset="0"/>
              <a:buChar char="•"/>
            </a:pPr>
            <a:r>
              <a:rPr lang="en-US" sz="1400" dirty="0">
                <a:latin typeface="Century Gothic" panose="020B0502020202020204" pitchFamily="34" charset="0"/>
              </a:rPr>
              <a:t>Microsoft Excel</a:t>
            </a:r>
          </a:p>
          <a:p>
            <a:pPr marL="285750" indent="-285750">
              <a:buFont typeface="Arial" panose="020B0604020202020204" pitchFamily="34" charset="0"/>
              <a:buChar char="•"/>
            </a:pPr>
            <a:r>
              <a:rPr lang="en-US" sz="1400" dirty="0">
                <a:latin typeface="Century Gothic" panose="020B0502020202020204" pitchFamily="34" charset="0"/>
              </a:rPr>
              <a:t>Google Sheets.</a:t>
            </a:r>
            <a:endParaRPr lang="en-PH" sz="1400" dirty="0">
              <a:latin typeface="Century Gothic" panose="020B0502020202020204" pitchFamily="34" charset="0"/>
            </a:endParaRPr>
          </a:p>
          <a:p>
            <a:pPr algn="just"/>
            <a:endParaRPr lang="en-PH" dirty="0"/>
          </a:p>
        </p:txBody>
      </p:sp>
    </p:spTree>
    <p:extLst>
      <p:ext uri="{BB962C8B-B14F-4D97-AF65-F5344CB8AC3E}">
        <p14:creationId xmlns:p14="http://schemas.microsoft.com/office/powerpoint/2010/main" val="1422070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750" fill="hold"/>
                                        <p:tgtEl>
                                          <p:spTgt spid="73"/>
                                        </p:tgtEl>
                                        <p:attrNameLst>
                                          <p:attrName>ppt_x</p:attrName>
                                        </p:attrNameLst>
                                      </p:cBhvr>
                                      <p:tavLst>
                                        <p:tav tm="0">
                                          <p:val>
                                            <p:strVal val="#ppt_x"/>
                                          </p:val>
                                        </p:tav>
                                        <p:tav tm="100000">
                                          <p:val>
                                            <p:strVal val="#ppt_x"/>
                                          </p:val>
                                        </p:tav>
                                      </p:tavLst>
                                    </p:anim>
                                    <p:anim calcmode="lin" valueType="num">
                                      <p:cBhvr additive="base">
                                        <p:cTn id="8" dur="750" fill="hold"/>
                                        <p:tgtEl>
                                          <p:spTgt spid="7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1000" fill="hold"/>
                                        <p:tgtEl>
                                          <p:spTgt spid="5"/>
                                        </p:tgtEl>
                                        <p:attrNameLst>
                                          <p:attrName>ppt_x</p:attrName>
                                        </p:attrNameLst>
                                      </p:cBhvr>
                                      <p:tavLst>
                                        <p:tav tm="0">
                                          <p:val>
                                            <p:strVal val="1+#ppt_w/2"/>
                                          </p:val>
                                        </p:tav>
                                        <p:tav tm="100000">
                                          <p:val>
                                            <p:strVal val="#ppt_x"/>
                                          </p:val>
                                        </p:tav>
                                      </p:tavLst>
                                    </p:anim>
                                    <p:anim calcmode="lin" valueType="num">
                                      <p:cBhvr additive="base">
                                        <p:cTn id="14"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CFE0"/>
        </a:solidFill>
        <a:effectLst/>
      </p:bgPr>
    </p:bg>
    <p:spTree>
      <p:nvGrpSpPr>
        <p:cNvPr id="1" name="">
          <a:extLst>
            <a:ext uri="{FF2B5EF4-FFF2-40B4-BE49-F238E27FC236}">
              <a16:creationId xmlns:a16="http://schemas.microsoft.com/office/drawing/2014/main" id="{D8026526-A61D-0F8D-F4CB-F2DA08C12F4C}"/>
            </a:ext>
          </a:extLst>
        </p:cNvPr>
        <p:cNvGrpSpPr/>
        <p:nvPr/>
      </p:nvGrpSpPr>
      <p:grpSpPr>
        <a:xfrm>
          <a:off x="0" y="0"/>
          <a:ext cx="0" cy="0"/>
          <a:chOff x="0" y="0"/>
          <a:chExt cx="0" cy="0"/>
        </a:xfrm>
      </p:grpSpPr>
      <p:pic>
        <p:nvPicPr>
          <p:cNvPr id="72" name="Google Shape;169;p31">
            <a:extLst>
              <a:ext uri="{FF2B5EF4-FFF2-40B4-BE49-F238E27FC236}">
                <a16:creationId xmlns:a16="http://schemas.microsoft.com/office/drawing/2014/main" id="{5ED320DA-ABA2-6BB8-73F1-D1D6A5422969}"/>
              </a:ext>
            </a:extLst>
          </p:cNvPr>
          <p:cNvPicPr/>
          <p:nvPr/>
        </p:nvPicPr>
        <p:blipFill>
          <a:blip r:embed="rId2"/>
          <a:srcRect l="1285" r="1285"/>
          <a:stretch/>
        </p:blipFill>
        <p:spPr>
          <a:xfrm>
            <a:off x="0" y="0"/>
            <a:ext cx="3427920" cy="5143320"/>
          </a:xfrm>
          <a:prstGeom prst="rect">
            <a:avLst/>
          </a:prstGeom>
          <a:noFill/>
          <a:ln w="0">
            <a:noFill/>
          </a:ln>
        </p:spPr>
      </p:pic>
      <p:sp>
        <p:nvSpPr>
          <p:cNvPr id="73" name="PlaceHolder 1">
            <a:extLst>
              <a:ext uri="{FF2B5EF4-FFF2-40B4-BE49-F238E27FC236}">
                <a16:creationId xmlns:a16="http://schemas.microsoft.com/office/drawing/2014/main" id="{3E783AB5-D6E2-E134-1129-F8913954901D}"/>
              </a:ext>
            </a:extLst>
          </p:cNvPr>
          <p:cNvSpPr>
            <a:spLocks noGrp="1"/>
          </p:cNvSpPr>
          <p:nvPr>
            <p:ph type="title"/>
          </p:nvPr>
        </p:nvSpPr>
        <p:spPr>
          <a:xfrm>
            <a:off x="4682609" y="357512"/>
            <a:ext cx="3656994" cy="624847"/>
          </a:xfrm>
          <a:prstGeom prst="rect">
            <a:avLst/>
          </a:prstGeom>
          <a:noFill/>
          <a:ln w="0">
            <a:noFill/>
          </a:ln>
        </p:spPr>
        <p:txBody>
          <a:bodyPr lIns="91440" tIns="91440" rIns="91440" bIns="91440" anchor="b">
            <a:normAutofit fontScale="90000"/>
          </a:bodyPr>
          <a:lstStyle/>
          <a:p>
            <a:pPr indent="0">
              <a:lnSpc>
                <a:spcPct val="120000"/>
              </a:lnSpc>
              <a:buNone/>
              <a:tabLst>
                <a:tab pos="0" algn="l"/>
              </a:tabLst>
            </a:pPr>
            <a:r>
              <a:rPr lang="en-US" sz="2800" b="1" dirty="0">
                <a:solidFill>
                  <a:srgbClr val="000000"/>
                </a:solidFill>
                <a:latin typeface="Century Gothic" panose="020B0502020202020204" pitchFamily="34" charset="0"/>
              </a:rPr>
              <a:t>Tools and Techniques</a:t>
            </a:r>
            <a:endParaRPr lang="fr-FR" sz="2800" b="1" u="none" strike="noStrike" dirty="0">
              <a:solidFill>
                <a:schemeClr val="dk1"/>
              </a:solidFill>
              <a:effectLst/>
              <a:uFillTx/>
              <a:latin typeface="Century Gothic" panose="020B0502020202020204" pitchFamily="34" charset="0"/>
            </a:endParaRPr>
          </a:p>
        </p:txBody>
      </p:sp>
      <p:sp>
        <p:nvSpPr>
          <p:cNvPr id="5" name="TextBox 4">
            <a:extLst>
              <a:ext uri="{FF2B5EF4-FFF2-40B4-BE49-F238E27FC236}">
                <a16:creationId xmlns:a16="http://schemas.microsoft.com/office/drawing/2014/main" id="{728C05FE-3335-7AAF-497A-6172D5C7E438}"/>
              </a:ext>
            </a:extLst>
          </p:cNvPr>
          <p:cNvSpPr txBox="1"/>
          <p:nvPr/>
        </p:nvSpPr>
        <p:spPr>
          <a:xfrm>
            <a:off x="4209636" y="1009859"/>
            <a:ext cx="4602939" cy="2523768"/>
          </a:xfrm>
          <a:prstGeom prst="rect">
            <a:avLst/>
          </a:prstGeom>
          <a:noFill/>
        </p:spPr>
        <p:txBody>
          <a:bodyPr wrap="square" rtlCol="0">
            <a:spAutoFit/>
          </a:bodyPr>
          <a:lstStyle/>
          <a:p>
            <a:pPr marL="342900" indent="-342900" algn="just">
              <a:buAutoNum type="arabicPeriod"/>
            </a:pPr>
            <a:r>
              <a:rPr lang="en-US" sz="1400" b="1" dirty="0">
                <a:latin typeface="Century Gothic" panose="020B0502020202020204" pitchFamily="34" charset="0"/>
              </a:rPr>
              <a:t>Spreadsheet:</a:t>
            </a:r>
          </a:p>
          <a:p>
            <a:pPr algn="just"/>
            <a:endParaRPr lang="en-PH" sz="1400" dirty="0">
              <a:latin typeface="Century Gothic" panose="020B0502020202020204" pitchFamily="34" charset="0"/>
            </a:endParaRPr>
          </a:p>
          <a:p>
            <a:r>
              <a:rPr lang="en-US" sz="1400" b="1" dirty="0">
                <a:latin typeface="Century Gothic" panose="020B0502020202020204" pitchFamily="34" charset="0"/>
              </a:rPr>
              <a:t>Examples: </a:t>
            </a:r>
          </a:p>
          <a:p>
            <a:pPr marL="285750" indent="-285750">
              <a:buFont typeface="Arial" panose="020B0604020202020204" pitchFamily="34" charset="0"/>
              <a:buChar char="•"/>
            </a:pPr>
            <a:r>
              <a:rPr lang="en-US" sz="1400" dirty="0">
                <a:latin typeface="Century Gothic" panose="020B0502020202020204" pitchFamily="34" charset="0"/>
              </a:rPr>
              <a:t>Email </a:t>
            </a:r>
          </a:p>
          <a:p>
            <a:pPr marL="285750" indent="-285750">
              <a:buFont typeface="Arial" panose="020B0604020202020204" pitchFamily="34" charset="0"/>
              <a:buChar char="•"/>
            </a:pPr>
            <a:r>
              <a:rPr lang="en-US" sz="1400" dirty="0">
                <a:latin typeface="Century Gothic" panose="020B0502020202020204" pitchFamily="34" charset="0"/>
              </a:rPr>
              <a:t>Instant Messaging </a:t>
            </a:r>
          </a:p>
          <a:p>
            <a:pPr marL="285750" indent="-285750">
              <a:buFont typeface="Arial" panose="020B0604020202020204" pitchFamily="34" charset="0"/>
              <a:buChar char="•"/>
            </a:pPr>
            <a:r>
              <a:rPr lang="en-US" sz="1400" dirty="0">
                <a:latin typeface="Century Gothic" panose="020B0502020202020204" pitchFamily="34" charset="0"/>
              </a:rPr>
              <a:t>Video Conferencing</a:t>
            </a:r>
          </a:p>
          <a:p>
            <a:endParaRPr lang="en-PH" sz="1400" dirty="0">
              <a:latin typeface="Century Gothic" panose="020B0502020202020204" pitchFamily="34" charset="0"/>
            </a:endParaRPr>
          </a:p>
          <a:p>
            <a:r>
              <a:rPr lang="en-US" sz="1400" b="1" dirty="0">
                <a:latin typeface="Century Gothic" panose="020B0502020202020204" pitchFamily="34" charset="0"/>
              </a:rPr>
              <a:t>Purpose: </a:t>
            </a:r>
          </a:p>
          <a:p>
            <a:r>
              <a:rPr lang="en-US" sz="1400" dirty="0">
                <a:latin typeface="Century Gothic" panose="020B0502020202020204" pitchFamily="34" charset="0"/>
              </a:rPr>
              <a:t>Facilitating communication and collaboration among project team members and stakeholders.</a:t>
            </a:r>
            <a:endParaRPr lang="en-PH" sz="1400" dirty="0">
              <a:latin typeface="Century Gothic" panose="020B0502020202020204" pitchFamily="34" charset="0"/>
            </a:endParaRPr>
          </a:p>
          <a:p>
            <a:pPr algn="just"/>
            <a:endParaRPr lang="en-PH" dirty="0"/>
          </a:p>
        </p:txBody>
      </p:sp>
    </p:spTree>
    <p:extLst>
      <p:ext uri="{BB962C8B-B14F-4D97-AF65-F5344CB8AC3E}">
        <p14:creationId xmlns:p14="http://schemas.microsoft.com/office/powerpoint/2010/main" val="33097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750" fill="hold"/>
                                        <p:tgtEl>
                                          <p:spTgt spid="73"/>
                                        </p:tgtEl>
                                        <p:attrNameLst>
                                          <p:attrName>ppt_x</p:attrName>
                                        </p:attrNameLst>
                                      </p:cBhvr>
                                      <p:tavLst>
                                        <p:tav tm="0">
                                          <p:val>
                                            <p:strVal val="#ppt_x"/>
                                          </p:val>
                                        </p:tav>
                                        <p:tav tm="100000">
                                          <p:val>
                                            <p:strVal val="#ppt_x"/>
                                          </p:val>
                                        </p:tav>
                                      </p:tavLst>
                                    </p:anim>
                                    <p:anim calcmode="lin" valueType="num">
                                      <p:cBhvr additive="base">
                                        <p:cTn id="8" dur="750" fill="hold"/>
                                        <p:tgtEl>
                                          <p:spTgt spid="7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75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14" dur="750" fill="hold"/>
                                        <p:tgtEl>
                                          <p:spTgt spid="5">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750" fill="hold"/>
                                        <p:tgtEl>
                                          <p:spTgt spid="5">
                                            <p:txEl>
                                              <p:pRg st="2" end="2"/>
                                            </p:txEl>
                                          </p:spTgt>
                                        </p:tgtEl>
                                        <p:attrNameLst>
                                          <p:attrName>ppt_x</p:attrName>
                                        </p:attrNameLst>
                                      </p:cBhvr>
                                      <p:tavLst>
                                        <p:tav tm="0">
                                          <p:val>
                                            <p:strVal val="1+#ppt_w/2"/>
                                          </p:val>
                                        </p:tav>
                                        <p:tav tm="100000">
                                          <p:val>
                                            <p:strVal val="#ppt_x"/>
                                          </p:val>
                                        </p:tav>
                                      </p:tavLst>
                                    </p:anim>
                                    <p:anim calcmode="lin" valueType="num">
                                      <p:cBhvr additive="base">
                                        <p:cTn id="18" dur="750" fill="hold"/>
                                        <p:tgtEl>
                                          <p:spTgt spid="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750" fill="hold"/>
                                        <p:tgtEl>
                                          <p:spTgt spid="5">
                                            <p:txEl>
                                              <p:pRg st="3" end="3"/>
                                            </p:txEl>
                                          </p:spTgt>
                                        </p:tgtEl>
                                        <p:attrNameLst>
                                          <p:attrName>ppt_x</p:attrName>
                                        </p:attrNameLst>
                                      </p:cBhvr>
                                      <p:tavLst>
                                        <p:tav tm="0">
                                          <p:val>
                                            <p:strVal val="1+#ppt_w/2"/>
                                          </p:val>
                                        </p:tav>
                                        <p:tav tm="100000">
                                          <p:val>
                                            <p:strVal val="#ppt_x"/>
                                          </p:val>
                                        </p:tav>
                                      </p:tavLst>
                                    </p:anim>
                                    <p:anim calcmode="lin" valueType="num">
                                      <p:cBhvr additive="base">
                                        <p:cTn id="22" dur="750" fill="hold"/>
                                        <p:tgtEl>
                                          <p:spTgt spid="5">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750" fill="hold"/>
                                        <p:tgtEl>
                                          <p:spTgt spid="5">
                                            <p:txEl>
                                              <p:pRg st="4" end="4"/>
                                            </p:txEl>
                                          </p:spTgt>
                                        </p:tgtEl>
                                        <p:attrNameLst>
                                          <p:attrName>ppt_x</p:attrName>
                                        </p:attrNameLst>
                                      </p:cBhvr>
                                      <p:tavLst>
                                        <p:tav tm="0">
                                          <p:val>
                                            <p:strVal val="1+#ppt_w/2"/>
                                          </p:val>
                                        </p:tav>
                                        <p:tav tm="100000">
                                          <p:val>
                                            <p:strVal val="#ppt_x"/>
                                          </p:val>
                                        </p:tav>
                                      </p:tavLst>
                                    </p:anim>
                                    <p:anim calcmode="lin" valueType="num">
                                      <p:cBhvr additive="base">
                                        <p:cTn id="26" dur="750" fill="hold"/>
                                        <p:tgtEl>
                                          <p:spTgt spid="5">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750" fill="hold"/>
                                        <p:tgtEl>
                                          <p:spTgt spid="5">
                                            <p:txEl>
                                              <p:pRg st="5" end="5"/>
                                            </p:txEl>
                                          </p:spTgt>
                                        </p:tgtEl>
                                        <p:attrNameLst>
                                          <p:attrName>ppt_x</p:attrName>
                                        </p:attrNameLst>
                                      </p:cBhvr>
                                      <p:tavLst>
                                        <p:tav tm="0">
                                          <p:val>
                                            <p:strVal val="1+#ppt_w/2"/>
                                          </p:val>
                                        </p:tav>
                                        <p:tav tm="100000">
                                          <p:val>
                                            <p:strVal val="#ppt_x"/>
                                          </p:val>
                                        </p:tav>
                                      </p:tavLst>
                                    </p:anim>
                                    <p:anim calcmode="lin" valueType="num">
                                      <p:cBhvr additive="base">
                                        <p:cTn id="30" dur="750" fill="hold"/>
                                        <p:tgtEl>
                                          <p:spTgt spid="5">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 calcmode="lin" valueType="num">
                                      <p:cBhvr additive="base">
                                        <p:cTn id="33" dur="750" fill="hold"/>
                                        <p:tgtEl>
                                          <p:spTgt spid="5">
                                            <p:txEl>
                                              <p:pRg st="7" end="7"/>
                                            </p:txEl>
                                          </p:spTgt>
                                        </p:tgtEl>
                                        <p:attrNameLst>
                                          <p:attrName>ppt_x</p:attrName>
                                        </p:attrNameLst>
                                      </p:cBhvr>
                                      <p:tavLst>
                                        <p:tav tm="0">
                                          <p:val>
                                            <p:strVal val="1+#ppt_w/2"/>
                                          </p:val>
                                        </p:tav>
                                        <p:tav tm="100000">
                                          <p:val>
                                            <p:strVal val="#ppt_x"/>
                                          </p:val>
                                        </p:tav>
                                      </p:tavLst>
                                    </p:anim>
                                    <p:anim calcmode="lin" valueType="num">
                                      <p:cBhvr additive="base">
                                        <p:cTn id="34" dur="750" fill="hold"/>
                                        <p:tgtEl>
                                          <p:spTgt spid="5">
                                            <p:txEl>
                                              <p:pRg st="7" end="7"/>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 calcmode="lin" valueType="num">
                                      <p:cBhvr additive="base">
                                        <p:cTn id="37" dur="750" fill="hold"/>
                                        <p:tgtEl>
                                          <p:spTgt spid="5">
                                            <p:txEl>
                                              <p:pRg st="8" end="8"/>
                                            </p:txEl>
                                          </p:spTgt>
                                        </p:tgtEl>
                                        <p:attrNameLst>
                                          <p:attrName>ppt_x</p:attrName>
                                        </p:attrNameLst>
                                      </p:cBhvr>
                                      <p:tavLst>
                                        <p:tav tm="0">
                                          <p:val>
                                            <p:strVal val="1+#ppt_w/2"/>
                                          </p:val>
                                        </p:tav>
                                        <p:tav tm="100000">
                                          <p:val>
                                            <p:strVal val="#ppt_x"/>
                                          </p:val>
                                        </p:tav>
                                      </p:tavLst>
                                    </p:anim>
                                    <p:anim calcmode="lin" valueType="num">
                                      <p:cBhvr additive="base">
                                        <p:cTn id="38" dur="750" fill="hold"/>
                                        <p:tgtEl>
                                          <p:spTgt spid="5">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5"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228600" y="-6963"/>
            <a:ext cx="3484002" cy="694800"/>
          </a:xfrm>
          <a:prstGeom prst="rect">
            <a:avLst/>
          </a:prstGeom>
          <a:noFill/>
          <a:ln w="0">
            <a:noFill/>
          </a:ln>
        </p:spPr>
        <p:txBody>
          <a:bodyPr lIns="91440" tIns="91440" rIns="91440" bIns="91440" anchor="t">
            <a:noAutofit/>
          </a:bodyPr>
          <a:lstStyle/>
          <a:p>
            <a:pPr>
              <a:lnSpc>
                <a:spcPct val="120000"/>
              </a:lnSpc>
              <a:tabLst>
                <a:tab pos="0" algn="l"/>
              </a:tabLst>
            </a:pPr>
            <a:r>
              <a:rPr lang="en-US" sz="2800" b="1" dirty="0">
                <a:latin typeface="Century Gothic" panose="020B0502020202020204" pitchFamily="34" charset="0"/>
              </a:rPr>
              <a:t>Best Practices:</a:t>
            </a:r>
            <a:br>
              <a:rPr lang="en-PH" sz="2800" dirty="0"/>
            </a:br>
            <a:endParaRPr lang="fr-FR" sz="2800" b="0" u="none" strike="noStrike" dirty="0">
              <a:solidFill>
                <a:schemeClr val="dk1"/>
              </a:solidFill>
              <a:effectLst/>
              <a:uFillTx/>
              <a:latin typeface="Arial"/>
            </a:endParaRPr>
          </a:p>
        </p:txBody>
      </p:sp>
      <p:sp>
        <p:nvSpPr>
          <p:cNvPr id="69" name="PlaceHolder 2"/>
          <p:cNvSpPr>
            <a:spLocks noGrp="1"/>
          </p:cNvSpPr>
          <p:nvPr>
            <p:ph/>
          </p:nvPr>
        </p:nvSpPr>
        <p:spPr>
          <a:xfrm>
            <a:off x="495014" y="612672"/>
            <a:ext cx="8160847" cy="4227459"/>
          </a:xfrm>
          <a:prstGeom prst="rect">
            <a:avLst/>
          </a:prstGeom>
          <a:noFill/>
          <a:ln w="0">
            <a:noFill/>
          </a:ln>
        </p:spPr>
        <p:txBody>
          <a:bodyPr lIns="91440" tIns="91440" rIns="91440" bIns="91440" anchor="t">
            <a:normAutofit fontScale="25000" lnSpcReduction="20000"/>
          </a:bodyPr>
          <a:lstStyle/>
          <a:p>
            <a:pPr marL="914400" indent="-914400" algn="just">
              <a:buFont typeface="Arial" panose="020B0604020202020204" pitchFamily="34" charset="0"/>
              <a:buChar char="•"/>
            </a:pPr>
            <a:r>
              <a:rPr lang="en-US" sz="5600" b="1" dirty="0">
                <a:latin typeface="Century Gothic" panose="020B0502020202020204" pitchFamily="34" charset="0"/>
              </a:rPr>
              <a:t>Start Early: </a:t>
            </a:r>
          </a:p>
          <a:p>
            <a:pPr algn="just"/>
            <a:r>
              <a:rPr lang="en-US" sz="5600" dirty="0">
                <a:latin typeface="Century Gothic" panose="020B0502020202020204" pitchFamily="34" charset="0"/>
              </a:rPr>
              <a:t>	Begin scheduling and resource planning as early as possible in the project lifecycle.</a:t>
            </a:r>
          </a:p>
          <a:p>
            <a:pPr algn="just"/>
            <a:endParaRPr lang="en-PH" sz="5600" dirty="0">
              <a:latin typeface="Century Gothic" panose="020B0502020202020204" pitchFamily="34" charset="0"/>
            </a:endParaRPr>
          </a:p>
          <a:p>
            <a:pPr marL="914400" indent="-914400" algn="just">
              <a:buFont typeface="Arial" panose="020B0604020202020204" pitchFamily="34" charset="0"/>
              <a:buChar char="•"/>
            </a:pPr>
            <a:r>
              <a:rPr lang="en-US" sz="5600" b="1" dirty="0">
                <a:latin typeface="Century Gothic" panose="020B0502020202020204" pitchFamily="34" charset="0"/>
              </a:rPr>
              <a:t>Involve Stakeholders: </a:t>
            </a:r>
          </a:p>
          <a:p>
            <a:pPr algn="just"/>
            <a:r>
              <a:rPr lang="en-US" sz="5600" dirty="0">
                <a:latin typeface="Century Gothic" panose="020B0502020202020204" pitchFamily="34" charset="0"/>
              </a:rPr>
              <a:t>	Engage project team members, stakeholders, and resource managers in the planning process.</a:t>
            </a:r>
          </a:p>
          <a:p>
            <a:pPr algn="just"/>
            <a:endParaRPr lang="en-PH" sz="5600" dirty="0">
              <a:latin typeface="Century Gothic" panose="020B0502020202020204" pitchFamily="34" charset="0"/>
            </a:endParaRPr>
          </a:p>
          <a:p>
            <a:pPr marL="685800" indent="-685800" algn="just">
              <a:buFont typeface="Arial" panose="020B0604020202020204" pitchFamily="34" charset="0"/>
              <a:buChar char="•"/>
            </a:pPr>
            <a:r>
              <a:rPr lang="en-US" sz="5600" b="1" dirty="0">
                <a:latin typeface="Century Gothic" panose="020B0502020202020204" pitchFamily="34" charset="0"/>
              </a:rPr>
              <a:t>Be Realistic: </a:t>
            </a:r>
          </a:p>
          <a:p>
            <a:pPr algn="just"/>
            <a:r>
              <a:rPr lang="en-US" sz="5600" dirty="0">
                <a:latin typeface="Century Gothic" panose="020B0502020202020204" pitchFamily="34" charset="0"/>
              </a:rPr>
              <a:t>	Develop schedules and resource plans that are achievable and based on realistic estimates.</a:t>
            </a:r>
          </a:p>
          <a:p>
            <a:pPr algn="just"/>
            <a:endParaRPr lang="en-PH" sz="5600" b="1" dirty="0">
              <a:latin typeface="Century Gothic" panose="020B0502020202020204" pitchFamily="34" charset="0"/>
            </a:endParaRPr>
          </a:p>
          <a:p>
            <a:pPr marL="685800" indent="-685800" algn="just">
              <a:buFont typeface="Arial" panose="020B0604020202020204" pitchFamily="34" charset="0"/>
              <a:buChar char="•"/>
            </a:pPr>
            <a:r>
              <a:rPr lang="en-US" sz="5600" b="1" dirty="0">
                <a:latin typeface="Century Gothic" panose="020B0502020202020204" pitchFamily="34" charset="0"/>
              </a:rPr>
              <a:t>Document Assumptions: </a:t>
            </a:r>
          </a:p>
          <a:p>
            <a:pPr algn="just"/>
            <a:r>
              <a:rPr lang="en-US" sz="5600" dirty="0">
                <a:latin typeface="Century Gothic" panose="020B0502020202020204" pitchFamily="34" charset="0"/>
              </a:rPr>
              <a:t>	Clearly document all assumptions and constraints related to scheduling and resource planning.</a:t>
            </a:r>
          </a:p>
          <a:p>
            <a:pPr algn="just"/>
            <a:endParaRPr lang="en-PH" sz="5600" b="1" dirty="0">
              <a:latin typeface="Century Gothic" panose="020B0502020202020204" pitchFamily="34" charset="0"/>
            </a:endParaRPr>
          </a:p>
          <a:p>
            <a:pPr marL="685800" indent="-685800" algn="just">
              <a:buFont typeface="Arial" panose="020B0604020202020204" pitchFamily="34" charset="0"/>
              <a:buChar char="•"/>
            </a:pPr>
            <a:r>
              <a:rPr lang="en-US" sz="5600" b="1" dirty="0">
                <a:latin typeface="Century Gothic" panose="020B0502020202020204" pitchFamily="34" charset="0"/>
              </a:rPr>
              <a:t>Monitor and Control: </a:t>
            </a:r>
          </a:p>
          <a:p>
            <a:pPr algn="just"/>
            <a:r>
              <a:rPr lang="en-US" sz="5600" dirty="0">
                <a:latin typeface="Century Gothic" panose="020B0502020202020204" pitchFamily="34" charset="0"/>
              </a:rPr>
              <a:t>	Continuously monitor progress, track resource utilization, and take corrective actions as needed.</a:t>
            </a:r>
          </a:p>
          <a:p>
            <a:pPr algn="just"/>
            <a:endParaRPr lang="en-PH" sz="5600" b="1" dirty="0">
              <a:latin typeface="Century Gothic" panose="020B0502020202020204" pitchFamily="34" charset="0"/>
            </a:endParaRPr>
          </a:p>
          <a:p>
            <a:pPr marL="685800" indent="-685800" algn="just">
              <a:buFont typeface="Arial" panose="020B0604020202020204" pitchFamily="34" charset="0"/>
              <a:buChar char="•"/>
            </a:pPr>
            <a:r>
              <a:rPr lang="en-US" sz="5600" b="1" dirty="0">
                <a:latin typeface="Century Gothic" panose="020B0502020202020204" pitchFamily="34" charset="0"/>
              </a:rPr>
              <a:t>Use Project Management Software: </a:t>
            </a:r>
          </a:p>
          <a:p>
            <a:pPr algn="just"/>
            <a:r>
              <a:rPr lang="en-US" sz="5600" dirty="0">
                <a:latin typeface="Century Gothic" panose="020B0502020202020204" pitchFamily="34" charset="0"/>
              </a:rPr>
              <a:t>	Leverage project management software to streamline scheduling, resource allocation, and tracking.</a:t>
            </a:r>
          </a:p>
          <a:p>
            <a:pPr algn="just"/>
            <a:endParaRPr lang="en-PH" sz="5600" b="1" dirty="0">
              <a:latin typeface="Century Gothic" panose="020B0502020202020204" pitchFamily="34" charset="0"/>
            </a:endParaRPr>
          </a:p>
          <a:p>
            <a:pPr marL="685800" indent="-685800" algn="just">
              <a:buFont typeface="Arial" panose="020B0604020202020204" pitchFamily="34" charset="0"/>
              <a:buChar char="•"/>
            </a:pPr>
            <a:r>
              <a:rPr lang="en-US" sz="5600" b="1" dirty="0">
                <a:latin typeface="Century Gothic" panose="020B0502020202020204" pitchFamily="34" charset="0"/>
              </a:rPr>
              <a:t>Communicate Regularly: </a:t>
            </a:r>
          </a:p>
          <a:p>
            <a:pPr algn="just"/>
            <a:r>
              <a:rPr lang="en-US" sz="5600" dirty="0">
                <a:latin typeface="Century Gothic" panose="020B0502020202020204" pitchFamily="34" charset="0"/>
              </a:rPr>
              <a:t>	Maintain open communication channels to keep all stakeholders informed of project status and resource availability.</a:t>
            </a:r>
            <a:endParaRPr lang="en-PH" sz="5600" dirty="0">
              <a:latin typeface="Century Gothic" panose="020B0502020202020204" pitchFamily="34" charset="0"/>
            </a:endParaRPr>
          </a:p>
          <a:p>
            <a:pPr indent="0">
              <a:lnSpc>
                <a:spcPct val="120000"/>
              </a:lnSpc>
              <a:buNone/>
              <a:tabLst>
                <a:tab pos="0" algn="l"/>
              </a:tabLst>
            </a:pPr>
            <a:endParaRPr lang="fr-FR" sz="1200" b="0" u="none" strike="noStrike" dirty="0">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750" fill="hold"/>
                                        <p:tgtEl>
                                          <p:spTgt spid="68"/>
                                        </p:tgtEl>
                                        <p:attrNameLst>
                                          <p:attrName>ppt_x</p:attrName>
                                        </p:attrNameLst>
                                      </p:cBhvr>
                                      <p:tavLst>
                                        <p:tav tm="0">
                                          <p:val>
                                            <p:strVal val="0-#ppt_w/2"/>
                                          </p:val>
                                        </p:tav>
                                        <p:tav tm="100000">
                                          <p:val>
                                            <p:strVal val="#ppt_x"/>
                                          </p:val>
                                        </p:tav>
                                      </p:tavLst>
                                    </p:anim>
                                    <p:anim calcmode="lin" valueType="num">
                                      <p:cBhvr additive="base">
                                        <p:cTn id="8" dur="75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
                                            <p:txEl>
                                              <p:pRg st="0" end="0"/>
                                            </p:txEl>
                                          </p:spTgt>
                                        </p:tgtEl>
                                        <p:attrNameLst>
                                          <p:attrName>style.visibility</p:attrName>
                                        </p:attrNameLst>
                                      </p:cBhvr>
                                      <p:to>
                                        <p:strVal val="visible"/>
                                      </p:to>
                                    </p:set>
                                    <p:anim calcmode="lin" valueType="num">
                                      <p:cBhvr additive="base">
                                        <p:cTn id="13" dur="750" fill="hold"/>
                                        <p:tgtEl>
                                          <p:spTgt spid="69">
                                            <p:txEl>
                                              <p:pRg st="0" end="0"/>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6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
                                            <p:txEl>
                                              <p:pRg st="1" end="1"/>
                                            </p:txEl>
                                          </p:spTgt>
                                        </p:tgtEl>
                                        <p:attrNameLst>
                                          <p:attrName>style.visibility</p:attrName>
                                        </p:attrNameLst>
                                      </p:cBhvr>
                                      <p:to>
                                        <p:strVal val="visible"/>
                                      </p:to>
                                    </p:set>
                                    <p:anim calcmode="lin" valueType="num">
                                      <p:cBhvr additive="base">
                                        <p:cTn id="19" dur="750" fill="hold"/>
                                        <p:tgtEl>
                                          <p:spTgt spid="69">
                                            <p:txEl>
                                              <p:pRg st="1" end="1"/>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6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
                                            <p:txEl>
                                              <p:pRg st="3" end="3"/>
                                            </p:txEl>
                                          </p:spTgt>
                                        </p:tgtEl>
                                        <p:attrNameLst>
                                          <p:attrName>style.visibility</p:attrName>
                                        </p:attrNameLst>
                                      </p:cBhvr>
                                      <p:to>
                                        <p:strVal val="visible"/>
                                      </p:to>
                                    </p:set>
                                    <p:anim calcmode="lin" valueType="num">
                                      <p:cBhvr additive="base">
                                        <p:cTn id="25" dur="750" fill="hold"/>
                                        <p:tgtEl>
                                          <p:spTgt spid="69">
                                            <p:txEl>
                                              <p:pRg st="3" end="3"/>
                                            </p:txEl>
                                          </p:spTgt>
                                        </p:tgtEl>
                                        <p:attrNameLst>
                                          <p:attrName>ppt_x</p:attrName>
                                        </p:attrNameLst>
                                      </p:cBhvr>
                                      <p:tavLst>
                                        <p:tav tm="0">
                                          <p:val>
                                            <p:strVal val="#ppt_x"/>
                                          </p:val>
                                        </p:tav>
                                        <p:tav tm="100000">
                                          <p:val>
                                            <p:strVal val="#ppt_x"/>
                                          </p:val>
                                        </p:tav>
                                      </p:tavLst>
                                    </p:anim>
                                    <p:anim calcmode="lin" valueType="num">
                                      <p:cBhvr additive="base">
                                        <p:cTn id="26" dur="750" fill="hold"/>
                                        <p:tgtEl>
                                          <p:spTgt spid="6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9">
                                            <p:txEl>
                                              <p:pRg st="4" end="4"/>
                                            </p:txEl>
                                          </p:spTgt>
                                        </p:tgtEl>
                                        <p:attrNameLst>
                                          <p:attrName>style.visibility</p:attrName>
                                        </p:attrNameLst>
                                      </p:cBhvr>
                                      <p:to>
                                        <p:strVal val="visible"/>
                                      </p:to>
                                    </p:set>
                                    <p:anim calcmode="lin" valueType="num">
                                      <p:cBhvr additive="base">
                                        <p:cTn id="31" dur="750" fill="hold"/>
                                        <p:tgtEl>
                                          <p:spTgt spid="69">
                                            <p:txEl>
                                              <p:pRg st="4" end="4"/>
                                            </p:txEl>
                                          </p:spTgt>
                                        </p:tgtEl>
                                        <p:attrNameLst>
                                          <p:attrName>ppt_x</p:attrName>
                                        </p:attrNameLst>
                                      </p:cBhvr>
                                      <p:tavLst>
                                        <p:tav tm="0">
                                          <p:val>
                                            <p:strVal val="#ppt_x"/>
                                          </p:val>
                                        </p:tav>
                                        <p:tav tm="100000">
                                          <p:val>
                                            <p:strVal val="#ppt_x"/>
                                          </p:val>
                                        </p:tav>
                                      </p:tavLst>
                                    </p:anim>
                                    <p:anim calcmode="lin" valueType="num">
                                      <p:cBhvr additive="base">
                                        <p:cTn id="32" dur="750" fill="hold"/>
                                        <p:tgtEl>
                                          <p:spTgt spid="6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9">
                                            <p:txEl>
                                              <p:pRg st="6" end="6"/>
                                            </p:txEl>
                                          </p:spTgt>
                                        </p:tgtEl>
                                        <p:attrNameLst>
                                          <p:attrName>style.visibility</p:attrName>
                                        </p:attrNameLst>
                                      </p:cBhvr>
                                      <p:to>
                                        <p:strVal val="visible"/>
                                      </p:to>
                                    </p:set>
                                    <p:anim calcmode="lin" valueType="num">
                                      <p:cBhvr additive="base">
                                        <p:cTn id="37" dur="750" fill="hold"/>
                                        <p:tgtEl>
                                          <p:spTgt spid="69">
                                            <p:txEl>
                                              <p:pRg st="6" end="6"/>
                                            </p:txEl>
                                          </p:spTgt>
                                        </p:tgtEl>
                                        <p:attrNameLst>
                                          <p:attrName>ppt_x</p:attrName>
                                        </p:attrNameLst>
                                      </p:cBhvr>
                                      <p:tavLst>
                                        <p:tav tm="0">
                                          <p:val>
                                            <p:strVal val="#ppt_x"/>
                                          </p:val>
                                        </p:tav>
                                        <p:tav tm="100000">
                                          <p:val>
                                            <p:strVal val="#ppt_x"/>
                                          </p:val>
                                        </p:tav>
                                      </p:tavLst>
                                    </p:anim>
                                    <p:anim calcmode="lin" valueType="num">
                                      <p:cBhvr additive="base">
                                        <p:cTn id="38" dur="750" fill="hold"/>
                                        <p:tgtEl>
                                          <p:spTgt spid="6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9">
                                            <p:txEl>
                                              <p:pRg st="7" end="7"/>
                                            </p:txEl>
                                          </p:spTgt>
                                        </p:tgtEl>
                                        <p:attrNameLst>
                                          <p:attrName>style.visibility</p:attrName>
                                        </p:attrNameLst>
                                      </p:cBhvr>
                                      <p:to>
                                        <p:strVal val="visible"/>
                                      </p:to>
                                    </p:set>
                                    <p:anim calcmode="lin" valueType="num">
                                      <p:cBhvr additive="base">
                                        <p:cTn id="43" dur="750" fill="hold"/>
                                        <p:tgtEl>
                                          <p:spTgt spid="69">
                                            <p:txEl>
                                              <p:pRg st="7" end="7"/>
                                            </p:txEl>
                                          </p:spTgt>
                                        </p:tgtEl>
                                        <p:attrNameLst>
                                          <p:attrName>ppt_x</p:attrName>
                                        </p:attrNameLst>
                                      </p:cBhvr>
                                      <p:tavLst>
                                        <p:tav tm="0">
                                          <p:val>
                                            <p:strVal val="#ppt_x"/>
                                          </p:val>
                                        </p:tav>
                                        <p:tav tm="100000">
                                          <p:val>
                                            <p:strVal val="#ppt_x"/>
                                          </p:val>
                                        </p:tav>
                                      </p:tavLst>
                                    </p:anim>
                                    <p:anim calcmode="lin" valueType="num">
                                      <p:cBhvr additive="base">
                                        <p:cTn id="44" dur="750" fill="hold"/>
                                        <p:tgtEl>
                                          <p:spTgt spid="6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9">
                                            <p:txEl>
                                              <p:pRg st="9" end="9"/>
                                            </p:txEl>
                                          </p:spTgt>
                                        </p:tgtEl>
                                        <p:attrNameLst>
                                          <p:attrName>style.visibility</p:attrName>
                                        </p:attrNameLst>
                                      </p:cBhvr>
                                      <p:to>
                                        <p:strVal val="visible"/>
                                      </p:to>
                                    </p:set>
                                    <p:anim calcmode="lin" valueType="num">
                                      <p:cBhvr additive="base">
                                        <p:cTn id="49" dur="750" fill="hold"/>
                                        <p:tgtEl>
                                          <p:spTgt spid="69">
                                            <p:txEl>
                                              <p:pRg st="9" end="9"/>
                                            </p:txEl>
                                          </p:spTgt>
                                        </p:tgtEl>
                                        <p:attrNameLst>
                                          <p:attrName>ppt_x</p:attrName>
                                        </p:attrNameLst>
                                      </p:cBhvr>
                                      <p:tavLst>
                                        <p:tav tm="0">
                                          <p:val>
                                            <p:strVal val="#ppt_x"/>
                                          </p:val>
                                        </p:tav>
                                        <p:tav tm="100000">
                                          <p:val>
                                            <p:strVal val="#ppt_x"/>
                                          </p:val>
                                        </p:tav>
                                      </p:tavLst>
                                    </p:anim>
                                    <p:anim calcmode="lin" valueType="num">
                                      <p:cBhvr additive="base">
                                        <p:cTn id="50" dur="750" fill="hold"/>
                                        <p:tgtEl>
                                          <p:spTgt spid="6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9">
                                            <p:txEl>
                                              <p:pRg st="10" end="10"/>
                                            </p:txEl>
                                          </p:spTgt>
                                        </p:tgtEl>
                                        <p:attrNameLst>
                                          <p:attrName>style.visibility</p:attrName>
                                        </p:attrNameLst>
                                      </p:cBhvr>
                                      <p:to>
                                        <p:strVal val="visible"/>
                                      </p:to>
                                    </p:set>
                                    <p:anim calcmode="lin" valueType="num">
                                      <p:cBhvr additive="base">
                                        <p:cTn id="55" dur="750" fill="hold"/>
                                        <p:tgtEl>
                                          <p:spTgt spid="69">
                                            <p:txEl>
                                              <p:pRg st="10" end="10"/>
                                            </p:txEl>
                                          </p:spTgt>
                                        </p:tgtEl>
                                        <p:attrNameLst>
                                          <p:attrName>ppt_x</p:attrName>
                                        </p:attrNameLst>
                                      </p:cBhvr>
                                      <p:tavLst>
                                        <p:tav tm="0">
                                          <p:val>
                                            <p:strVal val="#ppt_x"/>
                                          </p:val>
                                        </p:tav>
                                        <p:tav tm="100000">
                                          <p:val>
                                            <p:strVal val="#ppt_x"/>
                                          </p:val>
                                        </p:tav>
                                      </p:tavLst>
                                    </p:anim>
                                    <p:anim calcmode="lin" valueType="num">
                                      <p:cBhvr additive="base">
                                        <p:cTn id="56" dur="750" fill="hold"/>
                                        <p:tgtEl>
                                          <p:spTgt spid="69">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9">
                                            <p:txEl>
                                              <p:pRg st="12" end="12"/>
                                            </p:txEl>
                                          </p:spTgt>
                                        </p:tgtEl>
                                        <p:attrNameLst>
                                          <p:attrName>style.visibility</p:attrName>
                                        </p:attrNameLst>
                                      </p:cBhvr>
                                      <p:to>
                                        <p:strVal val="visible"/>
                                      </p:to>
                                    </p:set>
                                    <p:anim calcmode="lin" valueType="num">
                                      <p:cBhvr additive="base">
                                        <p:cTn id="61" dur="750" fill="hold"/>
                                        <p:tgtEl>
                                          <p:spTgt spid="69">
                                            <p:txEl>
                                              <p:pRg st="12" end="12"/>
                                            </p:txEl>
                                          </p:spTgt>
                                        </p:tgtEl>
                                        <p:attrNameLst>
                                          <p:attrName>ppt_x</p:attrName>
                                        </p:attrNameLst>
                                      </p:cBhvr>
                                      <p:tavLst>
                                        <p:tav tm="0">
                                          <p:val>
                                            <p:strVal val="#ppt_x"/>
                                          </p:val>
                                        </p:tav>
                                        <p:tav tm="100000">
                                          <p:val>
                                            <p:strVal val="#ppt_x"/>
                                          </p:val>
                                        </p:tav>
                                      </p:tavLst>
                                    </p:anim>
                                    <p:anim calcmode="lin" valueType="num">
                                      <p:cBhvr additive="base">
                                        <p:cTn id="62" dur="750" fill="hold"/>
                                        <p:tgtEl>
                                          <p:spTgt spid="69">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9">
                                            <p:txEl>
                                              <p:pRg st="13" end="13"/>
                                            </p:txEl>
                                          </p:spTgt>
                                        </p:tgtEl>
                                        <p:attrNameLst>
                                          <p:attrName>style.visibility</p:attrName>
                                        </p:attrNameLst>
                                      </p:cBhvr>
                                      <p:to>
                                        <p:strVal val="visible"/>
                                      </p:to>
                                    </p:set>
                                    <p:anim calcmode="lin" valueType="num">
                                      <p:cBhvr additive="base">
                                        <p:cTn id="67" dur="750" fill="hold"/>
                                        <p:tgtEl>
                                          <p:spTgt spid="69">
                                            <p:txEl>
                                              <p:pRg st="13" end="13"/>
                                            </p:txEl>
                                          </p:spTgt>
                                        </p:tgtEl>
                                        <p:attrNameLst>
                                          <p:attrName>ppt_x</p:attrName>
                                        </p:attrNameLst>
                                      </p:cBhvr>
                                      <p:tavLst>
                                        <p:tav tm="0">
                                          <p:val>
                                            <p:strVal val="#ppt_x"/>
                                          </p:val>
                                        </p:tav>
                                        <p:tav tm="100000">
                                          <p:val>
                                            <p:strVal val="#ppt_x"/>
                                          </p:val>
                                        </p:tav>
                                      </p:tavLst>
                                    </p:anim>
                                    <p:anim calcmode="lin" valueType="num">
                                      <p:cBhvr additive="base">
                                        <p:cTn id="68" dur="750" fill="hold"/>
                                        <p:tgtEl>
                                          <p:spTgt spid="69">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9">
                                            <p:txEl>
                                              <p:pRg st="15" end="15"/>
                                            </p:txEl>
                                          </p:spTgt>
                                        </p:tgtEl>
                                        <p:attrNameLst>
                                          <p:attrName>style.visibility</p:attrName>
                                        </p:attrNameLst>
                                      </p:cBhvr>
                                      <p:to>
                                        <p:strVal val="visible"/>
                                      </p:to>
                                    </p:set>
                                    <p:anim calcmode="lin" valueType="num">
                                      <p:cBhvr additive="base">
                                        <p:cTn id="73" dur="750" fill="hold"/>
                                        <p:tgtEl>
                                          <p:spTgt spid="69">
                                            <p:txEl>
                                              <p:pRg st="15" end="15"/>
                                            </p:txEl>
                                          </p:spTgt>
                                        </p:tgtEl>
                                        <p:attrNameLst>
                                          <p:attrName>ppt_x</p:attrName>
                                        </p:attrNameLst>
                                      </p:cBhvr>
                                      <p:tavLst>
                                        <p:tav tm="0">
                                          <p:val>
                                            <p:strVal val="#ppt_x"/>
                                          </p:val>
                                        </p:tav>
                                        <p:tav tm="100000">
                                          <p:val>
                                            <p:strVal val="#ppt_x"/>
                                          </p:val>
                                        </p:tav>
                                      </p:tavLst>
                                    </p:anim>
                                    <p:anim calcmode="lin" valueType="num">
                                      <p:cBhvr additive="base">
                                        <p:cTn id="74" dur="750" fill="hold"/>
                                        <p:tgtEl>
                                          <p:spTgt spid="69">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9">
                                            <p:txEl>
                                              <p:pRg st="16" end="16"/>
                                            </p:txEl>
                                          </p:spTgt>
                                        </p:tgtEl>
                                        <p:attrNameLst>
                                          <p:attrName>style.visibility</p:attrName>
                                        </p:attrNameLst>
                                      </p:cBhvr>
                                      <p:to>
                                        <p:strVal val="visible"/>
                                      </p:to>
                                    </p:set>
                                    <p:anim calcmode="lin" valueType="num">
                                      <p:cBhvr additive="base">
                                        <p:cTn id="79" dur="750" fill="hold"/>
                                        <p:tgtEl>
                                          <p:spTgt spid="69">
                                            <p:txEl>
                                              <p:pRg st="16" end="16"/>
                                            </p:txEl>
                                          </p:spTgt>
                                        </p:tgtEl>
                                        <p:attrNameLst>
                                          <p:attrName>ppt_x</p:attrName>
                                        </p:attrNameLst>
                                      </p:cBhvr>
                                      <p:tavLst>
                                        <p:tav tm="0">
                                          <p:val>
                                            <p:strVal val="#ppt_x"/>
                                          </p:val>
                                        </p:tav>
                                        <p:tav tm="100000">
                                          <p:val>
                                            <p:strVal val="#ppt_x"/>
                                          </p:val>
                                        </p:tav>
                                      </p:tavLst>
                                    </p:anim>
                                    <p:anim calcmode="lin" valueType="num">
                                      <p:cBhvr additive="base">
                                        <p:cTn id="80" dur="750" fill="hold"/>
                                        <p:tgtEl>
                                          <p:spTgt spid="69">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69">
                                            <p:txEl>
                                              <p:pRg st="18" end="18"/>
                                            </p:txEl>
                                          </p:spTgt>
                                        </p:tgtEl>
                                        <p:attrNameLst>
                                          <p:attrName>style.visibility</p:attrName>
                                        </p:attrNameLst>
                                      </p:cBhvr>
                                      <p:to>
                                        <p:strVal val="visible"/>
                                      </p:to>
                                    </p:set>
                                    <p:anim calcmode="lin" valueType="num">
                                      <p:cBhvr additive="base">
                                        <p:cTn id="85" dur="750" fill="hold"/>
                                        <p:tgtEl>
                                          <p:spTgt spid="69">
                                            <p:txEl>
                                              <p:pRg st="18" end="18"/>
                                            </p:txEl>
                                          </p:spTgt>
                                        </p:tgtEl>
                                        <p:attrNameLst>
                                          <p:attrName>ppt_x</p:attrName>
                                        </p:attrNameLst>
                                      </p:cBhvr>
                                      <p:tavLst>
                                        <p:tav tm="0">
                                          <p:val>
                                            <p:strVal val="#ppt_x"/>
                                          </p:val>
                                        </p:tav>
                                        <p:tav tm="100000">
                                          <p:val>
                                            <p:strVal val="#ppt_x"/>
                                          </p:val>
                                        </p:tav>
                                      </p:tavLst>
                                    </p:anim>
                                    <p:anim calcmode="lin" valueType="num">
                                      <p:cBhvr additive="base">
                                        <p:cTn id="86" dur="750" fill="hold"/>
                                        <p:tgtEl>
                                          <p:spTgt spid="69">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9">
                                            <p:txEl>
                                              <p:pRg st="19" end="19"/>
                                            </p:txEl>
                                          </p:spTgt>
                                        </p:tgtEl>
                                        <p:attrNameLst>
                                          <p:attrName>style.visibility</p:attrName>
                                        </p:attrNameLst>
                                      </p:cBhvr>
                                      <p:to>
                                        <p:strVal val="visible"/>
                                      </p:to>
                                    </p:set>
                                    <p:anim calcmode="lin" valueType="num">
                                      <p:cBhvr additive="base">
                                        <p:cTn id="91" dur="750" fill="hold"/>
                                        <p:tgtEl>
                                          <p:spTgt spid="69">
                                            <p:txEl>
                                              <p:pRg st="19" end="19"/>
                                            </p:txEl>
                                          </p:spTgt>
                                        </p:tgtEl>
                                        <p:attrNameLst>
                                          <p:attrName>ppt_x</p:attrName>
                                        </p:attrNameLst>
                                      </p:cBhvr>
                                      <p:tavLst>
                                        <p:tav tm="0">
                                          <p:val>
                                            <p:strVal val="#ppt_x"/>
                                          </p:val>
                                        </p:tav>
                                        <p:tav tm="100000">
                                          <p:val>
                                            <p:strVal val="#ppt_x"/>
                                          </p:val>
                                        </p:tav>
                                      </p:tavLst>
                                    </p:anim>
                                    <p:anim calcmode="lin" valueType="num">
                                      <p:cBhvr additive="base">
                                        <p:cTn id="92" dur="750" fill="hold"/>
                                        <p:tgtEl>
                                          <p:spTgt spid="69">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F97F6-C448-40E4-B837-062C1675F9DB}"/>
            </a:ext>
          </a:extLst>
        </p:cNvPr>
        <p:cNvGrpSpPr/>
        <p:nvPr/>
      </p:nvGrpSpPr>
      <p:grpSpPr>
        <a:xfrm>
          <a:off x="0" y="0"/>
          <a:ext cx="0" cy="0"/>
          <a:chOff x="0" y="0"/>
          <a:chExt cx="0" cy="0"/>
        </a:xfrm>
      </p:grpSpPr>
      <p:sp>
        <p:nvSpPr>
          <p:cNvPr id="68" name="PlaceHolder 1">
            <a:extLst>
              <a:ext uri="{FF2B5EF4-FFF2-40B4-BE49-F238E27FC236}">
                <a16:creationId xmlns:a16="http://schemas.microsoft.com/office/drawing/2014/main" id="{B6476359-A78A-C17B-A633-4D0343A4D276}"/>
              </a:ext>
            </a:extLst>
          </p:cNvPr>
          <p:cNvSpPr>
            <a:spLocks noGrp="1"/>
          </p:cNvSpPr>
          <p:nvPr>
            <p:ph type="title"/>
          </p:nvPr>
        </p:nvSpPr>
        <p:spPr>
          <a:xfrm>
            <a:off x="510483" y="556802"/>
            <a:ext cx="4982792" cy="619635"/>
          </a:xfrm>
          <a:prstGeom prst="rect">
            <a:avLst/>
          </a:prstGeom>
          <a:noFill/>
          <a:ln w="0">
            <a:noFill/>
          </a:ln>
        </p:spPr>
        <p:txBody>
          <a:bodyPr lIns="91440" tIns="91440" rIns="91440" bIns="91440" anchor="t">
            <a:noAutofit/>
          </a:bodyPr>
          <a:lstStyle/>
          <a:p>
            <a:pPr>
              <a:lnSpc>
                <a:spcPct val="120000"/>
              </a:lnSpc>
              <a:tabLst>
                <a:tab pos="0" algn="l"/>
              </a:tabLst>
            </a:pPr>
            <a:r>
              <a:rPr lang="en-US" sz="2800" b="1" dirty="0">
                <a:latin typeface="Century Gothic" panose="020B0502020202020204" pitchFamily="34" charset="0"/>
              </a:rPr>
              <a:t>Impact on Project Success</a:t>
            </a:r>
            <a:endParaRPr lang="fr-FR" sz="2800" b="1" u="none" strike="noStrike" dirty="0">
              <a:solidFill>
                <a:schemeClr val="dk1"/>
              </a:solidFill>
              <a:effectLst/>
              <a:uFillTx/>
              <a:latin typeface="Century Gothic" panose="020B0502020202020204" pitchFamily="34" charset="0"/>
            </a:endParaRPr>
          </a:p>
        </p:txBody>
      </p:sp>
      <p:sp>
        <p:nvSpPr>
          <p:cNvPr id="69" name="PlaceHolder 2">
            <a:extLst>
              <a:ext uri="{FF2B5EF4-FFF2-40B4-BE49-F238E27FC236}">
                <a16:creationId xmlns:a16="http://schemas.microsoft.com/office/drawing/2014/main" id="{7E1F9DE1-29CC-A1F5-6F34-0BFD079F09E3}"/>
              </a:ext>
            </a:extLst>
          </p:cNvPr>
          <p:cNvSpPr>
            <a:spLocks noGrp="1"/>
          </p:cNvSpPr>
          <p:nvPr>
            <p:ph/>
          </p:nvPr>
        </p:nvSpPr>
        <p:spPr>
          <a:xfrm>
            <a:off x="488139" y="1801298"/>
            <a:ext cx="8160847" cy="2763826"/>
          </a:xfrm>
          <a:prstGeom prst="rect">
            <a:avLst/>
          </a:prstGeom>
          <a:noFill/>
          <a:ln w="0">
            <a:noFill/>
          </a:ln>
        </p:spPr>
        <p:txBody>
          <a:bodyPr lIns="91440" tIns="91440" rIns="91440" bIns="91440" anchor="t">
            <a:normAutofit fontScale="92500" lnSpcReduction="20000"/>
          </a:bodyPr>
          <a:lstStyle/>
          <a:p>
            <a:pPr marL="285750" indent="-285750" algn="just">
              <a:buFont typeface="Arial" panose="020B0604020202020204" pitchFamily="34" charset="0"/>
              <a:buChar char="•"/>
            </a:pPr>
            <a:r>
              <a:rPr lang="en-US" sz="1500" b="1" dirty="0">
                <a:latin typeface="Century Gothic" panose="020B0502020202020204" pitchFamily="34" charset="0"/>
              </a:rPr>
              <a:t>On-Time Delivery: </a:t>
            </a:r>
          </a:p>
          <a:p>
            <a:pPr algn="just"/>
            <a:r>
              <a:rPr lang="en-US" sz="1500" dirty="0">
                <a:latin typeface="Century Gothic" panose="020B0502020202020204" pitchFamily="34" charset="0"/>
              </a:rPr>
              <a:t>	Ensures the project is completed within the agreed-upon timeframe.</a:t>
            </a:r>
          </a:p>
          <a:p>
            <a:pPr algn="just"/>
            <a:endParaRPr lang="en-PH" sz="1500" dirty="0">
              <a:latin typeface="Century Gothic" panose="020B0502020202020204" pitchFamily="34" charset="0"/>
            </a:endParaRPr>
          </a:p>
          <a:p>
            <a:pPr marL="285750" indent="-285750" algn="just">
              <a:buFont typeface="Arial" panose="020B0604020202020204" pitchFamily="34" charset="0"/>
              <a:buChar char="•"/>
            </a:pPr>
            <a:r>
              <a:rPr lang="en-US" sz="1500" b="1" dirty="0">
                <a:latin typeface="Century Gothic" panose="020B0502020202020204" pitchFamily="34" charset="0"/>
              </a:rPr>
              <a:t>Budget Control: </a:t>
            </a:r>
          </a:p>
          <a:p>
            <a:pPr algn="just"/>
            <a:r>
              <a:rPr lang="en-US" sz="1500" dirty="0">
                <a:latin typeface="Century Gothic" panose="020B0502020202020204" pitchFamily="34" charset="0"/>
              </a:rPr>
              <a:t>	Helps manage costs by optimizing resource utilization and minimizing waste.</a:t>
            </a:r>
          </a:p>
          <a:p>
            <a:pPr algn="just"/>
            <a:endParaRPr lang="en-PH" sz="1500" dirty="0">
              <a:latin typeface="Century Gothic" panose="020B0502020202020204" pitchFamily="34" charset="0"/>
            </a:endParaRPr>
          </a:p>
          <a:p>
            <a:pPr marL="285750" indent="-285750" algn="just">
              <a:buFont typeface="Arial" panose="020B0604020202020204" pitchFamily="34" charset="0"/>
              <a:buChar char="•"/>
            </a:pPr>
            <a:r>
              <a:rPr lang="en-US" sz="1500" b="1" dirty="0">
                <a:latin typeface="Century Gothic" panose="020B0502020202020204" pitchFamily="34" charset="0"/>
              </a:rPr>
              <a:t>Quality Assurance:</a:t>
            </a:r>
          </a:p>
          <a:p>
            <a:pPr algn="just"/>
            <a:r>
              <a:rPr lang="en-US" sz="1500" dirty="0">
                <a:latin typeface="Century Gothic" panose="020B0502020202020204" pitchFamily="34" charset="0"/>
              </a:rPr>
              <a:t>	 Facilitates the allocation of skilled resources to ensure high-quality deliverables.</a:t>
            </a:r>
          </a:p>
          <a:p>
            <a:pPr algn="just"/>
            <a:endParaRPr lang="en-PH" sz="1500" dirty="0">
              <a:latin typeface="Century Gothic" panose="020B0502020202020204" pitchFamily="34" charset="0"/>
            </a:endParaRPr>
          </a:p>
          <a:p>
            <a:pPr marL="285750" indent="-285750" algn="just">
              <a:buFont typeface="Arial" panose="020B0604020202020204" pitchFamily="34" charset="0"/>
              <a:buChar char="•"/>
            </a:pPr>
            <a:r>
              <a:rPr lang="en-US" sz="1500" b="1" dirty="0">
                <a:latin typeface="Century Gothic" panose="020B0502020202020204" pitchFamily="34" charset="0"/>
              </a:rPr>
              <a:t>Risk Management:</a:t>
            </a:r>
          </a:p>
          <a:p>
            <a:pPr algn="just"/>
            <a:r>
              <a:rPr lang="en-US" sz="1500" dirty="0">
                <a:latin typeface="Century Gothic" panose="020B0502020202020204" pitchFamily="34" charset="0"/>
              </a:rPr>
              <a:t>	 Enables proactive identification and mitigation of potential delays and resource shortages.</a:t>
            </a:r>
          </a:p>
          <a:p>
            <a:pPr algn="just"/>
            <a:endParaRPr lang="en-PH" sz="1500" b="1" dirty="0">
              <a:latin typeface="Century Gothic" panose="020B0502020202020204" pitchFamily="34" charset="0"/>
            </a:endParaRPr>
          </a:p>
          <a:p>
            <a:pPr marL="285750" indent="-285750" algn="just">
              <a:buFont typeface="Arial" panose="020B0604020202020204" pitchFamily="34" charset="0"/>
              <a:buChar char="•"/>
            </a:pPr>
            <a:r>
              <a:rPr lang="en-US" sz="1500" b="1" dirty="0">
                <a:latin typeface="Century Gothic" panose="020B0502020202020204" pitchFamily="34" charset="0"/>
              </a:rPr>
              <a:t>Stakeholder Satisfaction:</a:t>
            </a:r>
          </a:p>
          <a:p>
            <a:pPr algn="just"/>
            <a:r>
              <a:rPr lang="en-US" sz="1500" dirty="0">
                <a:latin typeface="Century Gothic" panose="020B0502020202020204" pitchFamily="34" charset="0"/>
              </a:rPr>
              <a:t>	 Keeps stakeholders informed and satisfied by delivering project results as planned</a:t>
            </a:r>
            <a:r>
              <a:rPr lang="en-US" sz="1400" dirty="0">
                <a:latin typeface="Century Gothic" panose="020B0502020202020204" pitchFamily="34" charset="0"/>
              </a:rPr>
              <a:t>.</a:t>
            </a:r>
            <a:endParaRPr lang="en-PH" sz="1400" dirty="0">
              <a:latin typeface="Century Gothic" panose="020B0502020202020204" pitchFamily="34" charset="0"/>
            </a:endParaRPr>
          </a:p>
          <a:p>
            <a:pPr indent="0" algn="just">
              <a:lnSpc>
                <a:spcPct val="120000"/>
              </a:lnSpc>
              <a:buNone/>
              <a:tabLst>
                <a:tab pos="0" algn="l"/>
              </a:tabLst>
            </a:pPr>
            <a:endParaRPr lang="fr-FR" sz="1200" b="0" u="none" strike="noStrike" dirty="0">
              <a:solidFill>
                <a:srgbClr val="000000"/>
              </a:solidFill>
              <a:effectLst/>
              <a:uFillTx/>
              <a:latin typeface="Arial"/>
            </a:endParaRPr>
          </a:p>
        </p:txBody>
      </p:sp>
      <p:sp>
        <p:nvSpPr>
          <p:cNvPr id="5" name="TextBox 4">
            <a:extLst>
              <a:ext uri="{FF2B5EF4-FFF2-40B4-BE49-F238E27FC236}">
                <a16:creationId xmlns:a16="http://schemas.microsoft.com/office/drawing/2014/main" id="{53F40DA1-8F34-6A3D-994B-B762DC485909}"/>
              </a:ext>
            </a:extLst>
          </p:cNvPr>
          <p:cNvSpPr txBox="1"/>
          <p:nvPr/>
        </p:nvSpPr>
        <p:spPr>
          <a:xfrm>
            <a:off x="510483" y="1285659"/>
            <a:ext cx="7136444" cy="338554"/>
          </a:xfrm>
          <a:prstGeom prst="rect">
            <a:avLst/>
          </a:prstGeom>
          <a:noFill/>
        </p:spPr>
        <p:txBody>
          <a:bodyPr wrap="square" rtlCol="0">
            <a:spAutoFit/>
          </a:bodyPr>
          <a:lstStyle/>
          <a:p>
            <a:r>
              <a:rPr lang="en-US" sz="1600" dirty="0">
                <a:latin typeface="Century Gothic" panose="020B0502020202020204" pitchFamily="34" charset="0"/>
              </a:rPr>
              <a:t>Effective project scheduling and resource planning are essential for:</a:t>
            </a:r>
            <a:endParaRPr lang="en-PH" sz="1600" dirty="0">
              <a:latin typeface="Century Gothic" panose="020B0502020202020204" pitchFamily="34" charset="0"/>
            </a:endParaRPr>
          </a:p>
        </p:txBody>
      </p:sp>
    </p:spTree>
    <p:extLst>
      <p:ext uri="{BB962C8B-B14F-4D97-AF65-F5344CB8AC3E}">
        <p14:creationId xmlns:p14="http://schemas.microsoft.com/office/powerpoint/2010/main" val="141250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750" fill="hold"/>
                                        <p:tgtEl>
                                          <p:spTgt spid="68"/>
                                        </p:tgtEl>
                                        <p:attrNameLst>
                                          <p:attrName>ppt_x</p:attrName>
                                        </p:attrNameLst>
                                      </p:cBhvr>
                                      <p:tavLst>
                                        <p:tav tm="0">
                                          <p:val>
                                            <p:strVal val="#ppt_x"/>
                                          </p:val>
                                        </p:tav>
                                        <p:tav tm="100000">
                                          <p:val>
                                            <p:strVal val="#ppt_x"/>
                                          </p:val>
                                        </p:tav>
                                      </p:tavLst>
                                    </p:anim>
                                    <p:anim calcmode="lin" valueType="num">
                                      <p:cBhvr additive="base">
                                        <p:cTn id="8" dur="750" fill="hold"/>
                                        <p:tgtEl>
                                          <p:spTgt spid="6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750" fill="hold"/>
                                        <p:tgtEl>
                                          <p:spTgt spid="5"/>
                                        </p:tgtEl>
                                        <p:attrNameLst>
                                          <p:attrName>ppt_x</p:attrName>
                                        </p:attrNameLst>
                                      </p:cBhvr>
                                      <p:tavLst>
                                        <p:tav tm="0">
                                          <p:val>
                                            <p:strVal val="0-#ppt_w/2"/>
                                          </p:val>
                                        </p:tav>
                                        <p:tav tm="100000">
                                          <p:val>
                                            <p:strVal val="#ppt_x"/>
                                          </p:val>
                                        </p:tav>
                                      </p:tavLst>
                                    </p:anim>
                                    <p:anim calcmode="lin" valueType="num">
                                      <p:cBhvr additive="base">
                                        <p:cTn id="14" dur="75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9">
                                            <p:txEl>
                                              <p:pRg st="0" end="0"/>
                                            </p:txEl>
                                          </p:spTgt>
                                        </p:tgtEl>
                                        <p:attrNameLst>
                                          <p:attrName>style.visibility</p:attrName>
                                        </p:attrNameLst>
                                      </p:cBhvr>
                                      <p:to>
                                        <p:strVal val="visible"/>
                                      </p:to>
                                    </p:set>
                                    <p:anim calcmode="lin" valueType="num">
                                      <p:cBhvr additive="base">
                                        <p:cTn id="19" dur="1000" fill="hold"/>
                                        <p:tgtEl>
                                          <p:spTgt spid="69">
                                            <p:txEl>
                                              <p:pRg st="0" end="0"/>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6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9">
                                            <p:txEl>
                                              <p:pRg st="1" end="1"/>
                                            </p:txEl>
                                          </p:spTgt>
                                        </p:tgtEl>
                                        <p:attrNameLst>
                                          <p:attrName>style.visibility</p:attrName>
                                        </p:attrNameLst>
                                      </p:cBhvr>
                                      <p:to>
                                        <p:strVal val="visible"/>
                                      </p:to>
                                    </p:set>
                                    <p:anim calcmode="lin" valueType="num">
                                      <p:cBhvr additive="base">
                                        <p:cTn id="25" dur="1000" fill="hold"/>
                                        <p:tgtEl>
                                          <p:spTgt spid="69">
                                            <p:txEl>
                                              <p:pRg st="1" end="1"/>
                                            </p:txEl>
                                          </p:spTgt>
                                        </p:tgtEl>
                                        <p:attrNameLst>
                                          <p:attrName>ppt_x</p:attrName>
                                        </p:attrNameLst>
                                      </p:cBhvr>
                                      <p:tavLst>
                                        <p:tav tm="0">
                                          <p:val>
                                            <p:strVal val="1+#ppt_w/2"/>
                                          </p:val>
                                        </p:tav>
                                        <p:tav tm="100000">
                                          <p:val>
                                            <p:strVal val="#ppt_x"/>
                                          </p:val>
                                        </p:tav>
                                      </p:tavLst>
                                    </p:anim>
                                    <p:anim calcmode="lin" valueType="num">
                                      <p:cBhvr additive="base">
                                        <p:cTn id="26" dur="1000" fill="hold"/>
                                        <p:tgtEl>
                                          <p:spTgt spid="6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9">
                                            <p:txEl>
                                              <p:pRg st="3" end="3"/>
                                            </p:txEl>
                                          </p:spTgt>
                                        </p:tgtEl>
                                        <p:attrNameLst>
                                          <p:attrName>style.visibility</p:attrName>
                                        </p:attrNameLst>
                                      </p:cBhvr>
                                      <p:to>
                                        <p:strVal val="visible"/>
                                      </p:to>
                                    </p:set>
                                    <p:anim calcmode="lin" valueType="num">
                                      <p:cBhvr additive="base">
                                        <p:cTn id="31" dur="1000" fill="hold"/>
                                        <p:tgtEl>
                                          <p:spTgt spid="69">
                                            <p:txEl>
                                              <p:pRg st="3" end="3"/>
                                            </p:txEl>
                                          </p:spTgt>
                                        </p:tgtEl>
                                        <p:attrNameLst>
                                          <p:attrName>ppt_x</p:attrName>
                                        </p:attrNameLst>
                                      </p:cBhvr>
                                      <p:tavLst>
                                        <p:tav tm="0">
                                          <p:val>
                                            <p:strVal val="1+#ppt_w/2"/>
                                          </p:val>
                                        </p:tav>
                                        <p:tav tm="100000">
                                          <p:val>
                                            <p:strVal val="#ppt_x"/>
                                          </p:val>
                                        </p:tav>
                                      </p:tavLst>
                                    </p:anim>
                                    <p:anim calcmode="lin" valueType="num">
                                      <p:cBhvr additive="base">
                                        <p:cTn id="32" dur="1000" fill="hold"/>
                                        <p:tgtEl>
                                          <p:spTgt spid="6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9">
                                            <p:txEl>
                                              <p:pRg st="4" end="4"/>
                                            </p:txEl>
                                          </p:spTgt>
                                        </p:tgtEl>
                                        <p:attrNameLst>
                                          <p:attrName>style.visibility</p:attrName>
                                        </p:attrNameLst>
                                      </p:cBhvr>
                                      <p:to>
                                        <p:strVal val="visible"/>
                                      </p:to>
                                    </p:set>
                                    <p:anim calcmode="lin" valueType="num">
                                      <p:cBhvr additive="base">
                                        <p:cTn id="37" dur="1000" fill="hold"/>
                                        <p:tgtEl>
                                          <p:spTgt spid="69">
                                            <p:txEl>
                                              <p:pRg st="4" end="4"/>
                                            </p:txEl>
                                          </p:spTgt>
                                        </p:tgtEl>
                                        <p:attrNameLst>
                                          <p:attrName>ppt_x</p:attrName>
                                        </p:attrNameLst>
                                      </p:cBhvr>
                                      <p:tavLst>
                                        <p:tav tm="0">
                                          <p:val>
                                            <p:strVal val="1+#ppt_w/2"/>
                                          </p:val>
                                        </p:tav>
                                        <p:tav tm="100000">
                                          <p:val>
                                            <p:strVal val="#ppt_x"/>
                                          </p:val>
                                        </p:tav>
                                      </p:tavLst>
                                    </p:anim>
                                    <p:anim calcmode="lin" valueType="num">
                                      <p:cBhvr additive="base">
                                        <p:cTn id="38" dur="1000" fill="hold"/>
                                        <p:tgtEl>
                                          <p:spTgt spid="6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69">
                                            <p:txEl>
                                              <p:pRg st="6" end="6"/>
                                            </p:txEl>
                                          </p:spTgt>
                                        </p:tgtEl>
                                        <p:attrNameLst>
                                          <p:attrName>style.visibility</p:attrName>
                                        </p:attrNameLst>
                                      </p:cBhvr>
                                      <p:to>
                                        <p:strVal val="visible"/>
                                      </p:to>
                                    </p:set>
                                    <p:anim calcmode="lin" valueType="num">
                                      <p:cBhvr additive="base">
                                        <p:cTn id="43" dur="1000" fill="hold"/>
                                        <p:tgtEl>
                                          <p:spTgt spid="69">
                                            <p:txEl>
                                              <p:pRg st="6" end="6"/>
                                            </p:txEl>
                                          </p:spTgt>
                                        </p:tgtEl>
                                        <p:attrNameLst>
                                          <p:attrName>ppt_x</p:attrName>
                                        </p:attrNameLst>
                                      </p:cBhvr>
                                      <p:tavLst>
                                        <p:tav tm="0">
                                          <p:val>
                                            <p:strVal val="1+#ppt_w/2"/>
                                          </p:val>
                                        </p:tav>
                                        <p:tav tm="100000">
                                          <p:val>
                                            <p:strVal val="#ppt_x"/>
                                          </p:val>
                                        </p:tav>
                                      </p:tavLst>
                                    </p:anim>
                                    <p:anim calcmode="lin" valueType="num">
                                      <p:cBhvr additive="base">
                                        <p:cTn id="44" dur="1000" fill="hold"/>
                                        <p:tgtEl>
                                          <p:spTgt spid="6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69">
                                            <p:txEl>
                                              <p:pRg st="7" end="7"/>
                                            </p:txEl>
                                          </p:spTgt>
                                        </p:tgtEl>
                                        <p:attrNameLst>
                                          <p:attrName>style.visibility</p:attrName>
                                        </p:attrNameLst>
                                      </p:cBhvr>
                                      <p:to>
                                        <p:strVal val="visible"/>
                                      </p:to>
                                    </p:set>
                                    <p:anim calcmode="lin" valueType="num">
                                      <p:cBhvr additive="base">
                                        <p:cTn id="49" dur="1000" fill="hold"/>
                                        <p:tgtEl>
                                          <p:spTgt spid="69">
                                            <p:txEl>
                                              <p:pRg st="7" end="7"/>
                                            </p:txEl>
                                          </p:spTgt>
                                        </p:tgtEl>
                                        <p:attrNameLst>
                                          <p:attrName>ppt_x</p:attrName>
                                        </p:attrNameLst>
                                      </p:cBhvr>
                                      <p:tavLst>
                                        <p:tav tm="0">
                                          <p:val>
                                            <p:strVal val="1+#ppt_w/2"/>
                                          </p:val>
                                        </p:tav>
                                        <p:tav tm="100000">
                                          <p:val>
                                            <p:strVal val="#ppt_x"/>
                                          </p:val>
                                        </p:tav>
                                      </p:tavLst>
                                    </p:anim>
                                    <p:anim calcmode="lin" valueType="num">
                                      <p:cBhvr additive="base">
                                        <p:cTn id="50" dur="1000" fill="hold"/>
                                        <p:tgtEl>
                                          <p:spTgt spid="6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69">
                                            <p:txEl>
                                              <p:pRg st="9" end="9"/>
                                            </p:txEl>
                                          </p:spTgt>
                                        </p:tgtEl>
                                        <p:attrNameLst>
                                          <p:attrName>style.visibility</p:attrName>
                                        </p:attrNameLst>
                                      </p:cBhvr>
                                      <p:to>
                                        <p:strVal val="visible"/>
                                      </p:to>
                                    </p:set>
                                    <p:anim calcmode="lin" valueType="num">
                                      <p:cBhvr additive="base">
                                        <p:cTn id="55" dur="1000" fill="hold"/>
                                        <p:tgtEl>
                                          <p:spTgt spid="69">
                                            <p:txEl>
                                              <p:pRg st="9" end="9"/>
                                            </p:txEl>
                                          </p:spTgt>
                                        </p:tgtEl>
                                        <p:attrNameLst>
                                          <p:attrName>ppt_x</p:attrName>
                                        </p:attrNameLst>
                                      </p:cBhvr>
                                      <p:tavLst>
                                        <p:tav tm="0">
                                          <p:val>
                                            <p:strVal val="1+#ppt_w/2"/>
                                          </p:val>
                                        </p:tav>
                                        <p:tav tm="100000">
                                          <p:val>
                                            <p:strVal val="#ppt_x"/>
                                          </p:val>
                                        </p:tav>
                                      </p:tavLst>
                                    </p:anim>
                                    <p:anim calcmode="lin" valueType="num">
                                      <p:cBhvr additive="base">
                                        <p:cTn id="56" dur="1000" fill="hold"/>
                                        <p:tgtEl>
                                          <p:spTgt spid="69">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69">
                                            <p:txEl>
                                              <p:pRg st="10" end="10"/>
                                            </p:txEl>
                                          </p:spTgt>
                                        </p:tgtEl>
                                        <p:attrNameLst>
                                          <p:attrName>style.visibility</p:attrName>
                                        </p:attrNameLst>
                                      </p:cBhvr>
                                      <p:to>
                                        <p:strVal val="visible"/>
                                      </p:to>
                                    </p:set>
                                    <p:anim calcmode="lin" valueType="num">
                                      <p:cBhvr additive="base">
                                        <p:cTn id="61" dur="1000" fill="hold"/>
                                        <p:tgtEl>
                                          <p:spTgt spid="69">
                                            <p:txEl>
                                              <p:pRg st="10" end="10"/>
                                            </p:txEl>
                                          </p:spTgt>
                                        </p:tgtEl>
                                        <p:attrNameLst>
                                          <p:attrName>ppt_x</p:attrName>
                                        </p:attrNameLst>
                                      </p:cBhvr>
                                      <p:tavLst>
                                        <p:tav tm="0">
                                          <p:val>
                                            <p:strVal val="1+#ppt_w/2"/>
                                          </p:val>
                                        </p:tav>
                                        <p:tav tm="100000">
                                          <p:val>
                                            <p:strVal val="#ppt_x"/>
                                          </p:val>
                                        </p:tav>
                                      </p:tavLst>
                                    </p:anim>
                                    <p:anim calcmode="lin" valueType="num">
                                      <p:cBhvr additive="base">
                                        <p:cTn id="62" dur="1000" fill="hold"/>
                                        <p:tgtEl>
                                          <p:spTgt spid="69">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69">
                                            <p:txEl>
                                              <p:pRg st="12" end="12"/>
                                            </p:txEl>
                                          </p:spTgt>
                                        </p:tgtEl>
                                        <p:attrNameLst>
                                          <p:attrName>style.visibility</p:attrName>
                                        </p:attrNameLst>
                                      </p:cBhvr>
                                      <p:to>
                                        <p:strVal val="visible"/>
                                      </p:to>
                                    </p:set>
                                    <p:anim calcmode="lin" valueType="num">
                                      <p:cBhvr additive="base">
                                        <p:cTn id="67" dur="1000" fill="hold"/>
                                        <p:tgtEl>
                                          <p:spTgt spid="69">
                                            <p:txEl>
                                              <p:pRg st="12" end="12"/>
                                            </p:txEl>
                                          </p:spTgt>
                                        </p:tgtEl>
                                        <p:attrNameLst>
                                          <p:attrName>ppt_x</p:attrName>
                                        </p:attrNameLst>
                                      </p:cBhvr>
                                      <p:tavLst>
                                        <p:tav tm="0">
                                          <p:val>
                                            <p:strVal val="1+#ppt_w/2"/>
                                          </p:val>
                                        </p:tav>
                                        <p:tav tm="100000">
                                          <p:val>
                                            <p:strVal val="#ppt_x"/>
                                          </p:val>
                                        </p:tav>
                                      </p:tavLst>
                                    </p:anim>
                                    <p:anim calcmode="lin" valueType="num">
                                      <p:cBhvr additive="base">
                                        <p:cTn id="68" dur="1000" fill="hold"/>
                                        <p:tgtEl>
                                          <p:spTgt spid="69">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69">
                                            <p:txEl>
                                              <p:pRg st="13" end="13"/>
                                            </p:txEl>
                                          </p:spTgt>
                                        </p:tgtEl>
                                        <p:attrNameLst>
                                          <p:attrName>style.visibility</p:attrName>
                                        </p:attrNameLst>
                                      </p:cBhvr>
                                      <p:to>
                                        <p:strVal val="visible"/>
                                      </p:to>
                                    </p:set>
                                    <p:anim calcmode="lin" valueType="num">
                                      <p:cBhvr additive="base">
                                        <p:cTn id="73" dur="1000" fill="hold"/>
                                        <p:tgtEl>
                                          <p:spTgt spid="69">
                                            <p:txEl>
                                              <p:pRg st="13" end="13"/>
                                            </p:txEl>
                                          </p:spTgt>
                                        </p:tgtEl>
                                        <p:attrNameLst>
                                          <p:attrName>ppt_x</p:attrName>
                                        </p:attrNameLst>
                                      </p:cBhvr>
                                      <p:tavLst>
                                        <p:tav tm="0">
                                          <p:val>
                                            <p:strVal val="1+#ppt_w/2"/>
                                          </p:val>
                                        </p:tav>
                                        <p:tav tm="100000">
                                          <p:val>
                                            <p:strVal val="#ppt_x"/>
                                          </p:val>
                                        </p:tav>
                                      </p:tavLst>
                                    </p:anim>
                                    <p:anim calcmode="lin" valueType="num">
                                      <p:cBhvr additive="base">
                                        <p:cTn id="74" dur="1000" fill="hold"/>
                                        <p:tgtEl>
                                          <p:spTgt spid="69">
                                            <p:txEl>
                                              <p:pRg st="13" end="1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build="p"/>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E067EE7-B78A-78A1-8936-BD4AA211C128}"/>
              </a:ext>
            </a:extLst>
          </p:cNvPr>
          <p:cNvSpPr>
            <a:spLocks noGrp="1"/>
          </p:cNvSpPr>
          <p:nvPr>
            <p:ph type="body"/>
          </p:nvPr>
        </p:nvSpPr>
        <p:spPr>
          <a:xfrm>
            <a:off x="1375038" y="2032920"/>
            <a:ext cx="4255741" cy="978412"/>
          </a:xfrm>
        </p:spPr>
        <p:txBody>
          <a:bodyPr/>
          <a:lstStyle/>
          <a:p>
            <a:pPr marL="0" indent="0">
              <a:buNone/>
            </a:pPr>
            <a:r>
              <a:rPr lang="en-PH" sz="5400" b="1" dirty="0">
                <a:latin typeface="Century Gothic" panose="020B0502020202020204" pitchFamily="34" charset="0"/>
              </a:rPr>
              <a:t>Thank You!</a:t>
            </a:r>
          </a:p>
        </p:txBody>
      </p:sp>
      <p:pic>
        <p:nvPicPr>
          <p:cNvPr id="5" name="Picture 4">
            <a:extLst>
              <a:ext uri="{FF2B5EF4-FFF2-40B4-BE49-F238E27FC236}">
                <a16:creationId xmlns:a16="http://schemas.microsoft.com/office/drawing/2014/main" id="{954352BC-3AB9-7458-261D-51C18DC166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9522" y="171879"/>
            <a:ext cx="3953838" cy="5878287"/>
          </a:xfrm>
          <a:prstGeom prst="rect">
            <a:avLst/>
          </a:prstGeom>
        </p:spPr>
      </p:pic>
    </p:spTree>
    <p:extLst>
      <p:ext uri="{BB962C8B-B14F-4D97-AF65-F5344CB8AC3E}">
        <p14:creationId xmlns:p14="http://schemas.microsoft.com/office/powerpoint/2010/main" val="382639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astel Colors by Slidesgo ">
  <a:themeElements>
    <a:clrScheme name="Simple Light">
      <a:dk1>
        <a:srgbClr val="000000"/>
      </a:dk1>
      <a:lt1>
        <a:srgbClr val="F7CFE0"/>
      </a:lt1>
      <a:dk2>
        <a:srgbClr val="ECDCF2"/>
      </a:dk2>
      <a:lt2>
        <a:srgbClr val="D5EDF7"/>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655</TotalTime>
  <Words>1188</Words>
  <Application>Microsoft Office PowerPoint</Application>
  <PresentationFormat>On-screen Show (16:9)</PresentationFormat>
  <Paragraphs>168</Paragraphs>
  <Slides>27</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27</vt:i4>
      </vt:variant>
    </vt:vector>
  </HeadingPairs>
  <TitlesOfParts>
    <vt:vector size="39" baseType="lpstr">
      <vt:lpstr>Arial</vt:lpstr>
      <vt:lpstr>Berlin Sans FB</vt:lpstr>
      <vt:lpstr>Bricolage Grotesque</vt:lpstr>
      <vt:lpstr>Calibri</vt:lpstr>
      <vt:lpstr>Century Gothic</vt:lpstr>
      <vt:lpstr>Cooper Black</vt:lpstr>
      <vt:lpstr>OpenSymbol</vt:lpstr>
      <vt:lpstr>Pinyon Script</vt:lpstr>
      <vt:lpstr>Symbol</vt:lpstr>
      <vt:lpstr>Wingdings</vt:lpstr>
      <vt:lpstr>Pastel Colors by Slidesgo </vt:lpstr>
      <vt:lpstr>Slidesgo Final Pages</vt:lpstr>
      <vt:lpstr>PROJECT SCHEDULING  AND RESOURCE PLANNING</vt:lpstr>
      <vt:lpstr>OBJECTIVES:</vt:lpstr>
      <vt:lpstr>  Why we study Project Scheduling and Resource Planning?</vt:lpstr>
      <vt:lpstr>Project Scheduling</vt:lpstr>
      <vt:lpstr>PowerPoint Presentation</vt:lpstr>
      <vt:lpstr>Key Aspects of Project Scheduling</vt:lpstr>
      <vt:lpstr>Work Breakdown Structure (WBS)</vt:lpstr>
      <vt:lpstr>PowerPoint Presentation</vt:lpstr>
      <vt:lpstr>Activity Sequencing</vt:lpstr>
      <vt:lpstr>Resource Allocation</vt:lpstr>
      <vt:lpstr>Schedule Development:</vt:lpstr>
      <vt:lpstr>Critical Path Method</vt:lpstr>
      <vt:lpstr>Program Evaluation and Review Technique (PERT):</vt:lpstr>
      <vt:lpstr>Gantt Charts</vt:lpstr>
      <vt:lpstr>Resource Planning</vt:lpstr>
      <vt:lpstr>Key Aspects of Resource Planning</vt:lpstr>
      <vt:lpstr>Resource Identification</vt:lpstr>
      <vt:lpstr>Resource Acquisition</vt:lpstr>
      <vt:lpstr>Internal  Acquisition</vt:lpstr>
      <vt:lpstr>Resource Allocation and Leveling</vt:lpstr>
      <vt:lpstr>Resource Monitoring and Control</vt:lpstr>
      <vt:lpstr>Tools and Techniques</vt:lpstr>
      <vt:lpstr>Tools and Techniques</vt:lpstr>
      <vt:lpstr>Tools and Techniques</vt:lpstr>
      <vt:lpstr>Best Practices: </vt:lpstr>
      <vt:lpstr>Impact on Project Success</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Marvin Rosas</dc:creator>
  <cp:lastModifiedBy>Marvin Rosas</cp:lastModifiedBy>
  <cp:revision>6</cp:revision>
  <dcterms:modified xsi:type="dcterms:W3CDTF">2025-09-14T12:36:13Z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2025-09-11T00:18:03Z</dcterms:created>
  <dc:creator>Unknown Creator</dc:creator>
  <dc:description/>
  <dc:language>en-US</dc:language>
  <cp:lastModifiedBy>Unknown Creator</cp:lastModifiedBy>
  <dcterms:modified xsi:type="dcterms:W3CDTF">2025-09-11T00:18:03Z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