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Masters/slideMaster2.xml" ContentType="application/vnd.openxmlformats-officedocument.presentationml.slideMaster+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handoutMasters/handoutMaster1.xml" ContentType="application/vnd.openxmlformats-officedocument.presentationml.handoutMaster+xml"/>
  <Override PartName="/ppt/theme/theme4.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Slides/notesSlide1.xml" ContentType="application/vnd.openxmlformats-officedocument.presentationml.notes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Override1.xml" ContentType="application/vnd.openxmlformats-officedocument.themeOverr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theme/themeOverride2.xml" ContentType="application/vnd.openxmlformats-officedocument.themeOverride+xml"/>
  <Override PartName="/ppt/slides/slide14.xml" ContentType="application/vnd.openxmlformats-officedocument.presentationml.slide+xml"/>
  <Override PartName="/ppt/theme/themeOverride3.xml" ContentType="application/vnd.openxmlformats-officedocument.themeOverride+xml"/>
  <Override PartName="/ppt/slides/slide15.xml" ContentType="application/vnd.openxmlformats-officedocument.presentationml.slide+xml"/>
  <Override PartName="/ppt/theme/themeOverride4.xml" ContentType="application/vnd.openxmlformats-officedocument.themeOverride+xml"/>
  <Override PartName="/ppt/slides/slide16.xml" ContentType="application/vnd.openxmlformats-officedocument.presentationml.slide+xml"/>
  <Override PartName="/ppt/theme/themeOverride5.xml" ContentType="application/vnd.openxmlformats-officedocument.themeOverride+xml"/>
  <Override PartName="/ppt/slides/slide17.xml" ContentType="application/vnd.openxmlformats-officedocument.presentationml.slide+xml"/>
  <Override PartName="/ppt/theme/themeOverride6.xml" ContentType="application/vnd.openxmlformats-officedocument.themeOverride+xml"/>
  <Override PartName="/ppt/slides/slide18.xml" ContentType="application/vnd.openxmlformats-officedocument.presentationml.slide+xml"/>
  <Override PartName="/ppt/theme/themeOverride7.xml" ContentType="application/vnd.openxmlformats-officedocument.themeOverride+xml"/>
  <Override PartName="/ppt/slides/slide19.xml" ContentType="application/vnd.openxmlformats-officedocument.presentationml.slide+xml"/>
  <Override PartName="/ppt/theme/themeOverride8.xml" ContentType="application/vnd.openxmlformats-officedocument.themeOverride+xml"/>
  <Override PartName="/ppt/slides/slide20.xml" ContentType="application/vnd.openxmlformats-officedocument.presentationml.slide+xml"/>
  <Override PartName="/ppt/theme/themeOverride9.xml" ContentType="application/vnd.openxmlformats-officedocument.themeOverride+xml"/>
  <Override PartName="/ppt/slides/slide21.xml" ContentType="application/vnd.openxmlformats-officedocument.presentationml.slide+xml"/>
  <Override PartName="/ppt/theme/themeOverride10.xml" ContentType="application/vnd.openxmlformats-officedocument.themeOverr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theme/themeOverride11.xml" ContentType="application/vnd.openxmlformats-officedocument.themeOverride+xml"/>
  <Override PartName="/ppt/slides/slide25.xml" ContentType="application/vnd.openxmlformats-officedocument.presentationml.slide+xml"/>
  <Override PartName="/ppt/theme/themeOverride12.xml" ContentType="application/vnd.openxmlformats-officedocument.themeOverride+xml"/>
  <Override PartName="/ppt/slides/slide26.xml" ContentType="application/vnd.openxmlformats-officedocument.presentationml.slide+xml"/>
  <Override PartName="/ppt/theme/themeOverride13.xml" ContentType="application/vnd.openxmlformats-officedocument.themeOverr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theme/themeOverride14.xml" ContentType="application/vnd.openxmlformats-officedocument.themeOverride+xml"/>
  <Override PartName="/ppt/slides/slide40.xml" ContentType="application/vnd.openxmlformats-officedocument.presentationml.slide+xml"/>
  <Override PartName="/ppt/theme/themeOverride15.xml" ContentType="application/vnd.openxmlformats-officedocument.themeOverride+xml"/>
  <Override PartName="/ppt/slides/slide41.xml" ContentType="application/vnd.openxmlformats-officedocument.presentationml.slide+xml"/>
  <Override PartName="/ppt/theme/themeOverride16.xml" ContentType="application/vnd.openxmlformats-officedocument.themeOverride+xml"/>
  <Override PartName="/ppt/slides/slide42.xml" ContentType="application/vnd.openxmlformats-officedocument.presentationml.slide+xml"/>
  <Override PartName="/ppt/theme/themeOverride17.xml" ContentType="application/vnd.openxmlformats-officedocument.themeOverride+xml"/>
  <Override PartName="/ppt/slides/slide43.xml" ContentType="application/vnd.openxmlformats-officedocument.presentationml.slide+xml"/>
  <Override PartName="/ppt/theme/themeOverride18.xml" ContentType="application/vnd.openxmlformats-officedocument.themeOverride+xml"/>
  <Override PartName="/ppt/slides/slide44.xml" ContentType="application/vnd.openxmlformats-officedocument.presentationml.slide+xml"/>
  <Override PartName="/ppt/theme/themeOverride19.xml" ContentType="application/vnd.openxmlformats-officedocument.themeOverride+xml"/>
  <Override PartName="/ppt/slides/slide45.xml" ContentType="application/vnd.openxmlformats-officedocument.presentationml.slide+xml"/>
  <Override PartName="/ppt/theme/themeOverride20.xml" ContentType="application/vnd.openxmlformats-officedocument.themeOverride+xml"/>
  <Override PartName="/ppt/slides/slide46.xml" ContentType="application/vnd.openxmlformats-officedocument.presentationml.slide+xml"/>
  <Override PartName="/ppt/theme/themeOverride21.xml" ContentType="application/vnd.openxmlformats-officedocument.themeOverride+xml"/>
  <Override PartName="/ppt/slides/slide47.xml" ContentType="application/vnd.openxmlformats-officedocument.presentationml.slide+xml"/>
  <Override PartName="/ppt/theme/themeOverride22.xml" ContentType="application/vnd.openxmlformats-officedocument.themeOverride+xml"/>
  <Override PartName="/ppt/slides/slide48.xml" ContentType="application/vnd.openxmlformats-officedocument.presentationml.slide+xml"/>
  <Override PartName="/ppt/theme/themeOverride23.xml" ContentType="application/vnd.openxmlformats-officedocument.themeOverride+xml"/>
  <Override PartName="/ppt/slides/slide49.xml" ContentType="application/vnd.openxmlformats-officedocument.presentationml.slide+xml"/>
  <Override PartName="/ppt/theme/themeOverride24.xml" ContentType="application/vnd.openxmlformats-officedocument.themeOverride+xml"/>
  <Override PartName="/ppt/slides/slide50.xml" ContentType="application/vnd.openxmlformats-officedocument.presentationml.slide+xml"/>
  <Override PartName="/ppt/theme/themeOverride25.xml" ContentType="application/vnd.openxmlformats-officedocument.themeOverride+xml"/>
  <Override PartName="/ppt/slides/slide51.xml" ContentType="application/vnd.openxmlformats-officedocument.presentationml.slide+xml"/>
  <Override PartName="/ppt/theme/themeOverride26.xml" ContentType="application/vnd.openxmlformats-officedocument.themeOverr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theme/theme5.xml" ContentType="application/vnd.openxmlformats-officedocument.theme+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firstSlideNum="1" rtl="0" saveSubsetFonts="0" serverZoom="0" showSpecialPlsOnTitleSld="1">
  <p:sldMasterIdLst>
    <p:sldMasterId id="2147483648" r:id="rId1"/>
    <p:sldMasterId id="2147483649" r:id="rId2"/>
  </p:sldMasterIdLst>
  <p:notesMasterIdLst>
    <p:notesMasterId r:id="rId3"/>
  </p:notesMasterIdLst>
  <p:handoutMasterIdLst>
    <p:handoutMasterId r:id="rId4"/>
  </p:handoutMasterIdLst>
  <p:sldIdLst>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6" r:id="rId53"/>
    <p:sldId id="307" r:id="rId54"/>
    <p:sldId id="308" r:id="rId55"/>
  </p:sldIdLst>
  <p:sldSz type="screen16x9" cy="6858000" cx="12192000"/>
  <p:notesSz cx="6858000" cy="9144000"/>
  <p:defaultTex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View">
  <p:normalViewPr showOutlineIcons="1" snapVertSplitter="0" vertBarState="restored" horzBarState="maximized" preferSingleView="0">
    <p:restoredLeft sz="14601" autoAdjust="0"/>
    <p:restoredTop sz="94660" autoAdjust="0"/>
  </p:normalViewPr>
  <p:slideViewPr>
    <p:cSldViewPr showGuides="1" snapToGrid="0" snapToObjects="0">
      <p:cViewPr varScale="1">
        <p:scale>
          <a:sx n="70" d="100"/>
          <a:sy n="70" d="100"/>
        </p:scale>
        <p:origin x="-750" y="-108"/>
      </p:cViewPr>
      <p:guideLst>
        <p:guide orient="horz" pos="2123"/>
        <p:guide orient="vert" pos="3830"/>
      </p:guideLst>
    </p:cSldViewPr>
  </p:slideViewPr>
  <p:gridSpacing cx="0" cy="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tableStyles" Target="tableStyles.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white">
      <p:bgPr>
        <a:solidFill>
          <a:schemeClr val="lt1"/>
        </a:solidFill>
      </p:bgPr>
    </p:bg>
    <p:spTree>
      <p:nvGrpSpPr>
        <p:cNvPr id="172" name=""/>
        <p:cNvGrpSpPr/>
        <p:nvPr/>
      </p:nvGrpSpPr>
      <p:grpSpPr>
        <a:xfrm rot="0">
          <a:off x="0" y="0"/>
          <a:ext cx="0" cy="0"/>
          <a:chOff x="0" y="0"/>
          <a:chExt cx="0" cy="0"/>
        </a:xfrm>
      </p:grpSpPr>
      <p:sp>
        <p:nvSpPr>
          <p:cNvPr id="1048898" name="页眉占位符 1"/>
          <p:cNvSpPr/>
          <p:nvPr>
            <p:ph type="hdr" sz="quarter" idx="4294967295"/>
          </p:nvPr>
        </p:nvSpPr>
        <p:spPr>
          <a:xfrm rot="0">
            <a:off x="0" y="0"/>
            <a:ext cx="2971800" cy="458787"/>
          </a:xfrm>
          <a:prstGeom prst="rect"/>
          <a:noFill/>
          <a:ln>
            <a:noFill/>
          </a:ln>
        </p:spPr>
        <p:txBody>
          <a:bodyPr anchor="t" bIns="45720" lIns="91440" rIns="91440" tIns="45720" vert="horz"/>
          <a:p>
            <a:pPr lvl="0"/>
            <a:endParaRPr altLang="en-US" sz="1200" lang="zh-CN"/>
          </a:p>
        </p:txBody>
      </p:sp>
      <p:sp>
        <p:nvSpPr>
          <p:cNvPr id="1048899" name="日期占位符 2"/>
          <p:cNvSpPr/>
          <p:nvPr>
            <p:ph type="dt" sz="quarter" idx="4294967295"/>
          </p:nvPr>
        </p:nvSpPr>
        <p:spPr>
          <a:xfrm rot="0">
            <a:off x="3884612" y="0"/>
            <a:ext cx="2971800" cy="458787"/>
          </a:xfrm>
          <a:prstGeom prst="rect"/>
          <a:noFill/>
          <a:ln>
            <a:noFill/>
          </a:ln>
        </p:spPr>
        <p:txBody>
          <a:bodyPr anchor="t" bIns="45720" lIns="91440" rIns="91440" tIns="45720" vert="horz"/>
          <a:p>
            <a:pPr algn="r" lvl="0"/>
            <a:fld id="{566ABCEB-ACFC-4714-9973-3DA970169C29}" type="datetime1">
              <a:rPr altLang="en-US" sz="1200" lang="zh-CN"/>
              <a:pPr algn="r" lvl="0"/>
            </a:fld>
            <a:endParaRPr altLang="en-US" sz="1200" lang="zh-CN"/>
          </a:p>
        </p:txBody>
      </p:sp>
      <p:sp>
        <p:nvSpPr>
          <p:cNvPr id="1048900" name="页脚占位符 3"/>
          <p:cNvSpPr/>
          <p:nvPr>
            <p:ph type="ftr" sz="quarter" idx="4294967295"/>
          </p:nvPr>
        </p:nvSpPr>
        <p:spPr>
          <a:xfrm rot="0">
            <a:off x="0" y="8685212"/>
            <a:ext cx="2971800" cy="458787"/>
          </a:xfrm>
          <a:prstGeom prst="rect"/>
          <a:noFill/>
          <a:ln>
            <a:noFill/>
          </a:ln>
        </p:spPr>
        <p:txBody>
          <a:bodyPr anchor="b" bIns="45720" lIns="91440" rIns="91440" tIns="45720" vert="horz"/>
          <a:p>
            <a:pPr lvl="0"/>
            <a:endParaRPr altLang="en-US" sz="1200" lang="zh-CN"/>
          </a:p>
        </p:txBody>
      </p:sp>
      <p:sp>
        <p:nvSpPr>
          <p:cNvPr id="1048901" name="灯片编号占位符 4"/>
          <p:cNvSpPr/>
          <p:nvPr>
            <p:ph type="sldNum" sz="quarter" idx="4294967295"/>
          </p:nvPr>
        </p:nvSpPr>
        <p:spPr>
          <a:xfrm rot="0">
            <a:off x="3884612" y="8685212"/>
            <a:ext cx="2971800" cy="458787"/>
          </a:xfrm>
          <a:prstGeom prst="rect"/>
          <a:noFill/>
          <a:ln>
            <a:noFill/>
          </a:ln>
        </p:spPr>
        <p:txBody>
          <a:bodyPr anchor="b" bIns="45720" lIns="91440" rIns="91440" tIns="45720" vert="horz"/>
          <a:p>
            <a:pPr algn="r" lvl="0"/>
            <a:fld id="{566ABCEB-ACFC-4714-9973-3DA970169C29}" type="slidenum">
              <a:rPr altLang="en-US" sz="1200" lang="zh-CN"/>
              <a:pPr algn="r" lvl="0"/>
            </a:fld>
            <a:endParaRPr altLang="en-US" sz="1200" lang="zh-CN"/>
          </a:p>
        </p:txBody>
      </p:sp>
    </p:spTree>
  </p:cSld>
  <p:clrMap accent1="dk1" accent2="dk1" accent3="dk1" accent4="dk1" accent5="dk1" accent6="dk1" bg1="dk1" bg2="dk1" tx1="dk1" tx2="dk1" hlink="dk1" folHlink="dk1"/>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71" name=""/>
        <p:cNvGrpSpPr/>
        <p:nvPr/>
      </p:nvGrpSpPr>
      <p:grpSpPr>
        <a:xfrm rot="0">
          <a:off x="0" y="0"/>
          <a:ext cx="0" cy="0"/>
          <a:chOff x="0" y="0"/>
          <a:chExt cx="0" cy="0"/>
        </a:xfrm>
      </p:grpSpPr>
      <p:sp>
        <p:nvSpPr>
          <p:cNvPr id="1048892" name="页眉占位符 1"/>
          <p:cNvSpPr/>
          <p:nvPr>
            <p:ph type="hdr" sz="quarter" idx="4294967295"/>
          </p:nvPr>
        </p:nvSpPr>
        <p:spPr>
          <a:xfrm rot="0">
            <a:off x="0" y="0"/>
            <a:ext cx="2971800" cy="458787"/>
          </a:xfrm>
          <a:prstGeom prst="rect"/>
          <a:noFill/>
          <a:ln>
            <a:noFill/>
          </a:ln>
        </p:spPr>
        <p:txBody>
          <a:bodyPr anchor="t" bIns="45720" lIns="91440" rIns="91440" tIns="45720" vert="horz"/>
          <a:p>
            <a:pPr fontAlgn="base" lvl="0">
              <a:spcBef>
                <a:spcPct val="0"/>
              </a:spcBef>
              <a:spcAft>
                <a:spcPct val="0"/>
              </a:spcAft>
              <a:buFontTx/>
              <a:buNone/>
            </a:pPr>
            <a:endParaRPr altLang="en-US" sz="1200" lang="zh-CN"/>
          </a:p>
        </p:txBody>
      </p:sp>
      <p:sp>
        <p:nvSpPr>
          <p:cNvPr id="1048893" name="日期占位符 2"/>
          <p:cNvSpPr/>
          <p:nvPr>
            <p:ph type="dt" sz="full" idx="4294967295"/>
          </p:nvPr>
        </p:nvSpPr>
        <p:spPr>
          <a:xfrm rot="0">
            <a:off x="3884612" y="0"/>
            <a:ext cx="2971800" cy="458787"/>
          </a:xfrm>
          <a:prstGeom prst="rect"/>
          <a:noFill/>
          <a:ln>
            <a:noFill/>
          </a:ln>
        </p:spPr>
        <p:txBody>
          <a:bodyPr anchor="t" bIns="45720" lIns="91440" rIns="91440" tIns="45720" vert="horz"/>
          <a:p>
            <a:pPr algn="r" fontAlgn="base" lvl="0">
              <a:spcBef>
                <a:spcPct val="0"/>
              </a:spcBef>
              <a:spcAft>
                <a:spcPct val="0"/>
              </a:spcAft>
              <a:buFontTx/>
              <a:buNone/>
            </a:pPr>
            <a:endParaRPr altLang="en-US" sz="1200" lang="zh-CN"/>
          </a:p>
        </p:txBody>
      </p:sp>
      <p:sp>
        <p:nvSpPr>
          <p:cNvPr id="1048894" name="幻灯片图像占位符 3"/>
          <p:cNvSpPr/>
          <p:nvPr>
            <p:ph type="sldImg" sz="full" idx="4294967295"/>
          </p:nvPr>
        </p:nvSpPr>
        <p:spPr>
          <a:xfrm rot="0">
            <a:off x="685800" y="1143000"/>
            <a:ext cx="5486400" cy="3086100"/>
          </a:xfrm>
          <a:prstGeom prst="rect"/>
          <a:noFill/>
          <a:ln w="12700" cap="flat" cmpd="sng">
            <a:solidFill>
              <a:srgbClr val="000000">
                <a:alpha val="100000"/>
              </a:srgbClr>
            </a:solidFill>
            <a:prstDash val="solid"/>
            <a:round/>
          </a:ln>
        </p:spPr>
        <p:txBody>
          <a:bodyPr anchor="ctr" bIns="45720" lIns="91440" rIns="91440" tIns="45720" vert="horz"/>
          <a:p/>
        </p:txBody>
      </p:sp>
      <p:sp>
        <p:nvSpPr>
          <p:cNvPr id="1048895" name="备注占位符 4"/>
          <p:cNvSpPr/>
          <p:nvPr>
            <p:ph type="body" sz="quarter" idx="4294967295"/>
          </p:nvPr>
        </p:nvSpPr>
        <p:spPr>
          <a:xfrm rot="0">
            <a:off x="685800" y="4400550"/>
            <a:ext cx="5486400" cy="3600450"/>
          </a:xfrm>
          <a:prstGeom prst="rect"/>
          <a:noFill/>
          <a:ln>
            <a:noFill/>
          </a:ln>
        </p:spPr>
        <p:txBody>
          <a:bodyPr anchor="t" bIns="45720" lIns="91440" rIns="91440" tIns="45720" vert="horz"/>
          <a:p>
            <a:pPr lvl="0"/>
            <a:r>
              <a:rPr altLang="en-US" lang="zh-CN"/>
              <a:t>单击此处编辑母版文本样式</a:t>
            </a:r>
          </a:p>
          <a:p>
            <a:pPr lvl="1"/>
            <a:r>
              <a:rPr altLang="en-US" lang="zh-CN"/>
              <a:t>第二级</a:t>
            </a:r>
          </a:p>
          <a:p>
            <a:pPr lvl="2"/>
            <a:r>
              <a:rPr altLang="en-US" lang="zh-CN"/>
              <a:t>第三级</a:t>
            </a:r>
          </a:p>
          <a:p>
            <a:pPr lvl="3"/>
            <a:r>
              <a:rPr altLang="en-US" lang="zh-CN"/>
              <a:t>第四级</a:t>
            </a:r>
          </a:p>
          <a:p>
            <a:pPr lvl="4"/>
            <a:r>
              <a:rPr altLang="en-US" lang="zh-CN"/>
              <a:t>第五级</a:t>
            </a:r>
          </a:p>
        </p:txBody>
      </p:sp>
      <p:sp>
        <p:nvSpPr>
          <p:cNvPr id="1048896" name="页脚占位符 5"/>
          <p:cNvSpPr/>
          <p:nvPr>
            <p:ph type="ftr" sz="quarter" idx="4294967295"/>
          </p:nvPr>
        </p:nvSpPr>
        <p:spPr>
          <a:xfrm rot="0">
            <a:off x="0" y="8685212"/>
            <a:ext cx="2971800" cy="458787"/>
          </a:xfrm>
          <a:prstGeom prst="rect"/>
          <a:noFill/>
          <a:ln>
            <a:noFill/>
          </a:ln>
        </p:spPr>
        <p:txBody>
          <a:bodyPr anchor="b" bIns="45720" lIns="91440" rIns="91440" tIns="45720" vert="horz"/>
          <a:p>
            <a:pPr fontAlgn="base" lvl="0">
              <a:spcBef>
                <a:spcPct val="0"/>
              </a:spcBef>
              <a:spcAft>
                <a:spcPct val="0"/>
              </a:spcAft>
              <a:buFontTx/>
              <a:buNone/>
            </a:pPr>
            <a:endParaRPr altLang="en-US" sz="1200" lang="zh-CN"/>
          </a:p>
        </p:txBody>
      </p:sp>
      <p:sp>
        <p:nvSpPr>
          <p:cNvPr id="1048897" name="灯片编号占位符 6"/>
          <p:cNvSpPr/>
          <p:nvPr>
            <p:ph type="sldNum" sz="quarter" idx="4294967295"/>
          </p:nvPr>
        </p:nvSpPr>
        <p:spPr>
          <a:xfrm rot="0">
            <a:off x="3884612" y="8685212"/>
            <a:ext cx="2971800" cy="458787"/>
          </a:xfrm>
          <a:prstGeom prst="rect"/>
          <a:noFill/>
          <a:ln>
            <a:noFill/>
          </a:ln>
        </p:spPr>
        <p:txBody>
          <a:bodyPr anchor="b" bIns="45720" lIns="91440" rIns="91440" tIns="45720" vert="horz"/>
          <a:p>
            <a:pPr algn="r" lvl="0"/>
            <a:fld id="{566ABCEB-ACFC-4714-9973-3DA970169C29}" type="slidenum">
              <a:rPr altLang="en-US" sz="1200" lang="zh-CN"/>
              <a:pPr algn="r" lvl="0"/>
            </a:fld>
            <a:endParaRPr altLang="en-US" sz="1200" lang="zh-CN"/>
          </a:p>
        </p:txBody>
      </p:sp>
    </p:spTree>
  </p:cSld>
  <p:clrMap accent1="dk1" accent2="dk1" accent3="dk1" accent4="dk1" accent5="dk1" accent6="dk1" bg1="dk1" bg2="dk1" tx1="dk1" tx2="dk1" hlink="dk1" folHlink="dk1"/>
  <p:notesStyle>
    <a:lvl1pPr algn="l" eaLnBrk="1" fontAlgn="base" hangingPunct="1" indent="0" latinLnBrk="0" marL="0" rtl="0">
      <a:lnSpc>
        <a:spcPct val="100000"/>
      </a:lnSpc>
      <a:spcBef>
        <a:spcPct val="30000"/>
      </a:spcBef>
      <a:spcAft>
        <a:spcPct val="0"/>
      </a:spcAft>
      <a:buFontTx/>
      <a:buNone/>
      <a:defRPr sz="12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30000"/>
      </a:spcBef>
      <a:spcAft>
        <a:spcPct val="0"/>
      </a:spcAft>
      <a:buFontTx/>
      <a:buNone/>
      <a:defRPr sz="12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30000"/>
      </a:spcBef>
      <a:spcAft>
        <a:spcPct val="0"/>
      </a:spcAft>
      <a:buFontTx/>
      <a:buNone/>
      <a:defRPr sz="12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30000"/>
      </a:spcBef>
      <a:spcAft>
        <a:spcPct val="0"/>
      </a:spcAft>
      <a:buFontTx/>
      <a:buNone/>
      <a:defRPr sz="12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30000"/>
      </a:spcBef>
      <a:spcAft>
        <a:spcPct val="0"/>
      </a:spcAft>
      <a:buFontTx/>
      <a:buNone/>
      <a:defRPr sz="1200">
        <a:solidFill>
          <a:schemeClr val="dk1"/>
        </a:solidFill>
        <a:latin typeface="Calibri" pitchFamily="34" charset="0"/>
        <a:ea typeface="宋体" pitchFamily="2" charset="-122"/>
      </a:defRPr>
    </a:lvl5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10" name=""/>
        <p:cNvGrpSpPr/>
        <p:nvPr/>
      </p:nvGrpSpPr>
      <p:grpSpPr>
        <a:xfrm rot="0">
          <a:off x="0" y="0"/>
          <a:ext cx="0" cy="0"/>
          <a:chOff x="0" y="0"/>
          <a:chExt cx="0" cy="0"/>
        </a:xfrm>
      </p:grpSpPr>
      <p:sp>
        <p:nvSpPr>
          <p:cNvPr id="1048650" name="幻灯片图像占位符 1"/>
          <p:cNvSpPr/>
          <p:nvPr>
            <p:ph type="sldImg" sz="full" idx="2"/>
          </p:nvPr>
        </p:nvSpPr>
        <p:spPr>
          <a:xfrm rot="0">
            <a:off x="685800" y="1143000"/>
            <a:ext cx="5486400" cy="3086100"/>
          </a:xfrm>
          <a:prstGeom prst="rect"/>
          <a:ln w="9525" cap="flat" cmpd="sng">
            <a:solidFill>
              <a:srgbClr val="000000">
                <a:alpha val="100000"/>
              </a:srgbClr>
            </a:solidFill>
            <a:prstDash val="solid"/>
            <a:miter/>
          </a:ln>
        </p:spPr>
        <p:txBody>
          <a:bodyPr anchor="ctr" bIns="45720" lIns="91440" rIns="91440" tIns="45720" vert="horz"/>
          <a:p/>
        </p:txBody>
      </p:sp>
      <p:sp>
        <p:nvSpPr>
          <p:cNvPr id="1048651" name="备注占位符 2"/>
          <p:cNvSpPr/>
          <p:nvPr>
            <p:ph type="body" sz="full" idx="3"/>
          </p:nvPr>
        </p:nvSpPr>
        <p:spPr>
          <a:xfrm rot="0">
            <a:off x="685800" y="4400550"/>
            <a:ext cx="5486400" cy="3600450"/>
          </a:xfrm>
          <a:prstGeom prst="rect"/>
          <a:noFill/>
          <a:ln>
            <a:noFill/>
          </a:ln>
        </p:spPr>
        <p:txBody>
          <a:bodyPr anchor="t" bIns="45720" lIns="91440" rIns="91440" tIns="45720" vert="horz"/>
          <a:p>
            <a:pPr eaLnBrk="1" hangingPunct="1" lvl="0">
              <a:spcBef>
                <a:spcPct val="0"/>
              </a:spcBef>
            </a:pPr>
            <a:endParaRPr altLang="en-US" lang="zh-CN"/>
          </a:p>
        </p:txBody>
      </p:sp>
      <p:sp>
        <p:nvSpPr>
          <p:cNvPr id="1048652" name="灯片编号占位符 3"/>
          <p:cNvSpPr txBox="1"/>
          <p:nvPr/>
        </p:nvSpPr>
        <p:spPr>
          <a:xfrm rot="0">
            <a:off x="3884612" y="8685212"/>
            <a:ext cx="2971800" cy="458787"/>
          </a:xfrm>
          <a:prstGeom prst="rect"/>
          <a:noFill/>
          <a:ln>
            <a:noFill/>
          </a:ln>
        </p:spPr>
        <p:txBody>
          <a:bodyPr anchor="b" bIns="45720" lIns="91440" rIns="91440" tIns="45720" vert="horz"/>
          <a:p>
            <a:pPr algn="r" lvl="0"/>
            <a:fld id="{566ABCEB-ACFC-4714-9973-3DA970169C29}" type="slidenum">
              <a:rPr altLang="en-US" sz="1200" lang="zh-CN">
                <a:solidFill>
                  <a:srgbClr val="000000"/>
                </a:solidFill>
                <a:latin typeface="Calibri" pitchFamily="34" charset="0"/>
                <a:ea typeface="宋体" pitchFamily="2" charset="-122"/>
              </a:rPr>
              <a:pPr algn="r" lvl="0"/>
            </a:fld>
            <a:endParaRPr altLang="en-US" sz="1200" lang="zh-CN">
              <a:solidFill>
                <a:srgbClr val="000000"/>
              </a:solidFill>
              <a:latin typeface="Calibri" pitchFamily="34" charset="0"/>
              <a:ea typeface="宋体"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161" name=""/>
        <p:cNvGrpSpPr/>
        <p:nvPr/>
      </p:nvGrpSpPr>
      <p:grpSpPr>
        <a:xfrm>
          <a:off x="0" y="0"/>
          <a:ext cx="0" cy="0"/>
          <a:chOff x="0" y="0"/>
          <a:chExt cx="0" cy="0"/>
        </a:xfrm>
      </p:grpSpPr>
      <p:sp>
        <p:nvSpPr>
          <p:cNvPr id="1048837" name="Title 1"/>
          <p:cNvSpPr>
            <a:spLocks noGrp="1"/>
          </p:cNvSpPr>
          <p:nvPr>
            <p:ph type="ctrTitle"/>
          </p:nvPr>
        </p:nvSpPr>
        <p:spPr>
          <a:xfrm>
            <a:off x="1524000" y="1122363"/>
            <a:ext cx="9144000" cy="2387600"/>
          </a:xfrm>
        </p:spPr>
        <p:txBody>
          <a:bodyPr anchor="b"/>
          <a:lstStyle>
            <a:lvl1pPr>
              <a:defRPr sz="6000"/>
            </a:lvl1pPr>
          </a:lstStyle>
          <a:p>
            <a:r>
              <a:rPr altLang="zh-CN" lang="en-US" smtClean="0"/>
              <a:t>Click to edit Master title style</a:t>
            </a:r>
            <a:endParaRPr altLang="en-US" lang="zh-CN"/>
          </a:p>
        </p:txBody>
      </p:sp>
      <p:sp>
        <p:nvSpPr>
          <p:cNvPr id="1048838" name="Subtitl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altLang="zh-CN" lang="en-US" smtClean="0"/>
              <a:t>Click to edit Master subtitle style</a:t>
            </a:r>
            <a:endParaRPr altLang="en-US" lang="zh-CN"/>
          </a:p>
        </p:txBody>
      </p:sp>
      <p:sp>
        <p:nvSpPr>
          <p:cNvPr id="1048839"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endParaRPr>
          </a:p>
        </p:txBody>
      </p:sp>
      <p:sp>
        <p:nvSpPr>
          <p:cNvPr id="1048840"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rPr>
              <a:pPr algn="r" lvl="0"/>
            </a:fld>
            <a:endParaRPr altLang="en-US" sz="1200" lang="zh-CN">
              <a:solidFill>
                <a:srgbClr val="898989"/>
              </a:solidFill>
            </a:endParaRPr>
          </a:p>
        </p:txBody>
      </p:sp>
      <p:sp>
        <p:nvSpPr>
          <p:cNvPr id="1048841"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64" name=""/>
        <p:cNvGrpSpPr/>
        <p:nvPr/>
      </p:nvGrpSpPr>
      <p:grpSpPr>
        <a:xfrm>
          <a:off x="0" y="0"/>
          <a:ext cx="0" cy="0"/>
          <a:chOff x="0" y="0"/>
          <a:chExt cx="0" cy="0"/>
        </a:xfrm>
      </p:grpSpPr>
      <p:sp>
        <p:nvSpPr>
          <p:cNvPr id="1048851" name="Title 1"/>
          <p:cNvSpPr>
            <a:spLocks noGrp="1"/>
          </p:cNvSpPr>
          <p:nvPr>
            <p:ph type="title"/>
          </p:nvPr>
        </p:nvSpPr>
        <p:spPr/>
        <p:txBody>
          <a:bodyPr/>
          <a:p>
            <a:r>
              <a:rPr altLang="zh-CN" lang="en-US" smtClean="0"/>
              <a:t>Click to edit Master title style</a:t>
            </a:r>
            <a:endParaRPr altLang="en-US" lang="zh-CN"/>
          </a:p>
        </p:txBody>
      </p:sp>
      <p:sp>
        <p:nvSpPr>
          <p:cNvPr id="1048852" name="Content Placeholder 2"/>
          <p:cNvSpPr>
            <a:spLocks noGrp="1"/>
          </p:cNvSpPr>
          <p:nvPr>
            <p:ph idx="1"/>
          </p:nvPr>
        </p:nvSpPr>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p>
        </p:txBody>
      </p:sp>
      <p:sp>
        <p:nvSpPr>
          <p:cNvPr id="1048853"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endParaRPr>
          </a:p>
        </p:txBody>
      </p:sp>
      <p:sp>
        <p:nvSpPr>
          <p:cNvPr id="1048854"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rPr>
              <a:pPr algn="r" lvl="0"/>
            </a:fld>
            <a:endParaRPr altLang="en-US" sz="1200" lang="zh-CN">
              <a:solidFill>
                <a:srgbClr val="898989"/>
              </a:solidFill>
            </a:endParaRPr>
          </a:p>
        </p:txBody>
      </p:sp>
      <p:sp>
        <p:nvSpPr>
          <p:cNvPr id="1048855"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67" name=""/>
        <p:cNvGrpSpPr/>
        <p:nvPr/>
      </p:nvGrpSpPr>
      <p:grpSpPr>
        <a:xfrm>
          <a:off x="0" y="0"/>
          <a:ext cx="0" cy="0"/>
          <a:chOff x="0" y="0"/>
          <a:chExt cx="0" cy="0"/>
        </a:xfrm>
      </p:grpSpPr>
      <p:sp>
        <p:nvSpPr>
          <p:cNvPr id="1048867" name="Title 1"/>
          <p:cNvSpPr>
            <a:spLocks noGrp="1"/>
          </p:cNvSpPr>
          <p:nvPr>
            <p:ph type="title"/>
          </p:nvPr>
        </p:nvSpPr>
        <p:spPr>
          <a:xfrm>
            <a:off x="831850" y="1709738"/>
            <a:ext cx="10515600" cy="2852737"/>
          </a:xfrm>
        </p:spPr>
        <p:txBody>
          <a:bodyPr anchor="b"/>
          <a:lstStyle>
            <a:lvl1pPr>
              <a:defRPr sz="6000"/>
            </a:lvl1pPr>
          </a:lstStyle>
          <a:p>
            <a:r>
              <a:rPr altLang="zh-CN" lang="en-US" smtClean="0"/>
              <a:t>Click to edit Master title style</a:t>
            </a:r>
            <a:endParaRPr altLang="en-US" lang="zh-CN"/>
          </a:p>
        </p:txBody>
      </p:sp>
      <p:sp>
        <p:nvSpPr>
          <p:cNvPr id="1048868" name="Text Placeholder 2"/>
          <p:cNvSpPr>
            <a:spLocks noGrp="1"/>
          </p:cNvSpPr>
          <p:nvPr>
            <p:ph type="body" idx="1"/>
          </p:nvPr>
        </p:nvSpPr>
        <p:spPr>
          <a:xfrm>
            <a:off x="831850" y="4589463"/>
            <a:ext cx="10515600" cy="1500187"/>
          </a:xfrm>
        </p:spPr>
        <p:txBody>
          <a:bodyPr/>
          <a:lstStyle>
            <a:lvl1pPr indent="0" marL="0">
              <a:buNone/>
              <a:defRPr sz="2400"/>
            </a:lvl1pPr>
            <a:lvl2pPr indent="0" marL="457200">
              <a:buNone/>
              <a:defRPr sz="2000"/>
            </a:lvl2pPr>
            <a:lvl3pPr indent="0" marL="914400">
              <a:buNone/>
              <a:defRPr sz="1800"/>
            </a:lvl3pPr>
            <a:lvl4pPr indent="0" marL="1371600">
              <a:buNone/>
              <a:defRPr sz="1600"/>
            </a:lvl4pPr>
            <a:lvl5pPr indent="0" marL="1828800">
              <a:buNone/>
              <a:defRPr sz="1600"/>
            </a:lvl5pPr>
            <a:lvl6pPr indent="0" marL="2286000">
              <a:buNone/>
              <a:defRPr sz="1600"/>
            </a:lvl6pPr>
            <a:lvl7pPr indent="0" marL="2743200">
              <a:buNone/>
              <a:defRPr sz="1600"/>
            </a:lvl7pPr>
            <a:lvl8pPr indent="0" marL="3200400">
              <a:buNone/>
              <a:defRPr sz="1600"/>
            </a:lvl8pPr>
            <a:lvl9pPr indent="0" marL="3657600">
              <a:buNone/>
              <a:defRPr sz="1600"/>
            </a:lvl9pPr>
          </a:lstStyle>
          <a:p>
            <a:pPr lvl="0"/>
            <a:r>
              <a:rPr altLang="zh-CN" lang="en-US" smtClean="0"/>
              <a:t>Click to edit Master text styles</a:t>
            </a:r>
          </a:p>
        </p:txBody>
      </p:sp>
      <p:sp>
        <p:nvSpPr>
          <p:cNvPr id="1048869"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endParaRPr>
          </a:p>
        </p:txBody>
      </p:sp>
      <p:sp>
        <p:nvSpPr>
          <p:cNvPr id="1048870"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rPr>
              <a:pPr algn="r" lvl="0"/>
            </a:fld>
            <a:endParaRPr altLang="en-US" sz="1200" lang="zh-CN">
              <a:solidFill>
                <a:srgbClr val="898989"/>
              </a:solidFill>
            </a:endParaRPr>
          </a:p>
        </p:txBody>
      </p:sp>
      <p:sp>
        <p:nvSpPr>
          <p:cNvPr id="1048871"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68" name=""/>
        <p:cNvGrpSpPr/>
        <p:nvPr/>
      </p:nvGrpSpPr>
      <p:grpSpPr>
        <a:xfrm>
          <a:off x="0" y="0"/>
          <a:ext cx="0" cy="0"/>
          <a:chOff x="0" y="0"/>
          <a:chExt cx="0" cy="0"/>
        </a:xfrm>
      </p:grpSpPr>
      <p:sp>
        <p:nvSpPr>
          <p:cNvPr id="1048872" name="Title 1"/>
          <p:cNvSpPr>
            <a:spLocks noGrp="1"/>
          </p:cNvSpPr>
          <p:nvPr>
            <p:ph type="title"/>
          </p:nvPr>
        </p:nvSpPr>
        <p:spPr/>
        <p:txBody>
          <a:bodyPr/>
          <a:p>
            <a:r>
              <a:rPr altLang="zh-CN" lang="en-US" smtClean="0"/>
              <a:t>Click to edit Master title style</a:t>
            </a:r>
            <a:endParaRPr altLang="en-US" lang="zh-CN"/>
          </a:p>
        </p:txBody>
      </p:sp>
      <p:sp>
        <p:nvSpPr>
          <p:cNvPr id="1048873" name="Content Placeholder 2"/>
          <p:cNvSpPr>
            <a:spLocks noGrp="1"/>
          </p:cNvSpPr>
          <p:nvPr>
            <p:ph sz="half" idx="1"/>
          </p:nvPr>
        </p:nvSpPr>
        <p:spPr>
          <a:xfrm>
            <a:off x="838200" y="1825625"/>
            <a:ext cx="5181600" cy="435133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p>
        </p:txBody>
      </p:sp>
      <p:sp>
        <p:nvSpPr>
          <p:cNvPr id="1048874" name="Content Placeholder 3"/>
          <p:cNvSpPr>
            <a:spLocks noGrp="1"/>
          </p:cNvSpPr>
          <p:nvPr>
            <p:ph sz="half" idx="2"/>
          </p:nvPr>
        </p:nvSpPr>
        <p:spPr>
          <a:xfrm>
            <a:off x="6172199" y="1825625"/>
            <a:ext cx="5181600" cy="435133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p>
        </p:txBody>
      </p:sp>
      <p:sp>
        <p:nvSpPr>
          <p:cNvPr id="1048875"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endParaRPr>
          </a:p>
        </p:txBody>
      </p:sp>
      <p:sp>
        <p:nvSpPr>
          <p:cNvPr id="1048876"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rPr>
              <a:pPr algn="r" lvl="0"/>
            </a:fld>
            <a:endParaRPr altLang="en-US" sz="1200" lang="zh-CN">
              <a:solidFill>
                <a:srgbClr val="898989"/>
              </a:solidFill>
            </a:endParaRPr>
          </a:p>
        </p:txBody>
      </p:sp>
      <p:sp>
        <p:nvSpPr>
          <p:cNvPr id="1048877"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69" name=""/>
        <p:cNvGrpSpPr/>
        <p:nvPr/>
      </p:nvGrpSpPr>
      <p:grpSpPr>
        <a:xfrm>
          <a:off x="0" y="0"/>
          <a:ext cx="0" cy="0"/>
          <a:chOff x="0" y="0"/>
          <a:chExt cx="0" cy="0"/>
        </a:xfrm>
      </p:grpSpPr>
      <p:sp>
        <p:nvSpPr>
          <p:cNvPr id="1048878" name="Title 1"/>
          <p:cNvSpPr>
            <a:spLocks noGrp="1"/>
          </p:cNvSpPr>
          <p:nvPr>
            <p:ph type="title"/>
          </p:nvPr>
        </p:nvSpPr>
        <p:spPr>
          <a:xfrm>
            <a:off x="839788" y="365125"/>
            <a:ext cx="10515600" cy="1325563"/>
          </a:xfrm>
        </p:spPr>
        <p:txBody>
          <a:bodyPr/>
          <a:p>
            <a:r>
              <a:rPr altLang="zh-CN" lang="en-US" smtClean="0"/>
              <a:t>Click to edit Master title style</a:t>
            </a:r>
            <a:endParaRPr altLang="en-US" lang="zh-CN"/>
          </a:p>
        </p:txBody>
      </p:sp>
      <p:sp>
        <p:nvSpPr>
          <p:cNvPr id="1048879" name="Text Placeholder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zh-CN" lang="en-US" smtClean="0"/>
              <a:t>Click to edit Master text styles</a:t>
            </a:r>
          </a:p>
        </p:txBody>
      </p:sp>
      <p:sp>
        <p:nvSpPr>
          <p:cNvPr id="1048880" name="Content Placeholder 3"/>
          <p:cNvSpPr>
            <a:spLocks noGrp="1"/>
          </p:cNvSpPr>
          <p:nvPr>
            <p:ph sz="half" idx="2"/>
          </p:nvPr>
        </p:nvSpPr>
        <p:spPr>
          <a:xfrm>
            <a:off x="839788" y="2505075"/>
            <a:ext cx="5157787" cy="368458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p>
        </p:txBody>
      </p:sp>
      <p:sp>
        <p:nvSpPr>
          <p:cNvPr id="1048881" name="Text Placeholder 4"/>
          <p:cNvSpPr>
            <a:spLocks noGrp="1"/>
          </p:cNvSpPr>
          <p:nvPr>
            <p:ph type="body" sz="quarter" idx="3"/>
          </p:nvPr>
        </p:nvSpPr>
        <p:spPr>
          <a:xfrm>
            <a:off x="6172199"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zh-CN" lang="en-US" smtClean="0"/>
              <a:t>Click to edit Master text styles</a:t>
            </a:r>
          </a:p>
        </p:txBody>
      </p:sp>
      <p:sp>
        <p:nvSpPr>
          <p:cNvPr id="1048882" name="Content Placeholder 5"/>
          <p:cNvSpPr>
            <a:spLocks noGrp="1"/>
          </p:cNvSpPr>
          <p:nvPr>
            <p:ph sz="quarter" idx="4"/>
          </p:nvPr>
        </p:nvSpPr>
        <p:spPr>
          <a:xfrm>
            <a:off x="6172199" y="2505075"/>
            <a:ext cx="5183188" cy="368458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p>
        </p:txBody>
      </p:sp>
      <p:sp>
        <p:nvSpPr>
          <p:cNvPr id="1048883"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endParaRPr>
          </a:p>
        </p:txBody>
      </p:sp>
      <p:sp>
        <p:nvSpPr>
          <p:cNvPr id="1048884"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rPr>
              <a:pPr algn="r" lvl="0"/>
            </a:fld>
            <a:endParaRPr altLang="en-US" sz="1200" lang="zh-CN">
              <a:solidFill>
                <a:srgbClr val="898989"/>
              </a:solidFill>
            </a:endParaRPr>
          </a:p>
        </p:txBody>
      </p:sp>
      <p:sp>
        <p:nvSpPr>
          <p:cNvPr id="1048885"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62" name=""/>
        <p:cNvGrpSpPr/>
        <p:nvPr/>
      </p:nvGrpSpPr>
      <p:grpSpPr>
        <a:xfrm>
          <a:off x="0" y="0"/>
          <a:ext cx="0" cy="0"/>
          <a:chOff x="0" y="0"/>
          <a:chExt cx="0" cy="0"/>
        </a:xfrm>
      </p:grpSpPr>
      <p:sp>
        <p:nvSpPr>
          <p:cNvPr id="1048842" name="Title 1"/>
          <p:cNvSpPr>
            <a:spLocks noGrp="1"/>
          </p:cNvSpPr>
          <p:nvPr>
            <p:ph type="title"/>
          </p:nvPr>
        </p:nvSpPr>
        <p:spPr/>
        <p:txBody>
          <a:bodyPr/>
          <a:p>
            <a:r>
              <a:rPr altLang="zh-CN" lang="en-US" smtClean="0"/>
              <a:t>Click to edit Master title style</a:t>
            </a:r>
            <a:endParaRPr altLang="en-US" lang="zh-CN"/>
          </a:p>
        </p:txBody>
      </p:sp>
      <p:sp>
        <p:nvSpPr>
          <p:cNvPr id="1048843"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endParaRPr>
          </a:p>
        </p:txBody>
      </p:sp>
      <p:sp>
        <p:nvSpPr>
          <p:cNvPr id="1048844"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rPr>
              <a:pPr algn="r" lvl="0"/>
            </a:fld>
            <a:endParaRPr altLang="en-US" sz="1200" lang="zh-CN">
              <a:solidFill>
                <a:srgbClr val="898989"/>
              </a:solidFill>
            </a:endParaRPr>
          </a:p>
        </p:txBody>
      </p:sp>
      <p:sp>
        <p:nvSpPr>
          <p:cNvPr id="1048845"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64" name=""/>
        <p:cNvGrpSpPr/>
        <p:nvPr/>
      </p:nvGrpSpPr>
      <p:grpSpPr>
        <a:xfrm>
          <a:off x="0" y="0"/>
          <a:ext cx="0" cy="0"/>
          <a:chOff x="0" y="0"/>
          <a:chExt cx="0" cy="0"/>
        </a:xfrm>
      </p:grpSpPr>
      <p:sp>
        <p:nvSpPr>
          <p:cNvPr id="1048581"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endParaRPr>
          </a:p>
        </p:txBody>
      </p:sp>
      <p:sp>
        <p:nvSpPr>
          <p:cNvPr id="1048582"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rPr>
              <a:pPr algn="r" lvl="0"/>
            </a:fld>
            <a:endParaRPr altLang="en-US" sz="1200" lang="zh-CN">
              <a:solidFill>
                <a:srgbClr val="898989"/>
              </a:solidFill>
            </a:endParaRPr>
          </a:p>
        </p:txBody>
      </p:sp>
      <p:sp>
        <p:nvSpPr>
          <p:cNvPr id="1048583"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70" name=""/>
        <p:cNvGrpSpPr/>
        <p:nvPr/>
      </p:nvGrpSpPr>
      <p:grpSpPr>
        <a:xfrm>
          <a:off x="0" y="0"/>
          <a:ext cx="0" cy="0"/>
          <a:chOff x="0" y="0"/>
          <a:chExt cx="0" cy="0"/>
        </a:xfrm>
      </p:grpSpPr>
      <p:sp>
        <p:nvSpPr>
          <p:cNvPr id="1048886" name="Title 1"/>
          <p:cNvSpPr>
            <a:spLocks noGrp="1"/>
          </p:cNvSpPr>
          <p:nvPr>
            <p:ph type="title"/>
          </p:nvPr>
        </p:nvSpPr>
        <p:spPr>
          <a:xfrm>
            <a:off x="839788" y="457200"/>
            <a:ext cx="3932237" cy="1600200"/>
          </a:xfrm>
        </p:spPr>
        <p:txBody>
          <a:bodyPr anchor="b"/>
          <a:lstStyle>
            <a:lvl1pPr>
              <a:defRPr sz="3200"/>
            </a:lvl1pPr>
          </a:lstStyle>
          <a:p>
            <a:r>
              <a:rPr altLang="zh-CN" lang="en-US" smtClean="0"/>
              <a:t>Click to edit Master title style</a:t>
            </a:r>
            <a:endParaRPr altLang="en-US" lang="zh-CN"/>
          </a:p>
        </p:txBody>
      </p:sp>
      <p:sp>
        <p:nvSpPr>
          <p:cNvPr id="1048887"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zh-CN" lang="en-US" smtClean="0"/>
              <a:t>Click to edit Master text styles</a:t>
            </a:r>
          </a:p>
        </p:txBody>
      </p:sp>
      <p:sp>
        <p:nvSpPr>
          <p:cNvPr id="1048888" name="Content Placeholder 2"/>
          <p:cNvSpPr>
            <a:spLocks noGrp="1"/>
          </p:cNvSpPr>
          <p:nvPr>
            <p:ph idx="1"/>
          </p:nvPr>
        </p:nvSpPr>
        <p:spPr>
          <a:xfrm>
            <a:off x="5183188" y="987424"/>
            <a:ext cx="6172199"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p>
        </p:txBody>
      </p:sp>
      <p:sp>
        <p:nvSpPr>
          <p:cNvPr id="1048889"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endParaRPr>
          </a:p>
        </p:txBody>
      </p:sp>
      <p:sp>
        <p:nvSpPr>
          <p:cNvPr id="1048890"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rPr>
              <a:pPr algn="r" lvl="0"/>
            </a:fld>
            <a:endParaRPr altLang="en-US" sz="1200" lang="zh-CN">
              <a:solidFill>
                <a:srgbClr val="898989"/>
              </a:solidFill>
            </a:endParaRPr>
          </a:p>
        </p:txBody>
      </p:sp>
      <p:sp>
        <p:nvSpPr>
          <p:cNvPr id="1048891"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65" name=""/>
        <p:cNvGrpSpPr/>
        <p:nvPr/>
      </p:nvGrpSpPr>
      <p:grpSpPr>
        <a:xfrm>
          <a:off x="0" y="0"/>
          <a:ext cx="0" cy="0"/>
          <a:chOff x="0" y="0"/>
          <a:chExt cx="0" cy="0"/>
        </a:xfrm>
      </p:grpSpPr>
      <p:sp>
        <p:nvSpPr>
          <p:cNvPr id="1048856" name="Title 1"/>
          <p:cNvSpPr>
            <a:spLocks noGrp="1"/>
          </p:cNvSpPr>
          <p:nvPr>
            <p:ph type="title"/>
          </p:nvPr>
        </p:nvSpPr>
        <p:spPr>
          <a:xfrm>
            <a:off x="839788" y="457200"/>
            <a:ext cx="3932237" cy="1600200"/>
          </a:xfrm>
        </p:spPr>
        <p:txBody>
          <a:bodyPr anchor="b"/>
          <a:lstStyle>
            <a:lvl1pPr>
              <a:defRPr sz="3200"/>
            </a:lvl1pPr>
          </a:lstStyle>
          <a:p>
            <a:r>
              <a:rPr altLang="zh-CN" lang="en-US" smtClean="0"/>
              <a:t>Click to edit Master title style</a:t>
            </a:r>
            <a:endParaRPr altLang="en-US" lang="zh-CN"/>
          </a:p>
        </p:txBody>
      </p:sp>
      <p:sp>
        <p:nvSpPr>
          <p:cNvPr id="1048857"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zh-CN" lang="en-US" smtClean="0"/>
              <a:t>Click to edit Master text styles</a:t>
            </a:r>
          </a:p>
        </p:txBody>
      </p:sp>
      <p:sp>
        <p:nvSpPr>
          <p:cNvPr id="1048858" name="Picture Placeholder 2"/>
          <p:cNvSpPr>
            <a:spLocks noGrp="1"/>
          </p:cNvSpPr>
          <p:nvPr>
            <p:ph type="pic" idx="1"/>
          </p:nvPr>
        </p:nvSpPr>
        <p:spPr>
          <a:xfrm>
            <a:off x="5183188" y="987424"/>
            <a:ext cx="6172199" cy="4873625"/>
          </a:xfrm>
        </p:spPr>
        <p:txBody>
          <a:bodyPr/>
          <a:lstStyle>
            <a:lvl1pPr indent="0" marL="0">
              <a:buNone/>
              <a:defRPr sz="3200"/>
            </a:lvl1pPr>
            <a:lvl2pPr indent="0" marL="457200">
              <a:buNone/>
              <a:defRPr sz="2800"/>
            </a:lvl2pPr>
            <a:lvl3pPr indent="0" marL="914400">
              <a:buNone/>
              <a:defRPr sz="20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altLang="en-US" lang="zh-CN"/>
          </a:p>
        </p:txBody>
      </p:sp>
      <p:sp>
        <p:nvSpPr>
          <p:cNvPr id="1048859"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endParaRPr>
          </a:p>
        </p:txBody>
      </p:sp>
      <p:sp>
        <p:nvSpPr>
          <p:cNvPr id="1048860"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rPr>
              <a:pPr algn="r" lvl="0"/>
            </a:fld>
            <a:endParaRPr altLang="en-US" sz="1200" lang="zh-CN">
              <a:solidFill>
                <a:srgbClr val="898989"/>
              </a:solidFill>
            </a:endParaRPr>
          </a:p>
        </p:txBody>
      </p:sp>
      <p:sp>
        <p:nvSpPr>
          <p:cNvPr id="1048861"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66" name=""/>
        <p:cNvGrpSpPr/>
        <p:nvPr/>
      </p:nvGrpSpPr>
      <p:grpSpPr>
        <a:xfrm>
          <a:off x="0" y="0"/>
          <a:ext cx="0" cy="0"/>
          <a:chOff x="0" y="0"/>
          <a:chExt cx="0" cy="0"/>
        </a:xfrm>
      </p:grpSpPr>
      <p:sp>
        <p:nvSpPr>
          <p:cNvPr id="1048862" name="Title 1"/>
          <p:cNvSpPr>
            <a:spLocks noGrp="1"/>
          </p:cNvSpPr>
          <p:nvPr>
            <p:ph type="title"/>
          </p:nvPr>
        </p:nvSpPr>
        <p:spPr/>
        <p:txBody>
          <a:bodyPr/>
          <a:p>
            <a:r>
              <a:rPr altLang="zh-CN" lang="en-US" smtClean="0"/>
              <a:t>Click to edit Master title style</a:t>
            </a:r>
            <a:endParaRPr altLang="en-US" lang="zh-CN"/>
          </a:p>
        </p:txBody>
      </p:sp>
      <p:sp>
        <p:nvSpPr>
          <p:cNvPr id="1048863" name="Vertical Text Placeholder 2"/>
          <p:cNvSpPr>
            <a:spLocks noGrp="1"/>
          </p:cNvSpPr>
          <p:nvPr>
            <p:ph type="body" orient="vert" idx="1"/>
          </p:nvPr>
        </p:nvSpPr>
        <p:spPr/>
        <p:txBody>
          <a:bodyPr vert="eaVert"/>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p>
        </p:txBody>
      </p:sp>
      <p:sp>
        <p:nvSpPr>
          <p:cNvPr id="1048864"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endParaRPr>
          </a:p>
        </p:txBody>
      </p:sp>
      <p:sp>
        <p:nvSpPr>
          <p:cNvPr id="1048865"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rPr>
              <a:pPr algn="r" lvl="0"/>
            </a:fld>
            <a:endParaRPr altLang="en-US" sz="1200" lang="zh-CN">
              <a:solidFill>
                <a:srgbClr val="898989"/>
              </a:solidFill>
            </a:endParaRPr>
          </a:p>
        </p:txBody>
      </p:sp>
      <p:sp>
        <p:nvSpPr>
          <p:cNvPr id="1048866"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63" name=""/>
        <p:cNvGrpSpPr/>
        <p:nvPr/>
      </p:nvGrpSpPr>
      <p:grpSpPr>
        <a:xfrm>
          <a:off x="0" y="0"/>
          <a:ext cx="0" cy="0"/>
          <a:chOff x="0" y="0"/>
          <a:chExt cx="0" cy="0"/>
        </a:xfrm>
      </p:grpSpPr>
      <p:sp>
        <p:nvSpPr>
          <p:cNvPr id="1048846" name="Vertical Title 1"/>
          <p:cNvSpPr>
            <a:spLocks noGrp="1"/>
          </p:cNvSpPr>
          <p:nvPr>
            <p:ph type="title" orient="vert"/>
          </p:nvPr>
        </p:nvSpPr>
        <p:spPr>
          <a:xfrm>
            <a:off x="8724900" y="365125"/>
            <a:ext cx="2628900" cy="5811838"/>
          </a:xfrm>
        </p:spPr>
        <p:txBody>
          <a:bodyPr vert="eaVert"/>
          <a:p>
            <a:r>
              <a:rPr altLang="zh-CN" lang="en-US" smtClean="0"/>
              <a:t>Click to edit Master title style</a:t>
            </a:r>
            <a:endParaRPr altLang="en-US" lang="zh-CN"/>
          </a:p>
        </p:txBody>
      </p:sp>
      <p:sp>
        <p:nvSpPr>
          <p:cNvPr id="1048847" name="Vertical Text Placeholder 2"/>
          <p:cNvSpPr>
            <a:spLocks noGrp="1"/>
          </p:cNvSpPr>
          <p:nvPr>
            <p:ph type="body" orient="vert" idx="1"/>
          </p:nvPr>
        </p:nvSpPr>
        <p:spPr>
          <a:xfrm>
            <a:off x="838200" y="365125"/>
            <a:ext cx="7734300" cy="5811838"/>
          </a:xfrm>
        </p:spPr>
        <p:txBody>
          <a:bodyPr vert="eaVert"/>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p>
        </p:txBody>
      </p:sp>
      <p:sp>
        <p:nvSpPr>
          <p:cNvPr id="1048848"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endParaRPr>
          </a:p>
        </p:txBody>
      </p:sp>
      <p:sp>
        <p:nvSpPr>
          <p:cNvPr id="1048849"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rPr>
              <a:pPr algn="r" lvl="0"/>
            </a:fld>
            <a:endParaRPr altLang="en-US" sz="1200" lang="zh-CN">
              <a:solidFill>
                <a:srgbClr val="898989"/>
              </a:solidFill>
            </a:endParaRPr>
          </a:p>
        </p:txBody>
      </p:sp>
      <p:sp>
        <p:nvSpPr>
          <p:cNvPr id="1048850"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152" name=""/>
        <p:cNvGrpSpPr/>
        <p:nvPr/>
      </p:nvGrpSpPr>
      <p:grpSpPr>
        <a:xfrm>
          <a:off x="0" y="0"/>
          <a:ext cx="0" cy="0"/>
          <a:chOff x="0" y="0"/>
          <a:chExt cx="0" cy="0"/>
        </a:xfrm>
      </p:grpSpPr>
      <p:sp>
        <p:nvSpPr>
          <p:cNvPr id="1048787" name="Title 1"/>
          <p:cNvSpPr>
            <a:spLocks noGrp="1"/>
          </p:cNvSpPr>
          <p:nvPr>
            <p:ph type="ctrTitle"/>
          </p:nvPr>
        </p:nvSpPr>
        <p:spPr>
          <a:xfrm>
            <a:off x="1524000" y="1122363"/>
            <a:ext cx="9144000" cy="2387600"/>
          </a:xfrm>
        </p:spPr>
        <p:txBody>
          <a:bodyPr anchor="b"/>
          <a:lstStyle>
            <a:lvl1pPr>
              <a:defRPr sz="6000"/>
            </a:lvl1pPr>
          </a:lstStyle>
          <a:p>
            <a:r>
              <a:rPr altLang="zh-CN" lang="en-US" smtClean="0"/>
              <a:t>Click to edit Master title style</a:t>
            </a:r>
            <a:endParaRPr altLang="en-US" lang="zh-CN"/>
          </a:p>
        </p:txBody>
      </p:sp>
      <p:sp>
        <p:nvSpPr>
          <p:cNvPr id="1048788" name="Subtitl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altLang="zh-CN" lang="en-US" smtClean="0"/>
              <a:t>Click to edit Master subtitle style</a:t>
            </a:r>
            <a:endParaRPr altLang="en-US" lang="zh-CN"/>
          </a:p>
        </p:txBody>
      </p:sp>
      <p:sp>
        <p:nvSpPr>
          <p:cNvPr id="1048789"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
        <p:nvSpPr>
          <p:cNvPr id="1048790"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latin typeface="Calibri" pitchFamily="34" charset="0"/>
                <a:ea typeface="宋体" pitchFamily="2" charset="-122"/>
              </a:rPr>
              <a:pPr algn="r" lvl="0"/>
            </a:fld>
            <a:endParaRPr altLang="en-US" sz="1200" lang="zh-CN">
              <a:solidFill>
                <a:srgbClr val="898989"/>
              </a:solidFill>
              <a:latin typeface="Calibri" pitchFamily="34" charset="0"/>
              <a:ea typeface="宋体" pitchFamily="2" charset="-122"/>
            </a:endParaRPr>
          </a:p>
        </p:txBody>
      </p:sp>
      <p:sp>
        <p:nvSpPr>
          <p:cNvPr id="1048791"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51" name=""/>
        <p:cNvGrpSpPr/>
        <p:nvPr/>
      </p:nvGrpSpPr>
      <p:grpSpPr>
        <a:xfrm>
          <a:off x="0" y="0"/>
          <a:ext cx="0" cy="0"/>
          <a:chOff x="0" y="0"/>
          <a:chExt cx="0" cy="0"/>
        </a:xfrm>
      </p:grpSpPr>
      <p:sp>
        <p:nvSpPr>
          <p:cNvPr id="1048782" name="Title 1"/>
          <p:cNvSpPr>
            <a:spLocks noGrp="1"/>
          </p:cNvSpPr>
          <p:nvPr>
            <p:ph type="title"/>
          </p:nvPr>
        </p:nvSpPr>
        <p:spPr/>
        <p:txBody>
          <a:bodyPr/>
          <a:p>
            <a:r>
              <a:rPr altLang="zh-CN" lang="en-US" smtClean="0"/>
              <a:t>Click to edit Master title style</a:t>
            </a:r>
            <a:endParaRPr altLang="en-US" lang="zh-CN"/>
          </a:p>
        </p:txBody>
      </p:sp>
      <p:sp>
        <p:nvSpPr>
          <p:cNvPr id="1048783" name="Content Placeholder 2"/>
          <p:cNvSpPr>
            <a:spLocks noGrp="1"/>
          </p:cNvSpPr>
          <p:nvPr>
            <p:ph idx="1"/>
          </p:nvPr>
        </p:nvSpPr>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p>
        </p:txBody>
      </p:sp>
      <p:sp>
        <p:nvSpPr>
          <p:cNvPr id="1048784"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
        <p:nvSpPr>
          <p:cNvPr id="1048785"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latin typeface="Calibri" pitchFamily="34" charset="0"/>
                <a:ea typeface="宋体" pitchFamily="2" charset="-122"/>
              </a:rPr>
              <a:pPr algn="r" lvl="0"/>
            </a:fld>
            <a:endParaRPr altLang="en-US" sz="1200" lang="zh-CN">
              <a:solidFill>
                <a:srgbClr val="898989"/>
              </a:solidFill>
              <a:latin typeface="Calibri" pitchFamily="34" charset="0"/>
              <a:ea typeface="宋体" pitchFamily="2" charset="-122"/>
            </a:endParaRPr>
          </a:p>
        </p:txBody>
      </p:sp>
      <p:sp>
        <p:nvSpPr>
          <p:cNvPr id="1048786"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57" name=""/>
        <p:cNvGrpSpPr/>
        <p:nvPr/>
      </p:nvGrpSpPr>
      <p:grpSpPr>
        <a:xfrm>
          <a:off x="0" y="0"/>
          <a:ext cx="0" cy="0"/>
          <a:chOff x="0" y="0"/>
          <a:chExt cx="0" cy="0"/>
        </a:xfrm>
      </p:grpSpPr>
      <p:sp>
        <p:nvSpPr>
          <p:cNvPr id="1048814" name="Title 1"/>
          <p:cNvSpPr>
            <a:spLocks noGrp="1"/>
          </p:cNvSpPr>
          <p:nvPr>
            <p:ph type="title"/>
          </p:nvPr>
        </p:nvSpPr>
        <p:spPr>
          <a:xfrm>
            <a:off x="831850" y="1709738"/>
            <a:ext cx="10515600" cy="2852737"/>
          </a:xfrm>
        </p:spPr>
        <p:txBody>
          <a:bodyPr anchor="b"/>
          <a:lstStyle>
            <a:lvl1pPr>
              <a:defRPr sz="6000"/>
            </a:lvl1pPr>
          </a:lstStyle>
          <a:p>
            <a:r>
              <a:rPr altLang="zh-CN" lang="en-US" smtClean="0"/>
              <a:t>Click to edit Master title style</a:t>
            </a:r>
            <a:endParaRPr altLang="en-US" lang="zh-CN"/>
          </a:p>
        </p:txBody>
      </p:sp>
      <p:sp>
        <p:nvSpPr>
          <p:cNvPr id="1048815" name="Text Placeholder 2"/>
          <p:cNvSpPr>
            <a:spLocks noGrp="1"/>
          </p:cNvSpPr>
          <p:nvPr>
            <p:ph type="body" idx="1"/>
          </p:nvPr>
        </p:nvSpPr>
        <p:spPr>
          <a:xfrm>
            <a:off x="831850" y="4589463"/>
            <a:ext cx="10515600" cy="1500187"/>
          </a:xfrm>
        </p:spPr>
        <p:txBody>
          <a:bodyPr/>
          <a:lstStyle>
            <a:lvl1pPr indent="0" marL="0">
              <a:buNone/>
              <a:defRPr sz="2400"/>
            </a:lvl1pPr>
            <a:lvl2pPr indent="0" marL="457200">
              <a:buNone/>
              <a:defRPr sz="2000"/>
            </a:lvl2pPr>
            <a:lvl3pPr indent="0" marL="914400">
              <a:buNone/>
              <a:defRPr sz="1800"/>
            </a:lvl3pPr>
            <a:lvl4pPr indent="0" marL="1371600">
              <a:buNone/>
              <a:defRPr sz="1600"/>
            </a:lvl4pPr>
            <a:lvl5pPr indent="0" marL="1828800">
              <a:buNone/>
              <a:defRPr sz="1600"/>
            </a:lvl5pPr>
            <a:lvl6pPr indent="0" marL="2286000">
              <a:buNone/>
              <a:defRPr sz="1600"/>
            </a:lvl6pPr>
            <a:lvl7pPr indent="0" marL="2743200">
              <a:buNone/>
              <a:defRPr sz="1600"/>
            </a:lvl7pPr>
            <a:lvl8pPr indent="0" marL="3200400">
              <a:buNone/>
              <a:defRPr sz="1600"/>
            </a:lvl8pPr>
            <a:lvl9pPr indent="0" marL="3657600">
              <a:buNone/>
              <a:defRPr sz="1600"/>
            </a:lvl9pPr>
          </a:lstStyle>
          <a:p>
            <a:pPr lvl="0"/>
            <a:r>
              <a:rPr altLang="zh-CN" lang="en-US" smtClean="0"/>
              <a:t>Click to edit Master text styles</a:t>
            </a:r>
          </a:p>
        </p:txBody>
      </p:sp>
      <p:sp>
        <p:nvSpPr>
          <p:cNvPr id="1048816"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
        <p:nvSpPr>
          <p:cNvPr id="1048817"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latin typeface="Calibri" pitchFamily="34" charset="0"/>
                <a:ea typeface="宋体" pitchFamily="2" charset="-122"/>
              </a:rPr>
              <a:pPr algn="r" lvl="0"/>
            </a:fld>
            <a:endParaRPr altLang="en-US" sz="1200" lang="zh-CN">
              <a:solidFill>
                <a:srgbClr val="898989"/>
              </a:solidFill>
              <a:latin typeface="Calibri" pitchFamily="34" charset="0"/>
              <a:ea typeface="宋体" pitchFamily="2" charset="-122"/>
            </a:endParaRPr>
          </a:p>
        </p:txBody>
      </p:sp>
      <p:sp>
        <p:nvSpPr>
          <p:cNvPr id="1048818"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56" name=""/>
        <p:cNvGrpSpPr/>
        <p:nvPr/>
      </p:nvGrpSpPr>
      <p:grpSpPr>
        <a:xfrm>
          <a:off x="0" y="0"/>
          <a:ext cx="0" cy="0"/>
          <a:chOff x="0" y="0"/>
          <a:chExt cx="0" cy="0"/>
        </a:xfrm>
      </p:grpSpPr>
      <p:sp>
        <p:nvSpPr>
          <p:cNvPr id="1048808" name="Title 1"/>
          <p:cNvSpPr>
            <a:spLocks noGrp="1"/>
          </p:cNvSpPr>
          <p:nvPr>
            <p:ph type="title"/>
          </p:nvPr>
        </p:nvSpPr>
        <p:spPr/>
        <p:txBody>
          <a:bodyPr/>
          <a:p>
            <a:r>
              <a:rPr altLang="zh-CN" lang="en-US" smtClean="0"/>
              <a:t>Click to edit Master title style</a:t>
            </a:r>
            <a:endParaRPr altLang="en-US" lang="zh-CN"/>
          </a:p>
        </p:txBody>
      </p:sp>
      <p:sp>
        <p:nvSpPr>
          <p:cNvPr id="1048809" name="Content Placeholder 2"/>
          <p:cNvSpPr>
            <a:spLocks noGrp="1"/>
          </p:cNvSpPr>
          <p:nvPr>
            <p:ph sz="half" idx="1"/>
          </p:nvPr>
        </p:nvSpPr>
        <p:spPr>
          <a:xfrm>
            <a:off x="838200" y="1825625"/>
            <a:ext cx="5181600" cy="435133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p>
        </p:txBody>
      </p:sp>
      <p:sp>
        <p:nvSpPr>
          <p:cNvPr id="1048810" name="Content Placeholder 3"/>
          <p:cNvSpPr>
            <a:spLocks noGrp="1"/>
          </p:cNvSpPr>
          <p:nvPr>
            <p:ph sz="half" idx="2"/>
          </p:nvPr>
        </p:nvSpPr>
        <p:spPr>
          <a:xfrm>
            <a:off x="6172199" y="1825625"/>
            <a:ext cx="5181600" cy="435133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p>
        </p:txBody>
      </p:sp>
      <p:sp>
        <p:nvSpPr>
          <p:cNvPr id="1048811"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
        <p:nvSpPr>
          <p:cNvPr id="1048812"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latin typeface="Calibri" pitchFamily="34" charset="0"/>
                <a:ea typeface="宋体" pitchFamily="2" charset="-122"/>
              </a:rPr>
              <a:pPr algn="r" lvl="0"/>
            </a:fld>
            <a:endParaRPr altLang="en-US" sz="1200" lang="zh-CN">
              <a:solidFill>
                <a:srgbClr val="898989"/>
              </a:solidFill>
              <a:latin typeface="Calibri" pitchFamily="34" charset="0"/>
              <a:ea typeface="宋体" pitchFamily="2" charset="-122"/>
            </a:endParaRPr>
          </a:p>
        </p:txBody>
      </p:sp>
      <p:sp>
        <p:nvSpPr>
          <p:cNvPr id="1048813"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60" name=""/>
        <p:cNvGrpSpPr/>
        <p:nvPr/>
      </p:nvGrpSpPr>
      <p:grpSpPr>
        <a:xfrm>
          <a:off x="0" y="0"/>
          <a:ext cx="0" cy="0"/>
          <a:chOff x="0" y="0"/>
          <a:chExt cx="0" cy="0"/>
        </a:xfrm>
      </p:grpSpPr>
      <p:sp>
        <p:nvSpPr>
          <p:cNvPr id="1048829" name="Title 1"/>
          <p:cNvSpPr>
            <a:spLocks noGrp="1"/>
          </p:cNvSpPr>
          <p:nvPr>
            <p:ph type="title"/>
          </p:nvPr>
        </p:nvSpPr>
        <p:spPr>
          <a:xfrm>
            <a:off x="839788" y="365125"/>
            <a:ext cx="10515600" cy="1325563"/>
          </a:xfrm>
        </p:spPr>
        <p:txBody>
          <a:bodyPr/>
          <a:p>
            <a:r>
              <a:rPr altLang="zh-CN" lang="en-US" smtClean="0"/>
              <a:t>Click to edit Master title style</a:t>
            </a:r>
            <a:endParaRPr altLang="en-US" lang="zh-CN"/>
          </a:p>
        </p:txBody>
      </p:sp>
      <p:sp>
        <p:nvSpPr>
          <p:cNvPr id="1048830" name="Text Placeholder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zh-CN" lang="en-US" smtClean="0"/>
              <a:t>Click to edit Master text styles</a:t>
            </a:r>
          </a:p>
        </p:txBody>
      </p:sp>
      <p:sp>
        <p:nvSpPr>
          <p:cNvPr id="1048831" name="Content Placeholder 3"/>
          <p:cNvSpPr>
            <a:spLocks noGrp="1"/>
          </p:cNvSpPr>
          <p:nvPr>
            <p:ph sz="half" idx="2"/>
          </p:nvPr>
        </p:nvSpPr>
        <p:spPr>
          <a:xfrm>
            <a:off x="839788" y="2505075"/>
            <a:ext cx="5157787" cy="368458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p>
        </p:txBody>
      </p:sp>
      <p:sp>
        <p:nvSpPr>
          <p:cNvPr id="1048832" name="Text Placeholder 4"/>
          <p:cNvSpPr>
            <a:spLocks noGrp="1"/>
          </p:cNvSpPr>
          <p:nvPr>
            <p:ph type="body" sz="quarter" idx="3"/>
          </p:nvPr>
        </p:nvSpPr>
        <p:spPr>
          <a:xfrm>
            <a:off x="6172199"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zh-CN" lang="en-US" smtClean="0"/>
              <a:t>Click to edit Master text styles</a:t>
            </a:r>
          </a:p>
        </p:txBody>
      </p:sp>
      <p:sp>
        <p:nvSpPr>
          <p:cNvPr id="1048833" name="Content Placeholder 5"/>
          <p:cNvSpPr>
            <a:spLocks noGrp="1"/>
          </p:cNvSpPr>
          <p:nvPr>
            <p:ph sz="quarter" idx="4"/>
          </p:nvPr>
        </p:nvSpPr>
        <p:spPr>
          <a:xfrm>
            <a:off x="6172199" y="2505075"/>
            <a:ext cx="5183188" cy="368458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p>
        </p:txBody>
      </p:sp>
      <p:sp>
        <p:nvSpPr>
          <p:cNvPr id="1048834"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
        <p:nvSpPr>
          <p:cNvPr id="1048835"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latin typeface="Calibri" pitchFamily="34" charset="0"/>
                <a:ea typeface="宋体" pitchFamily="2" charset="-122"/>
              </a:rPr>
              <a:pPr algn="r" lvl="0"/>
            </a:fld>
            <a:endParaRPr altLang="en-US" sz="1200" lang="zh-CN">
              <a:solidFill>
                <a:srgbClr val="898989"/>
              </a:solidFill>
              <a:latin typeface="Calibri" pitchFamily="34" charset="0"/>
              <a:ea typeface="宋体" pitchFamily="2" charset="-122"/>
            </a:endParaRPr>
          </a:p>
        </p:txBody>
      </p:sp>
      <p:sp>
        <p:nvSpPr>
          <p:cNvPr id="1048836"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59" name=""/>
        <p:cNvGrpSpPr/>
        <p:nvPr/>
      </p:nvGrpSpPr>
      <p:grpSpPr>
        <a:xfrm>
          <a:off x="0" y="0"/>
          <a:ext cx="0" cy="0"/>
          <a:chOff x="0" y="0"/>
          <a:chExt cx="0" cy="0"/>
        </a:xfrm>
      </p:grpSpPr>
      <p:sp>
        <p:nvSpPr>
          <p:cNvPr id="1048825" name="Title 1"/>
          <p:cNvSpPr>
            <a:spLocks noGrp="1"/>
          </p:cNvSpPr>
          <p:nvPr>
            <p:ph type="title"/>
          </p:nvPr>
        </p:nvSpPr>
        <p:spPr/>
        <p:txBody>
          <a:bodyPr/>
          <a:p>
            <a:r>
              <a:rPr altLang="zh-CN" lang="en-US" smtClean="0"/>
              <a:t>Click to edit Master title style</a:t>
            </a:r>
            <a:endParaRPr altLang="en-US" lang="zh-CN"/>
          </a:p>
        </p:txBody>
      </p:sp>
      <p:sp>
        <p:nvSpPr>
          <p:cNvPr id="1048826"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
        <p:nvSpPr>
          <p:cNvPr id="1048827"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latin typeface="Calibri" pitchFamily="34" charset="0"/>
                <a:ea typeface="宋体" pitchFamily="2" charset="-122"/>
              </a:rPr>
              <a:pPr algn="r" lvl="0"/>
            </a:fld>
            <a:endParaRPr altLang="en-US" sz="1200" lang="zh-CN">
              <a:solidFill>
                <a:srgbClr val="898989"/>
              </a:solidFill>
              <a:latin typeface="Calibri" pitchFamily="34" charset="0"/>
              <a:ea typeface="宋体" pitchFamily="2" charset="-122"/>
            </a:endParaRPr>
          </a:p>
        </p:txBody>
      </p:sp>
      <p:sp>
        <p:nvSpPr>
          <p:cNvPr id="1048828"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91" name=""/>
        <p:cNvGrpSpPr/>
        <p:nvPr/>
      </p:nvGrpSpPr>
      <p:grpSpPr>
        <a:xfrm>
          <a:off x="0" y="0"/>
          <a:ext cx="0" cy="0"/>
          <a:chOff x="0" y="0"/>
          <a:chExt cx="0" cy="0"/>
        </a:xfrm>
      </p:grpSpPr>
      <p:sp>
        <p:nvSpPr>
          <p:cNvPr id="1048635"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
        <p:nvSpPr>
          <p:cNvPr id="1048636"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latin typeface="Calibri" pitchFamily="34" charset="0"/>
                <a:ea typeface="宋体" pitchFamily="2" charset="-122"/>
              </a:rPr>
              <a:pPr algn="r" lvl="0"/>
            </a:fld>
            <a:endParaRPr altLang="en-US" sz="1200" lang="zh-CN">
              <a:solidFill>
                <a:srgbClr val="898989"/>
              </a:solidFill>
              <a:latin typeface="Calibri" pitchFamily="34" charset="0"/>
              <a:ea typeface="宋体" pitchFamily="2" charset="-122"/>
            </a:endParaRPr>
          </a:p>
        </p:txBody>
      </p:sp>
      <p:sp>
        <p:nvSpPr>
          <p:cNvPr id="1048637"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58" name=""/>
        <p:cNvGrpSpPr/>
        <p:nvPr/>
      </p:nvGrpSpPr>
      <p:grpSpPr>
        <a:xfrm>
          <a:off x="0" y="0"/>
          <a:ext cx="0" cy="0"/>
          <a:chOff x="0" y="0"/>
          <a:chExt cx="0" cy="0"/>
        </a:xfrm>
      </p:grpSpPr>
      <p:sp>
        <p:nvSpPr>
          <p:cNvPr id="1048819" name="Title 1"/>
          <p:cNvSpPr>
            <a:spLocks noGrp="1"/>
          </p:cNvSpPr>
          <p:nvPr>
            <p:ph type="title"/>
          </p:nvPr>
        </p:nvSpPr>
        <p:spPr>
          <a:xfrm>
            <a:off x="839788" y="457200"/>
            <a:ext cx="3932237" cy="1600200"/>
          </a:xfrm>
        </p:spPr>
        <p:txBody>
          <a:bodyPr anchor="b"/>
          <a:lstStyle>
            <a:lvl1pPr>
              <a:defRPr sz="3200"/>
            </a:lvl1pPr>
          </a:lstStyle>
          <a:p>
            <a:r>
              <a:rPr altLang="zh-CN" lang="en-US" smtClean="0"/>
              <a:t>Click to edit Master title style</a:t>
            </a:r>
            <a:endParaRPr altLang="en-US" lang="zh-CN"/>
          </a:p>
        </p:txBody>
      </p:sp>
      <p:sp>
        <p:nvSpPr>
          <p:cNvPr id="1048820"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zh-CN" lang="en-US" smtClean="0"/>
              <a:t>Click to edit Master text styles</a:t>
            </a:r>
          </a:p>
        </p:txBody>
      </p:sp>
      <p:sp>
        <p:nvSpPr>
          <p:cNvPr id="1048821" name="Content Placeholder 2"/>
          <p:cNvSpPr>
            <a:spLocks noGrp="1"/>
          </p:cNvSpPr>
          <p:nvPr>
            <p:ph idx="1"/>
          </p:nvPr>
        </p:nvSpPr>
        <p:spPr>
          <a:xfrm>
            <a:off x="5183188" y="987424"/>
            <a:ext cx="6172199"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p>
        </p:txBody>
      </p:sp>
      <p:sp>
        <p:nvSpPr>
          <p:cNvPr id="1048822"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
        <p:nvSpPr>
          <p:cNvPr id="1048823"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latin typeface="Calibri" pitchFamily="34" charset="0"/>
                <a:ea typeface="宋体" pitchFamily="2" charset="-122"/>
              </a:rPr>
              <a:pPr algn="r" lvl="0"/>
            </a:fld>
            <a:endParaRPr altLang="en-US" sz="1200" lang="zh-CN">
              <a:solidFill>
                <a:srgbClr val="898989"/>
              </a:solidFill>
              <a:latin typeface="Calibri" pitchFamily="34" charset="0"/>
              <a:ea typeface="宋体" pitchFamily="2" charset="-122"/>
            </a:endParaRPr>
          </a:p>
        </p:txBody>
      </p:sp>
      <p:sp>
        <p:nvSpPr>
          <p:cNvPr id="1048824"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53" name=""/>
        <p:cNvGrpSpPr/>
        <p:nvPr/>
      </p:nvGrpSpPr>
      <p:grpSpPr>
        <a:xfrm>
          <a:off x="0" y="0"/>
          <a:ext cx="0" cy="0"/>
          <a:chOff x="0" y="0"/>
          <a:chExt cx="0" cy="0"/>
        </a:xfrm>
      </p:grpSpPr>
      <p:sp>
        <p:nvSpPr>
          <p:cNvPr id="1048792" name="Title 1"/>
          <p:cNvSpPr>
            <a:spLocks noGrp="1"/>
          </p:cNvSpPr>
          <p:nvPr>
            <p:ph type="title"/>
          </p:nvPr>
        </p:nvSpPr>
        <p:spPr>
          <a:xfrm>
            <a:off x="839788" y="457200"/>
            <a:ext cx="3932237" cy="1600200"/>
          </a:xfrm>
        </p:spPr>
        <p:txBody>
          <a:bodyPr anchor="b"/>
          <a:lstStyle>
            <a:lvl1pPr>
              <a:defRPr sz="3200"/>
            </a:lvl1pPr>
          </a:lstStyle>
          <a:p>
            <a:r>
              <a:rPr altLang="zh-CN" lang="en-US" smtClean="0"/>
              <a:t>Click to edit Master title style</a:t>
            </a:r>
            <a:endParaRPr altLang="en-US" lang="zh-CN"/>
          </a:p>
        </p:txBody>
      </p:sp>
      <p:sp>
        <p:nvSpPr>
          <p:cNvPr id="1048793"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zh-CN" lang="en-US" smtClean="0"/>
              <a:t>Click to edit Master text styles</a:t>
            </a:r>
          </a:p>
        </p:txBody>
      </p:sp>
      <p:sp>
        <p:nvSpPr>
          <p:cNvPr id="1048794" name="Picture Placeholder 2"/>
          <p:cNvSpPr>
            <a:spLocks noGrp="1"/>
          </p:cNvSpPr>
          <p:nvPr>
            <p:ph type="pic" idx="1"/>
          </p:nvPr>
        </p:nvSpPr>
        <p:spPr>
          <a:xfrm>
            <a:off x="5183188" y="987424"/>
            <a:ext cx="6172199" cy="4873625"/>
          </a:xfrm>
        </p:spPr>
        <p:txBody>
          <a:bodyPr/>
          <a:lstStyle>
            <a:lvl1pPr indent="0" marL="0">
              <a:buNone/>
              <a:defRPr sz="3200"/>
            </a:lvl1pPr>
            <a:lvl2pPr indent="0" marL="457200">
              <a:buNone/>
              <a:defRPr sz="2800"/>
            </a:lvl2pPr>
            <a:lvl3pPr indent="0" marL="914400">
              <a:buNone/>
              <a:defRPr sz="20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altLang="en-US" lang="zh-CN"/>
          </a:p>
        </p:txBody>
      </p:sp>
      <p:sp>
        <p:nvSpPr>
          <p:cNvPr id="1048795"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
        <p:nvSpPr>
          <p:cNvPr id="1048796"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latin typeface="Calibri" pitchFamily="34" charset="0"/>
                <a:ea typeface="宋体" pitchFamily="2" charset="-122"/>
              </a:rPr>
              <a:pPr algn="r" lvl="0"/>
            </a:fld>
            <a:endParaRPr altLang="en-US" sz="1200" lang="zh-CN">
              <a:solidFill>
                <a:srgbClr val="898989"/>
              </a:solidFill>
              <a:latin typeface="Calibri" pitchFamily="34" charset="0"/>
              <a:ea typeface="宋体" pitchFamily="2" charset="-122"/>
            </a:endParaRPr>
          </a:p>
        </p:txBody>
      </p:sp>
      <p:sp>
        <p:nvSpPr>
          <p:cNvPr id="1048797"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54" name=""/>
        <p:cNvGrpSpPr/>
        <p:nvPr/>
      </p:nvGrpSpPr>
      <p:grpSpPr>
        <a:xfrm>
          <a:off x="0" y="0"/>
          <a:ext cx="0" cy="0"/>
          <a:chOff x="0" y="0"/>
          <a:chExt cx="0" cy="0"/>
        </a:xfrm>
      </p:grpSpPr>
      <p:sp>
        <p:nvSpPr>
          <p:cNvPr id="1048798" name="Title 1"/>
          <p:cNvSpPr>
            <a:spLocks noGrp="1"/>
          </p:cNvSpPr>
          <p:nvPr>
            <p:ph type="title"/>
          </p:nvPr>
        </p:nvSpPr>
        <p:spPr/>
        <p:txBody>
          <a:bodyPr/>
          <a:p>
            <a:r>
              <a:rPr altLang="zh-CN" lang="en-US" smtClean="0"/>
              <a:t>Click to edit Master title style</a:t>
            </a:r>
            <a:endParaRPr altLang="en-US" lang="zh-CN"/>
          </a:p>
        </p:txBody>
      </p:sp>
      <p:sp>
        <p:nvSpPr>
          <p:cNvPr id="1048799" name="Vertical Text Placeholder 2"/>
          <p:cNvSpPr>
            <a:spLocks noGrp="1"/>
          </p:cNvSpPr>
          <p:nvPr>
            <p:ph type="body" orient="vert" idx="1"/>
          </p:nvPr>
        </p:nvSpPr>
        <p:spPr/>
        <p:txBody>
          <a:bodyPr vert="eaVert"/>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p>
        </p:txBody>
      </p:sp>
      <p:sp>
        <p:nvSpPr>
          <p:cNvPr id="1048800"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
        <p:nvSpPr>
          <p:cNvPr id="1048801"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latin typeface="Calibri" pitchFamily="34" charset="0"/>
                <a:ea typeface="宋体" pitchFamily="2" charset="-122"/>
              </a:rPr>
              <a:pPr algn="r" lvl="0"/>
            </a:fld>
            <a:endParaRPr altLang="en-US" sz="1200" lang="zh-CN">
              <a:solidFill>
                <a:srgbClr val="898989"/>
              </a:solidFill>
              <a:latin typeface="Calibri" pitchFamily="34" charset="0"/>
              <a:ea typeface="宋体" pitchFamily="2" charset="-122"/>
            </a:endParaRPr>
          </a:p>
        </p:txBody>
      </p:sp>
      <p:sp>
        <p:nvSpPr>
          <p:cNvPr id="1048802"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55" name=""/>
        <p:cNvGrpSpPr/>
        <p:nvPr/>
      </p:nvGrpSpPr>
      <p:grpSpPr>
        <a:xfrm>
          <a:off x="0" y="0"/>
          <a:ext cx="0" cy="0"/>
          <a:chOff x="0" y="0"/>
          <a:chExt cx="0" cy="0"/>
        </a:xfrm>
      </p:grpSpPr>
      <p:sp>
        <p:nvSpPr>
          <p:cNvPr id="1048803" name="Vertical Title 1"/>
          <p:cNvSpPr>
            <a:spLocks noGrp="1"/>
          </p:cNvSpPr>
          <p:nvPr>
            <p:ph type="title" orient="vert"/>
          </p:nvPr>
        </p:nvSpPr>
        <p:spPr>
          <a:xfrm>
            <a:off x="8724900" y="365125"/>
            <a:ext cx="2628900" cy="5811838"/>
          </a:xfrm>
        </p:spPr>
        <p:txBody>
          <a:bodyPr vert="eaVert"/>
          <a:p>
            <a:r>
              <a:rPr altLang="zh-CN" lang="en-US" smtClean="0"/>
              <a:t>Click to edit Master title style</a:t>
            </a:r>
            <a:endParaRPr altLang="en-US" lang="zh-CN"/>
          </a:p>
        </p:txBody>
      </p:sp>
      <p:sp>
        <p:nvSpPr>
          <p:cNvPr id="1048804" name="Vertical Text Placeholder 2"/>
          <p:cNvSpPr>
            <a:spLocks noGrp="1"/>
          </p:cNvSpPr>
          <p:nvPr>
            <p:ph type="body" orient="vert" idx="1"/>
          </p:nvPr>
        </p:nvSpPr>
        <p:spPr>
          <a:xfrm>
            <a:off x="838200" y="365125"/>
            <a:ext cx="7734300" cy="5811838"/>
          </a:xfrm>
        </p:spPr>
        <p:txBody>
          <a:bodyPr vert="eaVert"/>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p>
        </p:txBody>
      </p:sp>
      <p:sp>
        <p:nvSpPr>
          <p:cNvPr id="1048805"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
        <p:nvSpPr>
          <p:cNvPr id="1048806"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latin typeface="Calibri" pitchFamily="34" charset="0"/>
                <a:ea typeface="宋体" pitchFamily="2" charset="-122"/>
              </a:rPr>
              <a:pPr algn="r" lvl="0"/>
            </a:fld>
            <a:endParaRPr altLang="en-US" sz="1200" lang="zh-CN">
              <a:solidFill>
                <a:srgbClr val="898989"/>
              </a:solidFill>
              <a:latin typeface="Calibri" pitchFamily="34" charset="0"/>
              <a:ea typeface="宋体" pitchFamily="2" charset="-122"/>
            </a:endParaRPr>
          </a:p>
        </p:txBody>
      </p:sp>
      <p:sp>
        <p:nvSpPr>
          <p:cNvPr id="1048807"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Pr>
        <a:solidFill>
          <a:schemeClr val="lt1"/>
        </a:solidFill>
      </p:bgPr>
    </p:bg>
    <p:spTree>
      <p:nvGrpSpPr>
        <p:cNvPr id="52" name=""/>
        <p:cNvGrpSpPr/>
        <p:nvPr/>
      </p:nvGrpSpPr>
      <p:grpSpPr>
        <a:xfrm rot="0">
          <a:off x="0" y="0"/>
          <a:ext cx="0" cy="0"/>
          <a:chOff x="0" y="0"/>
          <a:chExt cx="0" cy="0"/>
        </a:xfrm>
      </p:grpSpPr>
      <p:sp>
        <p:nvSpPr>
          <p:cNvPr id="1048576" name="标题占位符 1"/>
          <p:cNvSpPr/>
          <p:nvPr>
            <p:ph type="title" sz="full" idx="4294967295"/>
          </p:nvPr>
        </p:nvSpPr>
        <p:spPr>
          <a:xfrm rot="0">
            <a:off x="838200" y="365125"/>
            <a:ext cx="10515600" cy="1325562"/>
          </a:xfrm>
          <a:prstGeom prst="rect"/>
          <a:noFill/>
          <a:ln>
            <a:noFill/>
          </a:ln>
        </p:spPr>
        <p:txBody>
          <a:bodyPr anchor="ctr" bIns="45720" lIns="91440" rIns="91440" tIns="45720" vert="horz"/>
          <a:p>
            <a:pPr lvl="0"/>
            <a:r>
              <a:rPr altLang="en-US" lang="zh-CN"/>
              <a:t>单击此处编辑母版标题样式</a:t>
            </a:r>
          </a:p>
        </p:txBody>
      </p:sp>
      <p:sp>
        <p:nvSpPr>
          <p:cNvPr id="1048577" name="文本占位符 2"/>
          <p:cNvSpPr/>
          <p:nvPr>
            <p:ph type="body" sz="full" idx="4294967295"/>
          </p:nvPr>
        </p:nvSpPr>
        <p:spPr>
          <a:xfrm rot="0">
            <a:off x="838200" y="1825625"/>
            <a:ext cx="10515600" cy="4351337"/>
          </a:xfrm>
          <a:prstGeom prst="rect"/>
          <a:noFill/>
          <a:ln>
            <a:noFill/>
          </a:ln>
        </p:spPr>
        <p:txBody>
          <a:bodyPr anchor="t" bIns="45720" lIns="91440" rIns="91440" tIns="45720" vert="horz"/>
          <a:p>
            <a:pPr lvl="0"/>
            <a:r>
              <a:rPr altLang="en-US" lang="zh-CN"/>
              <a:t>单击此处编辑母版文本样式</a:t>
            </a:r>
          </a:p>
          <a:p>
            <a:pPr lvl="1"/>
            <a:r>
              <a:rPr altLang="en-US" lang="zh-CN"/>
              <a:t>第二级</a:t>
            </a:r>
          </a:p>
          <a:p>
            <a:pPr lvl="2"/>
            <a:r>
              <a:rPr altLang="en-US" lang="zh-CN"/>
              <a:t>第三级</a:t>
            </a:r>
          </a:p>
          <a:p>
            <a:pPr lvl="3"/>
            <a:r>
              <a:rPr altLang="en-US" lang="zh-CN"/>
              <a:t>第四级</a:t>
            </a:r>
          </a:p>
          <a:p>
            <a:pPr lvl="4"/>
            <a:r>
              <a:rPr altLang="en-US" lang="zh-CN"/>
              <a:t>第五级</a:t>
            </a:r>
          </a:p>
        </p:txBody>
      </p:sp>
      <p:sp>
        <p:nvSpPr>
          <p:cNvPr id="1048578"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endParaRPr>
          </a:p>
        </p:txBody>
      </p:sp>
      <p:sp>
        <p:nvSpPr>
          <p:cNvPr id="1048579"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endParaRPr>
          </a:p>
        </p:txBody>
      </p:sp>
      <p:sp>
        <p:nvSpPr>
          <p:cNvPr id="1048580"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rPr>
              <a:pPr algn="r" lvl="0"/>
            </a:fld>
            <a:endParaRPr altLang="en-US" sz="1200" lang="zh-CN">
              <a:solidFill>
                <a:srgbClr val="898989"/>
              </a:solidFill>
            </a:endParaRPr>
          </a:p>
        </p:txBody>
      </p:sp>
    </p:spTree>
  </p:cSld>
  <p:clrMap accent1="accent1" accent2="accent2" accent3="accent3" accent4="accent4" accent5="accent5" accent6="accent6" bg1="lt1" bg2="dk2" tx1="dk1" tx2="lt2"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1" sldNum="0"/>
  <p:txStyles>
    <p:titleStyle>
      <a:lvl1pPr algn="l" eaLnBrk="1" fontAlgn="base" hangingPunct="1" indent="0" latinLnBrk="0" marL="0" rtl="0">
        <a:lnSpc>
          <a:spcPct val="90000"/>
        </a:lnSpc>
        <a:spcBef>
          <a:spcPct val="0"/>
        </a:spcBef>
        <a:spcAft>
          <a:spcPct val="0"/>
        </a:spcAft>
        <a:buFontTx/>
        <a:buNone/>
        <a:defRPr sz="4400">
          <a:solidFill>
            <a:schemeClr val="dk1"/>
          </a:solidFill>
          <a:latin typeface="Calibri Light" pitchFamily="34" charset="0"/>
          <a:ea typeface="宋体" pitchFamily="2" charset="-122"/>
        </a:defRPr>
      </a:lvl1pPr>
    </p:titleStyle>
    <p:bodyStyle>
      <a:lvl1pPr algn="l" eaLnBrk="1" fontAlgn="base" hangingPunct="1" indent="-228600" latinLnBrk="0" marL="228600" rtl="0">
        <a:lnSpc>
          <a:spcPct val="90000"/>
        </a:lnSpc>
        <a:spcBef>
          <a:spcPts val="1000"/>
        </a:spcBef>
        <a:spcAft>
          <a:spcPct val="0"/>
        </a:spcAft>
        <a:buSzPct val="100000"/>
        <a:buFont typeface="Arial" pitchFamily="34" charset="0"/>
        <a:buChar char="•"/>
        <a:defRPr sz="2800">
          <a:solidFill>
            <a:schemeClr val="dk1"/>
          </a:solidFill>
          <a:latin typeface="Calibri" pitchFamily="34" charset="0"/>
          <a:ea typeface="宋体" pitchFamily="2" charset="-122"/>
        </a:defRPr>
      </a:lvl1pPr>
      <a:lvl2pPr algn="l" eaLnBrk="1" fontAlgn="base" hangingPunct="1" indent="-228600" latinLnBrk="0" marL="685800" rtl="0">
        <a:lnSpc>
          <a:spcPct val="90000"/>
        </a:lnSpc>
        <a:spcBef>
          <a:spcPts val="500"/>
        </a:spcBef>
        <a:spcAft>
          <a:spcPct val="0"/>
        </a:spcAft>
        <a:buSzPct val="100000"/>
        <a:buFont typeface="Arial" pitchFamily="34" charset="0"/>
        <a:buChar char="•"/>
        <a:defRPr sz="2400">
          <a:solidFill>
            <a:schemeClr val="dk1"/>
          </a:solidFill>
          <a:latin typeface="Calibri" pitchFamily="34" charset="0"/>
          <a:ea typeface="宋体" pitchFamily="2" charset="-122"/>
        </a:defRPr>
      </a:lvl2pPr>
      <a:lvl3pPr algn="l" eaLnBrk="1" fontAlgn="base" hangingPunct="1" indent="-228600" latinLnBrk="0" marL="1143000" rtl="0">
        <a:lnSpc>
          <a:spcPct val="90000"/>
        </a:lnSpc>
        <a:spcBef>
          <a:spcPts val="500"/>
        </a:spcBef>
        <a:spcAft>
          <a:spcPct val="0"/>
        </a:spcAft>
        <a:buSzPct val="100000"/>
        <a:buFont typeface="Arial" pitchFamily="34" charset="0"/>
        <a:buChar char="•"/>
        <a:defRPr sz="2000">
          <a:solidFill>
            <a:schemeClr val="dk1"/>
          </a:solidFill>
          <a:latin typeface="Calibri" pitchFamily="34" charset="0"/>
          <a:ea typeface="宋体" pitchFamily="2" charset="-122"/>
        </a:defRPr>
      </a:lvl3pPr>
      <a:lvl4pPr algn="l" eaLnBrk="1" fontAlgn="base" hangingPunct="1" indent="-228600" latinLnBrk="0" marL="1600200" rtl="0">
        <a:lnSpc>
          <a:spcPct val="90000"/>
        </a:lnSpc>
        <a:spcBef>
          <a:spcPts val="500"/>
        </a:spcBef>
        <a:spcAft>
          <a:spcPct val="0"/>
        </a:spcAft>
        <a:buSzPct val="100000"/>
        <a:buFont typeface="Arial" pitchFamily="34" charset="0"/>
        <a:buChar char="•"/>
        <a:defRPr sz="2000">
          <a:solidFill>
            <a:schemeClr val="dk1"/>
          </a:solidFill>
          <a:latin typeface="Calibri" pitchFamily="34" charset="0"/>
          <a:ea typeface="宋体" pitchFamily="2" charset="-122"/>
        </a:defRPr>
      </a:lvl4pPr>
      <a:lvl5pPr algn="l" eaLnBrk="1" fontAlgn="base" hangingPunct="1" indent="-228600" latinLnBrk="0" marL="2057400" rtl="0">
        <a:lnSpc>
          <a:spcPct val="90000"/>
        </a:lnSpc>
        <a:spcBef>
          <a:spcPts val="500"/>
        </a:spcBef>
        <a:spcAft>
          <a:spcPct val="0"/>
        </a:spcAft>
        <a:buSzPct val="100000"/>
        <a:buFont typeface="Arial" pitchFamily="34" charset="0"/>
        <a:buChar char="•"/>
        <a:defRPr sz="2000">
          <a:solidFill>
            <a:schemeClr val="dk1"/>
          </a:solidFill>
          <a:latin typeface="Calibri" pitchFamily="34" charset="0"/>
          <a:ea typeface="宋体" pitchFamily="2" charset="-122"/>
        </a:defRPr>
      </a:lvl5pPr>
    </p:bodyStyle>
    <p:other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white">
      <p:bgPr>
        <a:solidFill>
          <a:schemeClr val="lt1"/>
        </a:solidFill>
      </p:bgPr>
    </p:bg>
    <p:spTree>
      <p:nvGrpSpPr>
        <p:cNvPr id="79" name=""/>
        <p:cNvGrpSpPr/>
        <p:nvPr/>
      </p:nvGrpSpPr>
      <p:grpSpPr>
        <a:xfrm rot="0">
          <a:off x="0" y="0"/>
          <a:ext cx="0" cy="0"/>
          <a:chOff x="0" y="0"/>
          <a:chExt cx="0" cy="0"/>
        </a:xfrm>
      </p:grpSpPr>
      <p:sp>
        <p:nvSpPr>
          <p:cNvPr id="1048630" name="标题占位符 1"/>
          <p:cNvSpPr/>
          <p:nvPr>
            <p:ph type="title" sz="full" idx="4294967295"/>
          </p:nvPr>
        </p:nvSpPr>
        <p:spPr>
          <a:xfrm rot="0">
            <a:off x="838200" y="365125"/>
            <a:ext cx="10515600" cy="1325562"/>
          </a:xfrm>
          <a:prstGeom prst="rect"/>
          <a:noFill/>
          <a:ln>
            <a:noFill/>
          </a:ln>
        </p:spPr>
        <p:txBody>
          <a:bodyPr anchor="ctr" bIns="45720" lIns="91440" rIns="91440" tIns="45720" vert="horz"/>
          <a:p>
            <a:pPr lvl="0"/>
            <a:r>
              <a:rPr altLang="en-US" lang="zh-CN"/>
              <a:t>单击此处编辑母版标题样式</a:t>
            </a:r>
          </a:p>
        </p:txBody>
      </p:sp>
      <p:sp>
        <p:nvSpPr>
          <p:cNvPr id="1048631" name="文本占位符 2"/>
          <p:cNvSpPr/>
          <p:nvPr>
            <p:ph type="body" sz="full" idx="4294967295"/>
          </p:nvPr>
        </p:nvSpPr>
        <p:spPr>
          <a:xfrm rot="0">
            <a:off x="838200" y="1825625"/>
            <a:ext cx="10515600" cy="4351337"/>
          </a:xfrm>
          <a:prstGeom prst="rect"/>
          <a:noFill/>
          <a:ln>
            <a:noFill/>
          </a:ln>
        </p:spPr>
        <p:txBody>
          <a:bodyPr anchor="t" bIns="45720" lIns="91440" rIns="91440" tIns="45720" vert="horz"/>
          <a:p>
            <a:pPr lvl="0"/>
            <a:r>
              <a:rPr altLang="en-US" lang="zh-CN"/>
              <a:t>单击此处编辑母版文本样式</a:t>
            </a:r>
          </a:p>
          <a:p>
            <a:pPr lvl="1"/>
            <a:r>
              <a:rPr altLang="en-US" lang="zh-CN"/>
              <a:t>第二级</a:t>
            </a:r>
          </a:p>
          <a:p>
            <a:pPr lvl="2"/>
            <a:r>
              <a:rPr altLang="en-US" lang="zh-CN"/>
              <a:t>第三级</a:t>
            </a:r>
          </a:p>
          <a:p>
            <a:pPr lvl="3"/>
            <a:r>
              <a:rPr altLang="en-US" lang="zh-CN"/>
              <a:t>第四级</a:t>
            </a:r>
          </a:p>
          <a:p>
            <a:pPr lvl="4"/>
            <a:r>
              <a:rPr altLang="en-US" lang="zh-CN"/>
              <a:t>第五级</a:t>
            </a:r>
          </a:p>
        </p:txBody>
      </p:sp>
      <p:sp>
        <p:nvSpPr>
          <p:cNvPr id="1048632" name="日期占位符 3"/>
          <p:cNvSpPr/>
          <p:nvPr>
            <p:ph type="dt" sz="half" idx="4294967295"/>
          </p:nvPr>
        </p:nvSpPr>
        <p:spPr>
          <a:xfrm rot="0">
            <a:off x="8382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
        <p:nvSpPr>
          <p:cNvPr id="1048633" name="页脚占位符 4"/>
          <p:cNvSpPr/>
          <p:nvPr>
            <p:ph type="ftr" sz="quarter" idx="4294967295"/>
          </p:nvPr>
        </p:nvSpPr>
        <p:spPr>
          <a:xfrm rot="0">
            <a:off x="4038600" y="6356350"/>
            <a:ext cx="41148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200" lang="zh-CN">
              <a:solidFill>
                <a:srgbClr val="898989"/>
              </a:solidFill>
              <a:latin typeface="Calibri" pitchFamily="34" charset="0"/>
              <a:ea typeface="宋体" pitchFamily="2" charset="-122"/>
            </a:endParaRPr>
          </a:p>
        </p:txBody>
      </p:sp>
      <p:sp>
        <p:nvSpPr>
          <p:cNvPr id="1048634" name="灯片编号占位符 5"/>
          <p:cNvSpPr/>
          <p:nvPr>
            <p:ph type="sldNum" sz="quarter" idx="4294967295"/>
          </p:nvPr>
        </p:nvSpPr>
        <p:spPr>
          <a:xfrm rot="0">
            <a:off x="8610600" y="6356350"/>
            <a:ext cx="27432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algn="r" lvl="0"/>
            <a:fld id="{566ABCEB-ACFC-4714-9973-3DA970169C29}" type="slidenum">
              <a:rPr altLang="en-US" sz="1200" lang="zh-CN">
                <a:solidFill>
                  <a:srgbClr val="898989"/>
                </a:solidFill>
                <a:latin typeface="Calibri" pitchFamily="34" charset="0"/>
                <a:ea typeface="宋体" pitchFamily="2" charset="-122"/>
              </a:rPr>
              <a:pPr algn="r" lvl="0"/>
            </a:fld>
            <a:endParaRPr altLang="en-US" sz="1200" lang="zh-CN">
              <a:solidFill>
                <a:srgbClr val="898989"/>
              </a:solidFill>
              <a:latin typeface="Calibri" pitchFamily="34" charset="0"/>
              <a:ea typeface="宋体" pitchFamily="2" charset="-122"/>
            </a:endParaRPr>
          </a:p>
        </p:txBody>
      </p:sp>
    </p:spTree>
  </p:cSld>
  <p:clrMap accent1="accent1" accent2="accent2" accent3="accent3" accent4="accent4" accent5="accent5" accent6="accent6" bg1="lt1" bg2="dk2" tx1="dk1" tx2="lt2"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1" sldNum="0"/>
  <p:txStyles>
    <p:titleStyle>
      <a:lvl1pPr algn="l" eaLnBrk="0" fontAlgn="base" hangingPunct="0" indent="0" latinLnBrk="0" marL="0" rtl="0">
        <a:lnSpc>
          <a:spcPct val="90000"/>
        </a:lnSpc>
        <a:spcBef>
          <a:spcPct val="0"/>
        </a:spcBef>
        <a:spcAft>
          <a:spcPct val="0"/>
        </a:spcAft>
        <a:buFontTx/>
        <a:buNone/>
        <a:defRPr sz="4400">
          <a:solidFill>
            <a:schemeClr val="dk1"/>
          </a:solidFill>
          <a:latin typeface="Calibri Light" pitchFamily="34" charset="0"/>
          <a:ea typeface="宋体" pitchFamily="2" charset="-122"/>
        </a:defRPr>
      </a:lvl1pPr>
    </p:titleStyle>
    <p:bodyStyle>
      <a:lvl1pPr algn="l" eaLnBrk="0" fontAlgn="base" hangingPunct="0" indent="-228600" latinLnBrk="0" marL="228600" rtl="0">
        <a:lnSpc>
          <a:spcPct val="90000"/>
        </a:lnSpc>
        <a:spcBef>
          <a:spcPts val="1000"/>
        </a:spcBef>
        <a:spcAft>
          <a:spcPct val="0"/>
        </a:spcAft>
        <a:buSzPct val="100000"/>
        <a:buFont typeface="Arial" pitchFamily="34" charset="0"/>
        <a:buChar char="•"/>
        <a:defRPr sz="2800">
          <a:solidFill>
            <a:schemeClr val="dk1"/>
          </a:solidFill>
          <a:latin typeface="Calibri" pitchFamily="34" charset="0"/>
          <a:ea typeface="宋体" pitchFamily="2" charset="-122"/>
        </a:defRPr>
      </a:lvl1pPr>
      <a:lvl2pPr algn="l" eaLnBrk="0" fontAlgn="base" hangingPunct="0" indent="-228600" latinLnBrk="0" marL="685800" rtl="0">
        <a:lnSpc>
          <a:spcPct val="90000"/>
        </a:lnSpc>
        <a:spcBef>
          <a:spcPts val="500"/>
        </a:spcBef>
        <a:spcAft>
          <a:spcPct val="0"/>
        </a:spcAft>
        <a:buSzPct val="100000"/>
        <a:buFont typeface="Arial" pitchFamily="34" charset="0"/>
        <a:buChar char="•"/>
        <a:defRPr sz="2400">
          <a:solidFill>
            <a:schemeClr val="dk1"/>
          </a:solidFill>
          <a:latin typeface="Calibri" pitchFamily="34" charset="0"/>
          <a:ea typeface="宋体" pitchFamily="2" charset="-122"/>
        </a:defRPr>
      </a:lvl2pPr>
      <a:lvl3pPr algn="l" eaLnBrk="0" fontAlgn="base" hangingPunct="0" indent="-228600" latinLnBrk="0" marL="1143000" rtl="0">
        <a:lnSpc>
          <a:spcPct val="90000"/>
        </a:lnSpc>
        <a:spcBef>
          <a:spcPts val="500"/>
        </a:spcBef>
        <a:spcAft>
          <a:spcPct val="0"/>
        </a:spcAft>
        <a:buSzPct val="100000"/>
        <a:buFont typeface="Arial" pitchFamily="34" charset="0"/>
        <a:buChar char="•"/>
        <a:defRPr sz="2000">
          <a:solidFill>
            <a:schemeClr val="dk1"/>
          </a:solidFill>
          <a:latin typeface="Calibri" pitchFamily="34" charset="0"/>
          <a:ea typeface="宋体" pitchFamily="2" charset="-122"/>
        </a:defRPr>
      </a:lvl3pPr>
      <a:lvl4pPr algn="l" eaLnBrk="0" fontAlgn="base" hangingPunct="0" indent="-228600" latinLnBrk="0" marL="1600200" rtl="0">
        <a:lnSpc>
          <a:spcPct val="90000"/>
        </a:lnSpc>
        <a:spcBef>
          <a:spcPts val="500"/>
        </a:spcBef>
        <a:spcAft>
          <a:spcPct val="0"/>
        </a:spcAft>
        <a:buSzPct val="100000"/>
        <a:buFont typeface="Arial" pitchFamily="34" charset="0"/>
        <a:buChar char="•"/>
        <a:defRPr sz="2000">
          <a:solidFill>
            <a:schemeClr val="dk1"/>
          </a:solidFill>
          <a:latin typeface="Calibri" pitchFamily="34" charset="0"/>
          <a:ea typeface="宋体" pitchFamily="2" charset="-122"/>
        </a:defRPr>
      </a:lvl4pPr>
      <a:lvl5pPr algn="l" eaLnBrk="0" fontAlgn="base" hangingPunct="0" indent="-228600" latinLnBrk="0" marL="2057400" rtl="0">
        <a:lnSpc>
          <a:spcPct val="90000"/>
        </a:lnSpc>
        <a:spcBef>
          <a:spcPts val="500"/>
        </a:spcBef>
        <a:spcAft>
          <a:spcPct val="0"/>
        </a:spcAft>
        <a:buSzPct val="100000"/>
        <a:buFont typeface="Arial" pitchFamily="34" charset="0"/>
        <a:buChar char="•"/>
        <a:defRPr sz="2000">
          <a:solidFill>
            <a:schemeClr val="dk1"/>
          </a:solidFill>
          <a:latin typeface="Calibri" pitchFamily="34" charset="0"/>
          <a:ea typeface="宋体" pitchFamily="2" charset="-122"/>
        </a:defRPr>
      </a:lvl5pPr>
    </p:bodyStyle>
    <p:otherStyle>
      <a:lvl1pPr algn="l" eaLnBrk="1" fontAlgn="base" hangingPunct="1" indent="0" latinLnBrk="0" marL="0" rtl="0">
        <a:lnSpc>
          <a:spcPct val="100000"/>
        </a:lnSpc>
        <a:spcBef>
          <a:spcPct val="0"/>
        </a:spcBef>
        <a:spcAft>
          <a:spcPct val="0"/>
        </a:spcAft>
        <a:buFontTx/>
        <a:buNone/>
        <a:defRPr sz="1800">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sz="1800">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sz="1800">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sz="1800">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sz="1800">
          <a:solidFill>
            <a:schemeClr val="dk1"/>
          </a:solidFill>
          <a:latin typeface="Calibri" pitchFamily="34" charset="0"/>
          <a:ea typeface="宋体" pitchFamily="2" charset="-122"/>
        </a:defRPr>
      </a:lvl5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18.xml"/><Relationship Id="rId5"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6.jpeg"/><Relationship Id="rId3"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7.png"/><Relationship Id="rId3"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8.jpeg"/><Relationship Id="rId3" Type="http://schemas.openxmlformats.org/officeDocument/2006/relationships/themeOverride" Target="../theme/themeOverride1.xml"/><Relationship Id="rId4"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2.xml"/><Relationship Id="rId3"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3.xml"/><Relationship Id="rId3"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4.xml"/><Relationship Id="rId3"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5.xml"/><Relationship Id="rId3"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6.xml"/><Relationship Id="rId3"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7.xml"/><Relationship Id="rId3"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8.xml"/><Relationship Id="rId3"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9.xml"/><Relationship Id="rId3"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10.xml"/><Relationship Id="rId3"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11.xml"/><Relationship Id="rId3"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12.xml"/><Relationship Id="rId3"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13.xml"/><Relationship Id="rId3"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9.jpeg"/><Relationship Id="rId3"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0.jpeg"/><Relationship Id="rId3"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1.png"/><Relationship Id="rId3"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14.xml"/><Relationship Id="rId3"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6.png"/><Relationship Id="rId3" Type="http://schemas.openxmlformats.org/officeDocument/2006/relationships/themeOverride" Target="../theme/themeOverride15.xml"/><Relationship Id="rId4"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16.xml"/><Relationship Id="rId3"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17.xml"/><Relationship Id="rId3"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18.xml"/><Relationship Id="rId3"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19.xml"/><Relationship Id="rId3"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20.xml"/><Relationship Id="rId3"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21.xml"/><Relationship Id="rId3"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22.xml"/><Relationship Id="rId3"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23.xml"/><Relationship Id="rId3"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24.xml"/><Relationship Id="rId3"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25.xml"/><Relationship Id="rId3"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Override" Target="../theme/themeOverride26.xml"/><Relationship Id="rId3"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1" showMasterSp="1">
  <p:cSld>
    <p:spTree>
      <p:nvGrpSpPr>
        <p:cNvPr id="72" name=""/>
        <p:cNvGrpSpPr/>
        <p:nvPr/>
      </p:nvGrpSpPr>
      <p:grpSpPr>
        <a:xfrm rot="0">
          <a:off x="0" y="0"/>
          <a:ext cx="0" cy="0"/>
          <a:chOff x="0" y="0"/>
          <a:chExt cx="0" cy="0"/>
        </a:xfrm>
      </p:grpSpPr>
      <p:pic>
        <p:nvPicPr>
          <p:cNvPr id="2097152" name="图片 3" descr=""/>
          <p:cNvPicPr>
            <a:picLocks/>
          </p:cNvPicPr>
          <p:nvPr/>
        </p:nvPicPr>
        <p:blipFill>
          <a:blip xmlns:r="http://schemas.openxmlformats.org/officeDocument/2006/relationships" r:embed="rId1"/>
          <a:srcRect l="0" t="0" r="0" b="0"/>
          <a:stretch>
            <a:fillRect/>
          </a:stretch>
        </p:blipFill>
        <p:spPr>
          <a:xfrm rot="0">
            <a:off x="0" y="0"/>
            <a:ext cx="12192000" cy="6858000"/>
          </a:xfrm>
          <a:prstGeom prst="rect"/>
          <a:noFill/>
          <a:ln>
            <a:noFill/>
          </a:ln>
        </p:spPr>
      </p:pic>
      <p:sp>
        <p:nvSpPr>
          <p:cNvPr id="1048615" name="矩形 5"/>
          <p:cNvSpPr/>
          <p:nvPr/>
        </p:nvSpPr>
        <p:spPr>
          <a:xfrm rot="0" flipH="1">
            <a:off x="0" y="2192337"/>
            <a:ext cx="6908800" cy="2162175"/>
          </a:xfrm>
          <a:custGeom>
            <a:avLst/>
            <a:ahLst/>
            <a:rect l="0" t="0" r="r" b="b"/>
            <a:pathLst>
              <a:path w="9017266" h="1490472">
                <a:moveTo>
                  <a:pt x="531634" y="0"/>
                </a:moveTo>
                <a:lnTo>
                  <a:pt x="9017266" y="0"/>
                </a:lnTo>
                <a:lnTo>
                  <a:pt x="9017266" y="1490472"/>
                </a:lnTo>
                <a:lnTo>
                  <a:pt x="531634" y="1490472"/>
                </a:lnTo>
                <a:cubicBezTo>
                  <a:pt x="-199886" y="1432560"/>
                  <a:pt x="-154166" y="76200"/>
                  <a:pt x="531634" y="0"/>
                </a:cubicBezTo>
              </a:path>
            </a:pathLst>
          </a:custGeom>
          <a:solidFill>
            <a:schemeClr val="lt1">
              <a:alpha val="17999"/>
            </a:schemeClr>
          </a:solid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800" lang="zh-CN">
              <a:solidFill>
                <a:srgbClr val="FFFFFF"/>
              </a:solidFill>
            </a:endParaRPr>
          </a:p>
        </p:txBody>
      </p:sp>
      <p:sp>
        <p:nvSpPr>
          <p:cNvPr id="1048616" name="文本框 13"/>
          <p:cNvSpPr txBox="1"/>
          <p:nvPr/>
        </p:nvSpPr>
        <p:spPr>
          <a:xfrm rot="0">
            <a:off x="550862" y="2389187"/>
            <a:ext cx="5170487" cy="891540"/>
          </a:xfrm>
          <a:prstGeom prst="rect"/>
          <a:noFill/>
          <a:ln>
            <a:noFill/>
          </a:ln>
        </p:spPr>
        <p:txBody>
          <a:bodyPr anchor="t" bIns="45720" lIns="91440" rIns="91440" tIns="45720" vert="horz">
            <a:spAutoFit/>
          </a:bodyPr>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lvl="0"/>
            <a:r>
              <a:rPr altLang="zh-CN" b="1" sz="5400" lang="en-US">
                <a:solidFill>
                  <a:srgbClr val="00B0F0"/>
                </a:solidFill>
                <a:latin typeface="微软雅黑" pitchFamily="34" charset="-122"/>
                <a:ea typeface="微软雅黑" pitchFamily="34" charset="-122"/>
              </a:rPr>
              <a:t>P</a:t>
            </a:r>
            <a:r>
              <a:rPr altLang="zh-CN" b="1" sz="5400" lang="en-US">
                <a:solidFill>
                  <a:srgbClr val="00B0F0"/>
                </a:solidFill>
                <a:latin typeface="微软雅黑" pitchFamily="34" charset="-122"/>
                <a:ea typeface="微软雅黑" pitchFamily="34" charset="-122"/>
              </a:rPr>
              <a:t>Q</a:t>
            </a:r>
            <a:r>
              <a:rPr altLang="zh-CN" b="1" sz="5400" lang="en-US">
                <a:solidFill>
                  <a:srgbClr val="00B0F0"/>
                </a:solidFill>
                <a:latin typeface="微软雅黑" pitchFamily="34" charset="-122"/>
                <a:ea typeface="微软雅黑" pitchFamily="34" charset="-122"/>
              </a:rPr>
              <a:t>M</a:t>
            </a:r>
            <a:r>
              <a:rPr altLang="zh-CN" b="1" sz="5400" lang="en-US">
                <a:solidFill>
                  <a:srgbClr val="00B0F0"/>
                </a:solidFill>
                <a:latin typeface="微软雅黑" pitchFamily="34" charset="-122"/>
                <a:ea typeface="微软雅黑" pitchFamily="34" charset="-122"/>
              </a:rPr>
              <a:t> </a:t>
            </a:r>
            <a:r>
              <a:rPr altLang="zh-CN" b="1" sz="5400" lang="en-US">
                <a:solidFill>
                  <a:srgbClr val="00B0F0"/>
                </a:solidFill>
                <a:latin typeface="微软雅黑" pitchFamily="34" charset="-122"/>
                <a:ea typeface="微软雅黑" pitchFamily="34" charset="-122"/>
              </a:rPr>
              <a:t>&amp;</a:t>
            </a:r>
            <a:r>
              <a:rPr altLang="zh-CN" b="1" sz="5400" lang="en-US">
                <a:solidFill>
                  <a:srgbClr val="00B0F0"/>
                </a:solidFill>
                <a:latin typeface="微软雅黑" pitchFamily="34" charset="-122"/>
                <a:ea typeface="微软雅黑" pitchFamily="34" charset="-122"/>
              </a:rPr>
              <a:t> </a:t>
            </a:r>
            <a:r>
              <a:rPr altLang="zh-CN" b="1" sz="5400" lang="en-US">
                <a:solidFill>
                  <a:srgbClr val="00B0F0"/>
                </a:solidFill>
                <a:latin typeface="微软雅黑" pitchFamily="34" charset="-122"/>
                <a:ea typeface="微软雅黑" pitchFamily="34" charset="-122"/>
              </a:rPr>
              <a:t>C</a:t>
            </a:r>
            <a:r>
              <a:rPr altLang="zh-CN" b="1" sz="5400" lang="en-US">
                <a:solidFill>
                  <a:srgbClr val="00B0F0"/>
                </a:solidFill>
                <a:latin typeface="微软雅黑" pitchFamily="34" charset="-122"/>
                <a:ea typeface="微软雅黑" pitchFamily="34" charset="-122"/>
              </a:rPr>
              <a:t>C</a:t>
            </a:r>
            <a:r>
              <a:rPr altLang="zh-CN" b="1" sz="5400" lang="en-US">
                <a:solidFill>
                  <a:srgbClr val="00B0F0"/>
                </a:solidFill>
                <a:latin typeface="微软雅黑" pitchFamily="34" charset="-122"/>
                <a:ea typeface="微软雅黑" pitchFamily="34" charset="-122"/>
              </a:rPr>
              <a:t> </a:t>
            </a:r>
            <a:endParaRPr altLang="en-US" lang="zh-CN"/>
          </a:p>
        </p:txBody>
      </p:sp>
      <p:cxnSp>
        <p:nvCxnSpPr>
          <p:cNvPr id="3145728" name="直接连接符 14"/>
          <p:cNvCxnSpPr>
            <a:cxnSpLocks/>
          </p:cNvCxnSpPr>
          <p:nvPr/>
        </p:nvCxnSpPr>
        <p:spPr>
          <a:xfrm rot="0">
            <a:off x="623887" y="3262312"/>
            <a:ext cx="5138737" cy="0"/>
          </a:xfrm>
          <a:prstGeom prst="line"/>
          <a:noFill/>
          <a:ln w="19050" cap="flat" cmpd="sng">
            <a:solidFill>
              <a:schemeClr val="lt1">
                <a:alpha val="100000"/>
              </a:schemeClr>
            </a:solidFill>
            <a:prstDash val="solid"/>
            <a:miter/>
          </a:ln>
        </p:spPr>
      </p:cxnSp>
      <p:sp>
        <p:nvSpPr>
          <p:cNvPr id="1048617" name="文本框 15"/>
          <p:cNvSpPr txBox="1"/>
          <p:nvPr/>
        </p:nvSpPr>
        <p:spPr>
          <a:xfrm rot="0">
            <a:off x="588962" y="3400425"/>
            <a:ext cx="4481512" cy="368300"/>
          </a:xfrm>
          <a:prstGeom prst="rect"/>
          <a:noFill/>
          <a:ln>
            <a:noFill/>
          </a:ln>
        </p:spPr>
        <p:txBody>
          <a:bodyPr anchor="t" bIns="45720" lIns="91440" rIns="91440" tIns="45720" vert="horz">
            <a:spAutoFit/>
          </a:bodyPr>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lvl="0"/>
            <a:r>
              <a:rPr altLang="zh-CN" lang="en-US">
                <a:solidFill>
                  <a:schemeClr val="lt1"/>
                </a:solidFill>
                <a:latin typeface="微软雅黑" pitchFamily="34" charset="-122"/>
                <a:ea typeface="微软雅黑" pitchFamily="34" charset="-122"/>
              </a:rPr>
              <a:t>I</a:t>
            </a:r>
            <a:r>
              <a:rPr altLang="zh-CN" lang="en-US">
                <a:solidFill>
                  <a:schemeClr val="lt1"/>
                </a:solidFill>
                <a:latin typeface="微软雅黑" pitchFamily="34" charset="-122"/>
                <a:ea typeface="微软雅黑" pitchFamily="34" charset="-122"/>
              </a:rPr>
              <a:t>r</a:t>
            </a:r>
            <a:r>
              <a:rPr altLang="zh-CN" lang="en-US">
                <a:solidFill>
                  <a:schemeClr val="lt1"/>
                </a:solidFill>
                <a:latin typeface="微软雅黑" pitchFamily="34" charset="-122"/>
                <a:ea typeface="微软雅黑" pitchFamily="34" charset="-122"/>
              </a:rPr>
              <a:t>e</a:t>
            </a:r>
            <a:r>
              <a:rPr altLang="zh-CN" lang="en-US">
                <a:solidFill>
                  <a:schemeClr val="lt1"/>
                </a:solidFill>
                <a:latin typeface="微软雅黑" pitchFamily="34" charset="-122"/>
                <a:ea typeface="微软雅黑" pitchFamily="34" charset="-122"/>
              </a:rPr>
              <a:t>n</a:t>
            </a:r>
            <a:r>
              <a:rPr altLang="zh-CN" lang="en-US">
                <a:solidFill>
                  <a:schemeClr val="lt1"/>
                </a:solidFill>
                <a:latin typeface="微软雅黑" pitchFamily="34" charset="-122"/>
                <a:ea typeface="微软雅黑" pitchFamily="34" charset="-122"/>
              </a:rPr>
              <a:t>e</a:t>
            </a:r>
            <a:r>
              <a:rPr altLang="zh-CN" lang="en-US">
                <a:solidFill>
                  <a:schemeClr val="lt1"/>
                </a:solidFill>
                <a:latin typeface="微软雅黑" pitchFamily="34" charset="-122"/>
                <a:ea typeface="微软雅黑" pitchFamily="34" charset="-122"/>
              </a:rPr>
              <a:t> </a:t>
            </a:r>
            <a:r>
              <a:rPr altLang="zh-CN" lang="en-US">
                <a:solidFill>
                  <a:schemeClr val="lt1"/>
                </a:solidFill>
                <a:latin typeface="微软雅黑" pitchFamily="34" charset="-122"/>
                <a:ea typeface="微软雅黑" pitchFamily="34" charset="-122"/>
              </a:rPr>
              <a:t>B</a:t>
            </a:r>
            <a:r>
              <a:rPr altLang="zh-CN" lang="en-US">
                <a:solidFill>
                  <a:schemeClr val="lt1"/>
                </a:solidFill>
                <a:latin typeface="微软雅黑" pitchFamily="34" charset="-122"/>
                <a:ea typeface="微软雅黑" pitchFamily="34" charset="-122"/>
              </a:rPr>
              <a:t>a</a:t>
            </a:r>
            <a:r>
              <a:rPr altLang="zh-CN" lang="en-US">
                <a:solidFill>
                  <a:schemeClr val="lt1"/>
                </a:solidFill>
                <a:latin typeface="微软雅黑" pitchFamily="34" charset="-122"/>
                <a:ea typeface="微软雅黑" pitchFamily="34" charset="-122"/>
              </a:rPr>
              <a:t>n</a:t>
            </a:r>
            <a:r>
              <a:rPr altLang="zh-CN" lang="en-US">
                <a:solidFill>
                  <a:schemeClr val="lt1"/>
                </a:solidFill>
                <a:latin typeface="微软雅黑" pitchFamily="34" charset="-122"/>
                <a:ea typeface="微软雅黑" pitchFamily="34" charset="-122"/>
              </a:rPr>
              <a:t>c</a:t>
            </a:r>
            <a:r>
              <a:rPr altLang="zh-CN" lang="en-US">
                <a:solidFill>
                  <a:schemeClr val="lt1"/>
                </a:solidFill>
                <a:latin typeface="微软雅黑" pitchFamily="34" charset="-122"/>
                <a:ea typeface="微软雅黑" pitchFamily="34" charset="-122"/>
              </a:rPr>
              <a:t>u</a:t>
            </a:r>
            <a:r>
              <a:rPr altLang="zh-CN" lang="en-US">
                <a:solidFill>
                  <a:schemeClr val="lt1"/>
                </a:solidFill>
                <a:latin typeface="微软雅黑" pitchFamily="34" charset="-122"/>
                <a:ea typeface="微软雅黑" pitchFamily="34" charset="-122"/>
              </a:rPr>
              <a:t>l</a:t>
            </a:r>
            <a:r>
              <a:rPr altLang="zh-CN" lang="en-US">
                <a:solidFill>
                  <a:schemeClr val="lt1"/>
                </a:solidFill>
                <a:latin typeface="微软雅黑" pitchFamily="34" charset="-122"/>
                <a:ea typeface="微软雅黑" pitchFamily="34" charset="-122"/>
              </a:rPr>
              <a:t>o</a:t>
            </a:r>
            <a:r>
              <a:rPr altLang="zh-CN" lang="en-US">
                <a:solidFill>
                  <a:schemeClr val="lt1"/>
                </a:solidFill>
                <a:latin typeface="微软雅黑" pitchFamily="34" charset="-122"/>
                <a:ea typeface="微软雅黑" pitchFamily="34" charset="-122"/>
              </a:rPr>
              <a:t>,</a:t>
            </a:r>
            <a:r>
              <a:rPr altLang="zh-CN" lang="en-US">
                <a:solidFill>
                  <a:schemeClr val="lt1"/>
                </a:solidFill>
                <a:latin typeface="微软雅黑" pitchFamily="34" charset="-122"/>
                <a:ea typeface="微软雅黑" pitchFamily="34" charset="-122"/>
              </a:rPr>
              <a:t> </a:t>
            </a:r>
            <a:r>
              <a:rPr altLang="zh-CN" lang="en-US">
                <a:solidFill>
                  <a:schemeClr val="lt1"/>
                </a:solidFill>
                <a:latin typeface="微软雅黑" pitchFamily="34" charset="-122"/>
                <a:ea typeface="微软雅黑" pitchFamily="34" charset="-122"/>
              </a:rPr>
              <a:t>M</a:t>
            </a:r>
            <a:r>
              <a:rPr altLang="zh-CN" lang="en-US">
                <a:solidFill>
                  <a:schemeClr val="lt1"/>
                </a:solidFill>
                <a:latin typeface="微软雅黑" pitchFamily="34" charset="-122"/>
                <a:ea typeface="微软雅黑" pitchFamily="34" charset="-122"/>
              </a:rPr>
              <a:t>a</a:t>
            </a:r>
            <a:r>
              <a:rPr altLang="zh-CN" lang="en-US">
                <a:solidFill>
                  <a:schemeClr val="lt1"/>
                </a:solidFill>
                <a:latin typeface="微软雅黑" pitchFamily="34" charset="-122"/>
                <a:ea typeface="微软雅黑" pitchFamily="34" charset="-122"/>
              </a:rPr>
              <a:t>r</a:t>
            </a:r>
            <a:r>
              <a:rPr altLang="zh-CN" lang="en-US">
                <a:solidFill>
                  <a:schemeClr val="lt1"/>
                </a:solidFill>
                <a:latin typeface="微软雅黑" pitchFamily="34" charset="-122"/>
                <a:ea typeface="微软雅黑" pitchFamily="34" charset="-122"/>
              </a:rPr>
              <a:t>k</a:t>
            </a:r>
            <a:r>
              <a:rPr altLang="zh-CN" lang="en-US">
                <a:solidFill>
                  <a:schemeClr val="lt1"/>
                </a:solidFill>
                <a:latin typeface="微软雅黑" pitchFamily="34" charset="-122"/>
                <a:ea typeface="微软雅黑" pitchFamily="34" charset="-122"/>
              </a:rPr>
              <a:t> </a:t>
            </a:r>
            <a:r>
              <a:rPr altLang="zh-CN" lang="en-US">
                <a:solidFill>
                  <a:schemeClr val="lt1"/>
                </a:solidFill>
                <a:latin typeface="微软雅黑" pitchFamily="34" charset="-122"/>
                <a:ea typeface="微软雅黑" pitchFamily="34" charset="-122"/>
              </a:rPr>
              <a:t>J</a:t>
            </a:r>
            <a:r>
              <a:rPr altLang="zh-CN" lang="en-US">
                <a:solidFill>
                  <a:schemeClr val="lt1"/>
                </a:solidFill>
                <a:latin typeface="微软雅黑" pitchFamily="34" charset="-122"/>
                <a:ea typeface="微软雅黑" pitchFamily="34" charset="-122"/>
              </a:rPr>
              <a:t>o</a:t>
            </a:r>
            <a:r>
              <a:rPr altLang="zh-CN" lang="en-US">
                <a:solidFill>
                  <a:schemeClr val="lt1"/>
                </a:solidFill>
                <a:latin typeface="微软雅黑" pitchFamily="34" charset="-122"/>
                <a:ea typeface="微软雅黑" pitchFamily="34" charset="-122"/>
              </a:rPr>
              <a:t>h</a:t>
            </a:r>
            <a:r>
              <a:rPr altLang="zh-CN" lang="en-US">
                <a:solidFill>
                  <a:schemeClr val="lt1"/>
                </a:solidFill>
                <a:latin typeface="微软雅黑" pitchFamily="34" charset="-122"/>
                <a:ea typeface="微软雅黑" pitchFamily="34" charset="-122"/>
              </a:rPr>
              <a:t>n</a:t>
            </a:r>
            <a:r>
              <a:rPr altLang="zh-CN" lang="en-US">
                <a:solidFill>
                  <a:schemeClr val="lt1"/>
                </a:solidFill>
                <a:latin typeface="微软雅黑" pitchFamily="34" charset="-122"/>
                <a:ea typeface="微软雅黑" pitchFamily="34" charset="-122"/>
              </a:rPr>
              <a:t> </a:t>
            </a:r>
            <a:r>
              <a:rPr altLang="zh-CN" lang="en-US">
                <a:solidFill>
                  <a:schemeClr val="lt1"/>
                </a:solidFill>
                <a:latin typeface="微软雅黑" pitchFamily="34" charset="-122"/>
                <a:ea typeface="微软雅黑" pitchFamily="34" charset="-122"/>
              </a:rPr>
              <a:t>Q</a:t>
            </a:r>
            <a:r>
              <a:rPr altLang="zh-CN" lang="en-US">
                <a:solidFill>
                  <a:schemeClr val="lt1"/>
                </a:solidFill>
                <a:latin typeface="微软雅黑" pitchFamily="34" charset="-122"/>
                <a:ea typeface="微软雅黑" pitchFamily="34" charset="-122"/>
              </a:rPr>
              <a:t>u</a:t>
            </a:r>
            <a:r>
              <a:rPr altLang="zh-CN" lang="en-US">
                <a:solidFill>
                  <a:schemeClr val="lt1"/>
                </a:solidFill>
                <a:latin typeface="微软雅黑" pitchFamily="34" charset="-122"/>
                <a:ea typeface="微软雅黑" pitchFamily="34" charset="-122"/>
              </a:rPr>
              <a:t>e</a:t>
            </a:r>
            <a:r>
              <a:rPr altLang="zh-CN" lang="en-US">
                <a:solidFill>
                  <a:schemeClr val="lt1"/>
                </a:solidFill>
                <a:latin typeface="微软雅黑" pitchFamily="34" charset="-122"/>
                <a:ea typeface="微软雅黑" pitchFamily="34" charset="-122"/>
              </a:rPr>
              <a:t>z</a:t>
            </a:r>
            <a:r>
              <a:rPr altLang="zh-CN" lang="en-US">
                <a:solidFill>
                  <a:schemeClr val="lt1"/>
                </a:solidFill>
                <a:latin typeface="微软雅黑" pitchFamily="34" charset="-122"/>
                <a:ea typeface="微软雅黑" pitchFamily="34" charset="-122"/>
              </a:rPr>
              <a:t>o</a:t>
            </a:r>
            <a:r>
              <a:rPr altLang="zh-CN" lang="en-US">
                <a:solidFill>
                  <a:schemeClr val="lt1"/>
                </a:solidFill>
                <a:latin typeface="微软雅黑" pitchFamily="34" charset="-122"/>
                <a:ea typeface="微软雅黑" pitchFamily="34" charset="-122"/>
              </a:rPr>
              <a:t>n </a:t>
            </a:r>
            <a:endParaRPr altLang="en-US" lang="zh-CN"/>
          </a:p>
        </p:txBody>
      </p:sp>
      <p:sp>
        <p:nvSpPr>
          <p:cNvPr id="1048618" name="文本框 16"/>
          <p:cNvSpPr txBox="1"/>
          <p:nvPr/>
        </p:nvSpPr>
        <p:spPr>
          <a:xfrm rot="0">
            <a:off x="588962" y="3779837"/>
            <a:ext cx="4079875" cy="624840"/>
          </a:xfrm>
          <a:prstGeom prst="rect"/>
          <a:noFill/>
          <a:ln>
            <a:noFill/>
          </a:ln>
        </p:spPr>
        <p:txBody>
          <a:bodyPr anchor="t" bIns="45720" lIns="91440" rIns="91440" tIns="45720" vert="horz">
            <a:spAutoFit/>
          </a:bodyPr>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lvl="0"/>
            <a:r>
              <a:rPr altLang="en-US" lang="en-US">
                <a:solidFill>
                  <a:schemeClr val="lt1"/>
                </a:solidFill>
                <a:latin typeface="微软雅黑" pitchFamily="34" charset="-122"/>
                <a:ea typeface="微软雅黑" pitchFamily="34" charset="-122"/>
              </a:rPr>
              <a:t>C</a:t>
            </a:r>
            <a:r>
              <a:rPr altLang="en-US" lang="en-US">
                <a:solidFill>
                  <a:schemeClr val="lt1"/>
                </a:solidFill>
                <a:latin typeface="微软雅黑" pitchFamily="34" charset="-122"/>
                <a:ea typeface="微软雅黑" pitchFamily="34" charset="-122"/>
              </a:rPr>
              <a:t>i</a:t>
            </a:r>
            <a:r>
              <a:rPr altLang="en-US" lang="en-US">
                <a:solidFill>
                  <a:schemeClr val="lt1"/>
                </a:solidFill>
                <a:latin typeface="微软雅黑" pitchFamily="34" charset="-122"/>
                <a:ea typeface="微软雅黑" pitchFamily="34" charset="-122"/>
              </a:rPr>
              <a:t>n</a:t>
            </a:r>
            <a:r>
              <a:rPr altLang="en-US" lang="en-US">
                <a:solidFill>
                  <a:schemeClr val="lt1"/>
                </a:solidFill>
                <a:latin typeface="微软雅黑" pitchFamily="34" charset="-122"/>
                <a:ea typeface="微软雅黑" pitchFamily="34" charset="-122"/>
              </a:rPr>
              <a:t>d</a:t>
            </a:r>
            <a:r>
              <a:rPr altLang="en-US" lang="en-US">
                <a:solidFill>
                  <a:schemeClr val="lt1"/>
                </a:solidFill>
                <a:latin typeface="微软雅黑" pitchFamily="34" charset="-122"/>
                <a:ea typeface="微软雅黑" pitchFamily="34" charset="-122"/>
              </a:rPr>
              <a:t>y </a:t>
            </a:r>
            <a:r>
              <a:rPr altLang="en-US" lang="en-US">
                <a:solidFill>
                  <a:schemeClr val="lt1"/>
                </a:solidFill>
                <a:latin typeface="微软雅黑" pitchFamily="34" charset="-122"/>
                <a:ea typeface="微软雅黑" pitchFamily="34" charset="-122"/>
              </a:rPr>
              <a:t>Lorene </a:t>
            </a:r>
            <a:r>
              <a:rPr altLang="en-US" lang="en-US">
                <a:solidFill>
                  <a:schemeClr val="lt1"/>
                </a:solidFill>
                <a:latin typeface="微软雅黑" pitchFamily="34" charset="-122"/>
                <a:ea typeface="微软雅黑" pitchFamily="34" charset="-122"/>
              </a:rPr>
              <a:t>Macatiag</a:t>
            </a:r>
            <a:r>
              <a:rPr altLang="en-US" lang="en-US">
                <a:solidFill>
                  <a:schemeClr val="lt1"/>
                </a:solidFill>
                <a:latin typeface="微软雅黑" pitchFamily="34" charset="-122"/>
                <a:ea typeface="微软雅黑" pitchFamily="34" charset="-122"/>
              </a:rPr>
              <a:t>,</a:t>
            </a:r>
            <a:r>
              <a:rPr altLang="en-US" lang="en-US">
                <a:solidFill>
                  <a:schemeClr val="lt1"/>
                </a:solidFill>
                <a:latin typeface="微软雅黑" pitchFamily="34" charset="-122"/>
                <a:ea typeface="微软雅黑" pitchFamily="34" charset="-122"/>
              </a:rPr>
              <a:t> </a:t>
            </a:r>
            <a:r>
              <a:rPr altLang="en-US" lang="en-US">
                <a:solidFill>
                  <a:schemeClr val="lt1"/>
                </a:solidFill>
                <a:latin typeface="微软雅黑" pitchFamily="34" charset="-122"/>
                <a:ea typeface="微软雅黑" pitchFamily="34" charset="-122"/>
              </a:rPr>
              <a:t>M</a:t>
            </a:r>
            <a:r>
              <a:rPr altLang="en-US" lang="en-US">
                <a:solidFill>
                  <a:schemeClr val="lt1"/>
                </a:solidFill>
                <a:latin typeface="微软雅黑" pitchFamily="34" charset="-122"/>
                <a:ea typeface="微软雅黑" pitchFamily="34" charset="-122"/>
              </a:rPr>
              <a:t>e</a:t>
            </a:r>
            <a:r>
              <a:rPr altLang="en-US" lang="en-US">
                <a:solidFill>
                  <a:schemeClr val="lt1"/>
                </a:solidFill>
                <a:latin typeface="微软雅黑" pitchFamily="34" charset="-122"/>
                <a:ea typeface="微软雅黑" pitchFamily="34" charset="-122"/>
              </a:rPr>
              <a:t>d</a:t>
            </a:r>
            <a:r>
              <a:rPr altLang="en-US" lang="en-US">
                <a:solidFill>
                  <a:schemeClr val="lt1"/>
                </a:solidFill>
                <a:latin typeface="微软雅黑" pitchFamily="34" charset="-122"/>
                <a:ea typeface="微软雅黑" pitchFamily="34" charset="-122"/>
              </a:rPr>
              <a:t>i</a:t>
            </a:r>
            <a:r>
              <a:rPr altLang="en-US" lang="en-US">
                <a:solidFill>
                  <a:schemeClr val="lt1"/>
                </a:solidFill>
                <a:latin typeface="微软雅黑" pitchFamily="34" charset="-122"/>
                <a:ea typeface="微软雅黑" pitchFamily="34" charset="-122"/>
              </a:rPr>
              <a:t>l</a:t>
            </a:r>
            <a:r>
              <a:rPr altLang="en-US" lang="en-US">
                <a:solidFill>
                  <a:schemeClr val="lt1"/>
                </a:solidFill>
                <a:latin typeface="微软雅黑" pitchFamily="34" charset="-122"/>
                <a:ea typeface="微软雅黑" pitchFamily="34" charset="-122"/>
              </a:rPr>
              <a:t>y</a:t>
            </a:r>
            <a:r>
              <a:rPr altLang="en-US" lang="en-US">
                <a:solidFill>
                  <a:schemeClr val="lt1"/>
                </a:solidFill>
                <a:latin typeface="微软雅黑" pitchFamily="34" charset="-122"/>
                <a:ea typeface="微软雅黑" pitchFamily="34" charset="-122"/>
              </a:rPr>
              <a:t>n </a:t>
            </a:r>
            <a:r>
              <a:rPr altLang="en-US" lang="en-US">
                <a:solidFill>
                  <a:schemeClr val="lt1"/>
                </a:solidFill>
                <a:latin typeface="微软雅黑" pitchFamily="34" charset="-122"/>
                <a:ea typeface="微软雅黑" pitchFamily="34" charset="-122"/>
              </a:rPr>
              <a:t>R</a:t>
            </a:r>
            <a:r>
              <a:rPr altLang="en-US" lang="en-US">
                <a:solidFill>
                  <a:schemeClr val="lt1"/>
                </a:solidFill>
                <a:latin typeface="微软雅黑" pitchFamily="34" charset="-122"/>
                <a:ea typeface="微软雅黑" pitchFamily="34" charset="-122"/>
              </a:rPr>
              <a:t>a</a:t>
            </a:r>
            <a:r>
              <a:rPr altLang="en-US" lang="en-US">
                <a:solidFill>
                  <a:schemeClr val="lt1"/>
                </a:solidFill>
                <a:latin typeface="微软雅黑" pitchFamily="34" charset="-122"/>
                <a:ea typeface="微软雅黑" pitchFamily="34" charset="-122"/>
              </a:rPr>
              <a:t>c</a:t>
            </a:r>
            <a:r>
              <a:rPr altLang="en-US" lang="en-US">
                <a:solidFill>
                  <a:schemeClr val="lt1"/>
                </a:solidFill>
                <a:latin typeface="微软雅黑" pitchFamily="34" charset="-122"/>
                <a:ea typeface="微软雅黑" pitchFamily="34" charset="-122"/>
              </a:rPr>
              <a:t>a</a:t>
            </a:r>
            <a:r>
              <a:rPr altLang="en-US" lang="en-US">
                <a:solidFill>
                  <a:schemeClr val="lt1"/>
                </a:solidFill>
                <a:latin typeface="微软雅黑" pitchFamily="34" charset="-122"/>
                <a:ea typeface="微软雅黑" pitchFamily="34" charset="-122"/>
              </a:rPr>
              <a:t> </a:t>
            </a:r>
            <a:r>
              <a:rPr altLang="en-US" lang="en-US">
                <a:solidFill>
                  <a:schemeClr val="lt1"/>
                </a:solidFill>
                <a:latin typeface="微软雅黑" pitchFamily="34" charset="-122"/>
                <a:ea typeface="微软雅黑" pitchFamily="34" charset="-122"/>
              </a:rPr>
              <a:t>,</a:t>
            </a:r>
            <a:r>
              <a:rPr altLang="en-US" lang="en-US">
                <a:solidFill>
                  <a:schemeClr val="lt1"/>
                </a:solidFill>
                <a:latin typeface="微软雅黑" pitchFamily="34" charset="-122"/>
                <a:ea typeface="微软雅黑" pitchFamily="34" charset="-122"/>
              </a:rPr>
              <a:t> </a:t>
            </a:r>
            <a:r>
              <a:rPr altLang="en-US" lang="en-US">
                <a:solidFill>
                  <a:schemeClr val="lt1"/>
                </a:solidFill>
                <a:latin typeface="微软雅黑" pitchFamily="34" charset="-122"/>
                <a:ea typeface="微软雅黑" pitchFamily="34" charset="-122"/>
              </a:rPr>
              <a:t>M</a:t>
            </a:r>
            <a:r>
              <a:rPr altLang="en-US" lang="en-US">
                <a:solidFill>
                  <a:schemeClr val="lt1"/>
                </a:solidFill>
                <a:latin typeface="微软雅黑" pitchFamily="34" charset="-122"/>
                <a:ea typeface="微软雅黑" pitchFamily="34" charset="-122"/>
              </a:rPr>
              <a:t>a</a:t>
            </a:r>
            <a:r>
              <a:rPr altLang="en-US" lang="en-US">
                <a:solidFill>
                  <a:schemeClr val="lt1"/>
                </a:solidFill>
                <a:latin typeface="微软雅黑" pitchFamily="34" charset="-122"/>
                <a:ea typeface="微软雅黑" pitchFamily="34" charset="-122"/>
              </a:rPr>
              <a:t>r</a:t>
            </a:r>
            <a:r>
              <a:rPr altLang="en-US" lang="en-US">
                <a:solidFill>
                  <a:schemeClr val="lt1"/>
                </a:solidFill>
                <a:latin typeface="微软雅黑" pitchFamily="34" charset="-122"/>
                <a:ea typeface="微软雅黑" pitchFamily="34" charset="-122"/>
              </a:rPr>
              <a:t>i</a:t>
            </a:r>
            <a:r>
              <a:rPr altLang="en-US" lang="en-US">
                <a:solidFill>
                  <a:schemeClr val="lt1"/>
                </a:solidFill>
                <a:latin typeface="微软雅黑" pitchFamily="34" charset="-122"/>
                <a:ea typeface="微软雅黑" pitchFamily="34" charset="-122"/>
              </a:rPr>
              <a:t>lyn </a:t>
            </a:r>
            <a:r>
              <a:rPr altLang="en-US" lang="en-US">
                <a:solidFill>
                  <a:schemeClr val="lt1"/>
                </a:solidFill>
                <a:latin typeface="微软雅黑" pitchFamily="34" charset="-122"/>
                <a:ea typeface="微软雅黑" pitchFamily="34" charset="-122"/>
              </a:rPr>
              <a:t>D</a:t>
            </a:r>
            <a:r>
              <a:rPr altLang="en-US" lang="en-US">
                <a:solidFill>
                  <a:schemeClr val="lt1"/>
                </a:solidFill>
                <a:latin typeface="微软雅黑" pitchFamily="34" charset="-122"/>
                <a:ea typeface="微软雅黑" pitchFamily="34" charset="-122"/>
              </a:rPr>
              <a:t>e</a:t>
            </a:r>
            <a:r>
              <a:rPr altLang="en-US" lang="en-US">
                <a:solidFill>
                  <a:schemeClr val="lt1"/>
                </a:solidFill>
                <a:latin typeface="微软雅黑" pitchFamily="34" charset="-122"/>
                <a:ea typeface="微软雅黑" pitchFamily="34" charset="-122"/>
              </a:rPr>
              <a:t>l</a:t>
            </a:r>
            <a:r>
              <a:rPr altLang="en-US" lang="en-US">
                <a:solidFill>
                  <a:schemeClr val="lt1"/>
                </a:solidFill>
                <a:latin typeface="微软雅黑" pitchFamily="34" charset="-122"/>
                <a:ea typeface="微软雅黑" pitchFamily="34" charset="-122"/>
              </a:rPr>
              <a:t>a</a:t>
            </a:r>
            <a:r>
              <a:rPr altLang="en-US" lang="en-US">
                <a:solidFill>
                  <a:schemeClr val="lt1"/>
                </a:solidFill>
                <a:latin typeface="微软雅黑" pitchFamily="34" charset="-122"/>
                <a:ea typeface="微软雅黑" pitchFamily="34" charset="-122"/>
              </a:rPr>
              <a:t> </a:t>
            </a:r>
            <a:r>
              <a:rPr altLang="en-US" lang="en-US">
                <a:solidFill>
                  <a:schemeClr val="lt1"/>
                </a:solidFill>
                <a:latin typeface="微软雅黑" pitchFamily="34" charset="-122"/>
                <a:ea typeface="微软雅黑" pitchFamily="34" charset="-122"/>
              </a:rPr>
              <a:t>C</a:t>
            </a:r>
            <a:r>
              <a:rPr altLang="en-US" lang="en-US">
                <a:solidFill>
                  <a:schemeClr val="lt1"/>
                </a:solidFill>
                <a:latin typeface="微软雅黑" pitchFamily="34" charset="-122"/>
                <a:ea typeface="微软雅黑" pitchFamily="34" charset="-122"/>
              </a:rPr>
              <a:t>r</a:t>
            </a:r>
            <a:r>
              <a:rPr altLang="en-US" lang="en-US">
                <a:solidFill>
                  <a:schemeClr val="lt1"/>
                </a:solidFill>
                <a:latin typeface="微软雅黑" pitchFamily="34" charset="-122"/>
                <a:ea typeface="微软雅黑" pitchFamily="34" charset="-122"/>
              </a:rPr>
              <a:t>u</a:t>
            </a:r>
            <a:r>
              <a:rPr altLang="en-US" lang="en-US">
                <a:solidFill>
                  <a:schemeClr val="lt1"/>
                </a:solidFill>
                <a:latin typeface="微软雅黑" pitchFamily="34" charset="-122"/>
                <a:ea typeface="微软雅黑" pitchFamily="34" charset="-122"/>
              </a:rPr>
              <a:t>z </a:t>
            </a:r>
            <a:endParaRPr altLang="en-US" lang="zh-CN"/>
          </a:p>
        </p:txBody>
      </p:sp>
    </p:spTree>
  </p:cSld>
  <p:clrMapOvr>
    <a:masterClrMapping/>
  </p:clrMapOvr>
  <p:transition spd="slow" advClick="1">
    <p:wipe dir="l"/>
  </p:transition>
</p:sld>
</file>

<file path=ppt/slides/slide2.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73" name=""/>
        <p:cNvGrpSpPr/>
        <p:nvPr/>
      </p:nvGrpSpPr>
      <p:grpSpPr>
        <a:xfrm rot="0">
          <a:off x="0" y="0"/>
          <a:ext cx="0" cy="0"/>
          <a:chOff x="0" y="0"/>
          <a:chExt cx="0" cy="0"/>
        </a:xfrm>
      </p:grpSpPr>
      <p:grpSp>
        <p:nvGrpSpPr>
          <p:cNvPr id="74" name=""/>
          <p:cNvGrpSpPr/>
          <p:nvPr/>
        </p:nvGrpSpPr>
        <p:grpSpPr>
          <a:xfrm rot="0">
            <a:off x="3201987" y="2016125"/>
            <a:ext cx="5794375" cy="592137"/>
            <a:chOff x="3471690" y="2016846"/>
            <a:chExt cx="5793333" cy="591884"/>
          </a:xfrm>
        </p:grpSpPr>
        <p:sp>
          <p:nvSpPr>
            <p:cNvPr id="1048619" name="矩形 5"/>
            <p:cNvSpPr/>
            <p:nvPr/>
          </p:nvSpPr>
          <p:spPr>
            <a:xfrm rot="0" flipH="1">
              <a:off x="5257306" y="2016846"/>
              <a:ext cx="4007717" cy="591884"/>
            </a:xfrm>
            <a:custGeom>
              <a:avLst/>
              <a:ahLst/>
              <a:rect l="0" t="0" r="r" b="b"/>
              <a:pathLst>
                <a:path w="9017266" h="1490472">
                  <a:moveTo>
                    <a:pt x="531634" y="0"/>
                  </a:moveTo>
                  <a:lnTo>
                    <a:pt x="9017266" y="0"/>
                  </a:lnTo>
                  <a:lnTo>
                    <a:pt x="9017266" y="1490472"/>
                  </a:lnTo>
                  <a:lnTo>
                    <a:pt x="531634" y="1490472"/>
                  </a:lnTo>
                  <a:cubicBezTo>
                    <a:pt x="-199886" y="1432560"/>
                    <a:pt x="-154166" y="76200"/>
                    <a:pt x="531634" y="0"/>
                  </a:cubicBezTo>
                </a:path>
              </a:pathLst>
            </a:custGeom>
            <a:solidFill>
              <a:schemeClr val="lt1">
                <a:alpha val="28000"/>
              </a:schemeClr>
            </a:solid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800" lang="zh-CN">
                <a:solidFill>
                  <a:srgbClr val="FFFFFF"/>
                </a:solidFill>
              </a:endParaRPr>
            </a:p>
          </p:txBody>
        </p:sp>
        <p:sp>
          <p:nvSpPr>
            <p:cNvPr id="1048620" name="文本框 1"/>
            <p:cNvSpPr txBox="1"/>
            <p:nvPr/>
          </p:nvSpPr>
          <p:spPr>
            <a:xfrm rot="0">
              <a:off x="5592802" y="2081955"/>
              <a:ext cx="3337218" cy="446849"/>
            </a:xfrm>
            <a:prstGeom prst="rect"/>
            <a:noFill/>
            <a:ln>
              <a:noFill/>
            </a:ln>
          </p:spPr>
          <p:txBody>
            <a:bodyPr anchor="t" bIns="45720" lIns="91440" rIns="91440" tIns="45720" vert="horz">
              <a:spAutoFit/>
            </a:bodyPr>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lvl="0"/>
              <a:r>
                <a:rPr altLang="zh-CN" b="1" sz="2400" lang="en-US">
                  <a:solidFill>
                    <a:schemeClr val="lt1"/>
                  </a:solidFill>
                  <a:latin typeface="微软雅黑" pitchFamily="34" charset="-122"/>
                  <a:ea typeface="微软雅黑" pitchFamily="34" charset="-122"/>
                </a:rPr>
                <a:t>P</a:t>
              </a:r>
              <a:r>
                <a:rPr altLang="zh-CN" b="1" sz="2400" lang="en-US">
                  <a:solidFill>
                    <a:schemeClr val="lt1"/>
                  </a:solidFill>
                  <a:latin typeface="微软雅黑" pitchFamily="34" charset="-122"/>
                  <a:ea typeface="微软雅黑" pitchFamily="34" charset="-122"/>
                </a:rPr>
                <a:t>r</a:t>
              </a:r>
              <a:r>
                <a:rPr altLang="zh-CN" b="1" sz="2400" lang="en-US">
                  <a:solidFill>
                    <a:schemeClr val="lt1"/>
                  </a:solidFill>
                  <a:latin typeface="微软雅黑" pitchFamily="34" charset="-122"/>
                  <a:ea typeface="微软雅黑" pitchFamily="34" charset="-122"/>
                </a:rPr>
                <a:t>o</a:t>
              </a:r>
              <a:r>
                <a:rPr altLang="zh-CN" b="1" sz="2400" lang="en-US">
                  <a:solidFill>
                    <a:schemeClr val="lt1"/>
                  </a:solidFill>
                  <a:latin typeface="微软雅黑" pitchFamily="34" charset="-122"/>
                  <a:ea typeface="微软雅黑" pitchFamily="34" charset="-122"/>
                </a:rPr>
                <a:t>ject </a:t>
              </a:r>
              <a:r>
                <a:rPr altLang="zh-CN" b="1" sz="2400" lang="en-US">
                  <a:solidFill>
                    <a:schemeClr val="lt1"/>
                  </a:solidFill>
                  <a:latin typeface="微软雅黑" pitchFamily="34" charset="-122"/>
                  <a:ea typeface="微软雅黑" pitchFamily="34" charset="-122"/>
                </a:rPr>
                <a:t>Q</a:t>
              </a:r>
              <a:r>
                <a:rPr altLang="zh-CN" b="1" sz="2400" lang="en-US">
                  <a:solidFill>
                    <a:schemeClr val="lt1"/>
                  </a:solidFill>
                  <a:latin typeface="微软雅黑" pitchFamily="34" charset="-122"/>
                  <a:ea typeface="微软雅黑" pitchFamily="34" charset="-122"/>
                </a:rPr>
                <a:t>uality </a:t>
              </a:r>
              <a:endParaRPr altLang="en-US" lang="zh-CN"/>
            </a:p>
          </p:txBody>
        </p:sp>
        <p:sp>
          <p:nvSpPr>
            <p:cNvPr id="1048621" name="任意多边形 5"/>
            <p:cNvSpPr/>
            <p:nvPr/>
          </p:nvSpPr>
          <p:spPr>
            <a:xfrm rot="10800000" flipH="1">
              <a:off x="3471690" y="2016846"/>
              <a:ext cx="1618959" cy="591884"/>
            </a:xfrm>
            <a:custGeom>
              <a:avLst/>
              <a:ahLst/>
              <a:rect l="0" t="0" r="r" b="b"/>
              <a:pathLst>
                <a:path w="1618609" h="591884">
                  <a:moveTo>
                    <a:pt x="236255" y="591884"/>
                  </a:moveTo>
                  <a:lnTo>
                    <a:pt x="1618609" y="591884"/>
                  </a:lnTo>
                  <a:lnTo>
                    <a:pt x="1618609" y="0"/>
                  </a:lnTo>
                  <a:lnTo>
                    <a:pt x="236255" y="0"/>
                  </a:lnTo>
                  <a:cubicBezTo>
                    <a:pt x="-68510" y="30260"/>
                    <a:pt x="-88828" y="568887"/>
                    <a:pt x="236255" y="591884"/>
                  </a:cubicBezTo>
                </a:path>
              </a:pathLst>
            </a:custGeom>
            <a:solidFill>
              <a:schemeClr val="lt1">
                <a:alpha val="28000"/>
              </a:schemeClr>
            </a:solid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800" lang="zh-CN">
                <a:solidFill>
                  <a:srgbClr val="FFFFFF"/>
                </a:solidFill>
              </a:endParaRPr>
            </a:p>
          </p:txBody>
        </p:sp>
        <p:sp>
          <p:nvSpPr>
            <p:cNvPr id="1048622" name="文本框 6"/>
            <p:cNvSpPr txBox="1"/>
            <p:nvPr/>
          </p:nvSpPr>
          <p:spPr>
            <a:xfrm rot="0">
              <a:off x="3581160" y="2081954"/>
              <a:ext cx="1592889" cy="461665"/>
            </a:xfrm>
            <a:prstGeom prst="rect"/>
            <a:noFill/>
            <a:ln>
              <a:noFill/>
            </a:ln>
          </p:spPr>
          <p:txBody>
            <a:bodyPr anchor="t" bIns="45720" lIns="91440" rIns="91440" tIns="45720" vert="horz">
              <a:spAutoFit/>
            </a:bodyPr>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algn="ctr" lvl="0"/>
              <a:r>
                <a:rPr altLang="zh-CN" b="1" sz="2400" lang="en-US">
                  <a:solidFill>
                    <a:schemeClr val="lt1"/>
                  </a:solidFill>
                  <a:latin typeface="微软雅黑" pitchFamily="34" charset="-122"/>
                  <a:ea typeface="微软雅黑" pitchFamily="34" charset="-122"/>
                </a:rPr>
                <a:t>Part 1</a:t>
              </a:r>
            </a:p>
          </p:txBody>
        </p:sp>
      </p:grpSp>
      <p:grpSp>
        <p:nvGrpSpPr>
          <p:cNvPr id="75" name=""/>
          <p:cNvGrpSpPr/>
          <p:nvPr/>
        </p:nvGrpSpPr>
        <p:grpSpPr>
          <a:xfrm rot="0">
            <a:off x="3201987" y="2851150"/>
            <a:ext cx="5794375" cy="590550"/>
            <a:chOff x="3471690" y="2016846"/>
            <a:chExt cx="5793333" cy="591884"/>
          </a:xfrm>
        </p:grpSpPr>
        <p:sp>
          <p:nvSpPr>
            <p:cNvPr id="1048623" name="矩形 5"/>
            <p:cNvSpPr/>
            <p:nvPr/>
          </p:nvSpPr>
          <p:spPr>
            <a:xfrm rot="0" flipH="1">
              <a:off x="5257306" y="2016846"/>
              <a:ext cx="4007717" cy="591884"/>
            </a:xfrm>
            <a:custGeom>
              <a:avLst/>
              <a:ahLst/>
              <a:rect l="0" t="0" r="r" b="b"/>
              <a:pathLst>
                <a:path w="9017266" h="1490472">
                  <a:moveTo>
                    <a:pt x="531634" y="0"/>
                  </a:moveTo>
                  <a:lnTo>
                    <a:pt x="9017266" y="0"/>
                  </a:lnTo>
                  <a:lnTo>
                    <a:pt x="9017266" y="1490472"/>
                  </a:lnTo>
                  <a:lnTo>
                    <a:pt x="531634" y="1490472"/>
                  </a:lnTo>
                  <a:cubicBezTo>
                    <a:pt x="-199886" y="1432560"/>
                    <a:pt x="-154166" y="76200"/>
                    <a:pt x="531634" y="0"/>
                  </a:cubicBezTo>
                </a:path>
              </a:pathLst>
            </a:custGeom>
            <a:solidFill>
              <a:schemeClr val="lt1">
                <a:alpha val="28000"/>
              </a:schemeClr>
            </a:solid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800" lang="zh-CN">
                <a:solidFill>
                  <a:srgbClr val="FFFFFF"/>
                </a:solidFill>
              </a:endParaRPr>
            </a:p>
          </p:txBody>
        </p:sp>
        <p:sp>
          <p:nvSpPr>
            <p:cNvPr id="1048624" name="文本框 10"/>
            <p:cNvSpPr txBox="1"/>
            <p:nvPr/>
          </p:nvSpPr>
          <p:spPr>
            <a:xfrm rot="0">
              <a:off x="5592802" y="2081955"/>
              <a:ext cx="3337218" cy="448050"/>
            </a:xfrm>
            <a:prstGeom prst="rect"/>
            <a:noFill/>
            <a:ln>
              <a:noFill/>
            </a:ln>
          </p:spPr>
          <p:txBody>
            <a:bodyPr anchor="t" bIns="45720" lIns="91440" rIns="91440" tIns="45720" vert="horz">
              <a:spAutoFit/>
            </a:bodyPr>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lvl="0"/>
              <a:r>
                <a:rPr altLang="zh-CN" b="1" sz="2400" lang="en-US">
                  <a:solidFill>
                    <a:schemeClr val="lt1"/>
                  </a:solidFill>
                  <a:latin typeface="微软雅黑" pitchFamily="34" charset="-122"/>
                  <a:ea typeface="微软雅黑" pitchFamily="34" charset="-122"/>
                </a:rPr>
                <a:t>C</a:t>
              </a:r>
              <a:r>
                <a:rPr altLang="zh-CN" b="1" sz="2400" lang="en-US">
                  <a:solidFill>
                    <a:schemeClr val="lt1"/>
                  </a:solidFill>
                  <a:latin typeface="微软雅黑" pitchFamily="34" charset="-122"/>
                  <a:ea typeface="微软雅黑" pitchFamily="34" charset="-122"/>
                </a:rPr>
                <a:t>h</a:t>
              </a:r>
              <a:r>
                <a:rPr altLang="zh-CN" b="1" sz="2400" lang="en-US">
                  <a:solidFill>
                    <a:schemeClr val="lt1"/>
                  </a:solidFill>
                  <a:latin typeface="微软雅黑" pitchFamily="34" charset="-122"/>
                  <a:ea typeface="微软雅黑" pitchFamily="34" charset="-122"/>
                </a:rPr>
                <a:t>a</a:t>
              </a:r>
              <a:r>
                <a:rPr altLang="zh-CN" b="1" sz="2400" lang="en-US">
                  <a:solidFill>
                    <a:schemeClr val="lt1"/>
                  </a:solidFill>
                  <a:latin typeface="微软雅黑" pitchFamily="34" charset="-122"/>
                  <a:ea typeface="微软雅黑" pitchFamily="34" charset="-122"/>
                </a:rPr>
                <a:t>n</a:t>
              </a:r>
              <a:r>
                <a:rPr altLang="zh-CN" b="1" sz="2400" lang="en-US">
                  <a:solidFill>
                    <a:schemeClr val="lt1"/>
                  </a:solidFill>
                  <a:latin typeface="微软雅黑" pitchFamily="34" charset="-122"/>
                  <a:ea typeface="微软雅黑" pitchFamily="34" charset="-122"/>
                </a:rPr>
                <a:t>ge </a:t>
              </a:r>
              <a:r>
                <a:rPr altLang="zh-CN" b="1" sz="2400" lang="en-US">
                  <a:solidFill>
                    <a:schemeClr val="lt1"/>
                  </a:solidFill>
                  <a:latin typeface="微软雅黑" pitchFamily="34" charset="-122"/>
                  <a:ea typeface="微软雅黑" pitchFamily="34" charset="-122"/>
                </a:rPr>
                <a:t>C</a:t>
              </a:r>
              <a:r>
                <a:rPr altLang="zh-CN" b="1" sz="2400" lang="en-US">
                  <a:solidFill>
                    <a:schemeClr val="lt1"/>
                  </a:solidFill>
                  <a:latin typeface="微软雅黑" pitchFamily="34" charset="-122"/>
                  <a:ea typeface="微软雅黑" pitchFamily="34" charset="-122"/>
                </a:rPr>
                <a:t>o</a:t>
              </a:r>
              <a:r>
                <a:rPr altLang="zh-CN" b="1" sz="2400" lang="en-US">
                  <a:solidFill>
                    <a:schemeClr val="lt1"/>
                  </a:solidFill>
                  <a:latin typeface="微软雅黑" pitchFamily="34" charset="-122"/>
                  <a:ea typeface="微软雅黑" pitchFamily="34" charset="-122"/>
                </a:rPr>
                <a:t>n</a:t>
              </a:r>
              <a:r>
                <a:rPr altLang="zh-CN" b="1" sz="2400" lang="en-US">
                  <a:solidFill>
                    <a:schemeClr val="lt1"/>
                  </a:solidFill>
                  <a:latin typeface="微软雅黑" pitchFamily="34" charset="-122"/>
                  <a:ea typeface="微软雅黑" pitchFamily="34" charset="-122"/>
                </a:rPr>
                <a:t>trol </a:t>
              </a:r>
              <a:endParaRPr altLang="en-US" lang="zh-CN"/>
            </a:p>
          </p:txBody>
        </p:sp>
        <p:sp>
          <p:nvSpPr>
            <p:cNvPr id="1048625" name="任意多边形 11"/>
            <p:cNvSpPr/>
            <p:nvPr/>
          </p:nvSpPr>
          <p:spPr>
            <a:xfrm rot="10800000" flipH="1">
              <a:off x="3471690" y="2016846"/>
              <a:ext cx="1618959" cy="591884"/>
            </a:xfrm>
            <a:custGeom>
              <a:avLst/>
              <a:ahLst/>
              <a:rect l="0" t="0" r="r" b="b"/>
              <a:pathLst>
                <a:path w="1618609" h="591884">
                  <a:moveTo>
                    <a:pt x="236255" y="591884"/>
                  </a:moveTo>
                  <a:lnTo>
                    <a:pt x="1618609" y="591884"/>
                  </a:lnTo>
                  <a:lnTo>
                    <a:pt x="1618609" y="0"/>
                  </a:lnTo>
                  <a:lnTo>
                    <a:pt x="236255" y="0"/>
                  </a:lnTo>
                  <a:cubicBezTo>
                    <a:pt x="-68510" y="30260"/>
                    <a:pt x="-88828" y="568887"/>
                    <a:pt x="236255" y="591884"/>
                  </a:cubicBezTo>
                </a:path>
              </a:pathLst>
            </a:custGeom>
            <a:solidFill>
              <a:schemeClr val="lt1">
                <a:alpha val="28000"/>
              </a:schemeClr>
            </a:solid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800" lang="zh-CN">
                <a:solidFill>
                  <a:srgbClr val="FFFFFF"/>
                </a:solidFill>
              </a:endParaRPr>
            </a:p>
          </p:txBody>
        </p:sp>
        <p:sp>
          <p:nvSpPr>
            <p:cNvPr id="1048626" name="文本框 12"/>
            <p:cNvSpPr txBox="1"/>
            <p:nvPr/>
          </p:nvSpPr>
          <p:spPr>
            <a:xfrm rot="0">
              <a:off x="3581160" y="2081954"/>
              <a:ext cx="1592889" cy="461665"/>
            </a:xfrm>
            <a:prstGeom prst="rect"/>
            <a:noFill/>
            <a:ln>
              <a:noFill/>
            </a:ln>
          </p:spPr>
          <p:txBody>
            <a:bodyPr anchor="t" bIns="45720" lIns="91440" rIns="91440" tIns="45720" vert="horz">
              <a:spAutoFit/>
            </a:bodyPr>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algn="ctr" lvl="0"/>
              <a:r>
                <a:rPr altLang="zh-CN" b="1" sz="2400" lang="en-US">
                  <a:solidFill>
                    <a:schemeClr val="lt1"/>
                  </a:solidFill>
                  <a:latin typeface="微软雅黑" pitchFamily="34" charset="-122"/>
                  <a:ea typeface="微软雅黑" pitchFamily="34" charset="-122"/>
                </a:rPr>
                <a:t>Part 2</a:t>
              </a:r>
            </a:p>
          </p:txBody>
        </p:sp>
      </p:grpSp>
      <p:grpSp>
        <p:nvGrpSpPr>
          <p:cNvPr id="76" name=""/>
          <p:cNvGrpSpPr/>
          <p:nvPr/>
        </p:nvGrpSpPr>
        <p:grpSpPr>
          <a:xfrm rot="0">
            <a:off x="8370887" y="0"/>
            <a:ext cx="2063750" cy="1465262"/>
            <a:chOff x="8661079" y="0"/>
            <a:chExt cx="1666263" cy="1183341"/>
          </a:xfrm>
        </p:grpSpPr>
        <p:cxnSp>
          <p:nvCxnSpPr>
            <p:cNvPr id="3145729" name="直接连接符 24"/>
            <p:cNvCxnSpPr>
              <a:cxnSpLocks/>
            </p:cNvCxnSpPr>
            <p:nvPr/>
          </p:nvCxnSpPr>
          <p:spPr>
            <a:xfrm rot="0" flipH="1">
              <a:off x="8661079" y="0"/>
              <a:ext cx="1518862" cy="1183341"/>
            </a:xfrm>
            <a:prstGeom prst="line"/>
            <a:noFill/>
            <a:ln w="6350" cap="flat" cmpd="sng">
              <a:solidFill>
                <a:schemeClr val="lt1">
                  <a:alpha val="100000"/>
                </a:schemeClr>
              </a:solidFill>
              <a:prstDash val="solid"/>
              <a:miter/>
            </a:ln>
          </p:spPr>
        </p:cxnSp>
        <p:cxnSp>
          <p:nvCxnSpPr>
            <p:cNvPr id="3145730" name="直接连接符 25"/>
            <p:cNvCxnSpPr>
              <a:cxnSpLocks/>
            </p:cNvCxnSpPr>
            <p:nvPr/>
          </p:nvCxnSpPr>
          <p:spPr>
            <a:xfrm rot="0" flipH="1">
              <a:off x="9419870" y="0"/>
              <a:ext cx="907472" cy="706415"/>
            </a:xfrm>
            <a:prstGeom prst="line"/>
            <a:noFill/>
            <a:ln w="6350" cap="flat" cmpd="sng">
              <a:solidFill>
                <a:schemeClr val="lt1">
                  <a:alpha val="100000"/>
                </a:schemeClr>
              </a:solidFill>
              <a:prstDash val="solid"/>
              <a:miter/>
            </a:ln>
          </p:spPr>
        </p:cxnSp>
      </p:grpSp>
      <p:grpSp>
        <p:nvGrpSpPr>
          <p:cNvPr id="77" name=""/>
          <p:cNvGrpSpPr/>
          <p:nvPr/>
        </p:nvGrpSpPr>
        <p:grpSpPr>
          <a:xfrm rot="10800000">
            <a:off x="846137" y="5392737"/>
            <a:ext cx="2063750" cy="1465262"/>
            <a:chOff x="8661079" y="0"/>
            <a:chExt cx="1666263" cy="1183341"/>
          </a:xfrm>
        </p:grpSpPr>
        <p:cxnSp>
          <p:nvCxnSpPr>
            <p:cNvPr id="3145731" name="直接连接符 29"/>
            <p:cNvCxnSpPr>
              <a:cxnSpLocks/>
            </p:cNvCxnSpPr>
            <p:nvPr/>
          </p:nvCxnSpPr>
          <p:spPr>
            <a:xfrm rot="0" flipH="1">
              <a:off x="8662361" y="0"/>
              <a:ext cx="1518862" cy="1183341"/>
            </a:xfrm>
            <a:prstGeom prst="line"/>
            <a:noFill/>
            <a:ln w="6350" cap="flat" cmpd="sng">
              <a:solidFill>
                <a:schemeClr val="lt1">
                  <a:alpha val="100000"/>
                </a:schemeClr>
              </a:solidFill>
              <a:prstDash val="solid"/>
              <a:miter/>
            </a:ln>
          </p:spPr>
        </p:cxnSp>
        <p:cxnSp>
          <p:nvCxnSpPr>
            <p:cNvPr id="3145732" name="直接连接符 30"/>
            <p:cNvCxnSpPr>
              <a:cxnSpLocks/>
            </p:cNvCxnSpPr>
            <p:nvPr/>
          </p:nvCxnSpPr>
          <p:spPr>
            <a:xfrm rot="0" flipH="1">
              <a:off x="9419870" y="0"/>
              <a:ext cx="907472" cy="706415"/>
            </a:xfrm>
            <a:prstGeom prst="line"/>
            <a:noFill/>
            <a:ln w="6350" cap="flat" cmpd="sng">
              <a:solidFill>
                <a:schemeClr val="lt1">
                  <a:alpha val="100000"/>
                </a:schemeClr>
              </a:solidFill>
              <a:prstDash val="solid"/>
              <a:miter/>
            </a:ln>
          </p:spPr>
        </p:cxnSp>
      </p:grpSp>
      <p:cxnSp>
        <p:nvCxnSpPr>
          <p:cNvPr id="3145733" name="直接连接符 32"/>
          <p:cNvCxnSpPr>
            <a:cxnSpLocks/>
          </p:cNvCxnSpPr>
          <p:nvPr/>
        </p:nvCxnSpPr>
        <p:spPr>
          <a:xfrm rot="0">
            <a:off x="3201987" y="1601787"/>
            <a:ext cx="2555875" cy="0"/>
          </a:xfrm>
          <a:prstGeom prst="line"/>
          <a:noFill/>
          <a:ln w="6350" cap="flat" cmpd="sng">
            <a:solidFill>
              <a:schemeClr val="lt1">
                <a:alpha val="100000"/>
              </a:schemeClr>
            </a:solidFill>
            <a:prstDash val="solid"/>
            <a:miter/>
          </a:ln>
        </p:spPr>
      </p:cxnSp>
      <p:sp>
        <p:nvSpPr>
          <p:cNvPr id="1048627" name="文本框 33"/>
          <p:cNvSpPr txBox="1"/>
          <p:nvPr/>
        </p:nvSpPr>
        <p:spPr>
          <a:xfrm rot="0">
            <a:off x="3290887" y="1077912"/>
            <a:ext cx="2640012" cy="522287"/>
          </a:xfrm>
          <a:prstGeom prst="rect"/>
          <a:noFill/>
          <a:ln>
            <a:noFill/>
          </a:ln>
        </p:spPr>
        <p:txBody>
          <a:bodyPr anchor="t" bIns="45720" lIns="91440" rIns="91440" tIns="45720" vert="horz">
            <a:spAutoFit/>
          </a:bodyPr>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lvl="0"/>
            <a:r>
              <a:rPr altLang="zh-CN" b="1" sz="2800" lang="en-US">
                <a:solidFill>
                  <a:schemeClr val="lt1"/>
                </a:solidFill>
                <a:latin typeface="微软雅黑" pitchFamily="34" charset="-122"/>
                <a:ea typeface="微软雅黑" pitchFamily="34" charset="-122"/>
              </a:rPr>
              <a:t>Contents</a:t>
            </a:r>
          </a:p>
        </p:txBody>
      </p:sp>
    </p:spTree>
  </p:cSld>
  <p:clrMapOvr>
    <a:masterClrMapping/>
  </p:clrMapOvr>
  <p:transition spd="slow" advClick="1">
    <p:wipe dir="l"/>
  </p:transition>
</p:sld>
</file>

<file path=ppt/slides/slide3.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78" name=""/>
        <p:cNvGrpSpPr/>
        <p:nvPr/>
      </p:nvGrpSpPr>
      <p:grpSpPr>
        <a:xfrm rot="0">
          <a:off x="0" y="0"/>
          <a:ext cx="0" cy="0"/>
          <a:chOff x="0" y="0"/>
          <a:chExt cx="0" cy="0"/>
        </a:xfrm>
      </p:grpSpPr>
      <p:sp>
        <p:nvSpPr>
          <p:cNvPr id="1048628" name="文本框 1"/>
          <p:cNvSpPr txBox="1"/>
          <p:nvPr/>
        </p:nvSpPr>
        <p:spPr>
          <a:xfrm rot="0">
            <a:off x="1175529" y="252706"/>
            <a:ext cx="3765587" cy="802640"/>
          </a:xfrm>
          <a:prstGeom prst="rect"/>
          <a:noFill/>
          <a:ln>
            <a:noFill/>
          </a:ln>
        </p:spPr>
        <p:txBody>
          <a:bodyPr anchor="t" bIns="45720" lIns="91440" rIns="91440" tIns="45720" vert="horz">
            <a:spAutoFit/>
          </a:bodyPr>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algn="l" lvl="0"/>
            <a:r>
              <a:rPr altLang="en-US" b="1" sz="2400" lang="en-US">
                <a:solidFill>
                  <a:schemeClr val="lt1"/>
                </a:solidFill>
                <a:latin typeface="微软雅黑" pitchFamily="34" charset="-122"/>
                <a:ea typeface="微软雅黑" pitchFamily="34" charset="-122"/>
              </a:rPr>
              <a:t>P</a:t>
            </a:r>
            <a:r>
              <a:rPr altLang="en-US" b="1" sz="2400" lang="en-US">
                <a:solidFill>
                  <a:schemeClr val="lt1"/>
                </a:solidFill>
                <a:latin typeface="微软雅黑" pitchFamily="34" charset="-122"/>
                <a:ea typeface="微软雅黑" pitchFamily="34" charset="-122"/>
              </a:rPr>
              <a:t>r</a:t>
            </a:r>
            <a:r>
              <a:rPr altLang="en-US" b="1" sz="2400" lang="en-US">
                <a:solidFill>
                  <a:schemeClr val="lt1"/>
                </a:solidFill>
                <a:latin typeface="微软雅黑" pitchFamily="34" charset="-122"/>
                <a:ea typeface="微软雅黑" pitchFamily="34" charset="-122"/>
              </a:rPr>
              <a:t>o</a:t>
            </a:r>
            <a:r>
              <a:rPr altLang="en-US" b="1" sz="2400" lang="en-US">
                <a:solidFill>
                  <a:schemeClr val="lt1"/>
                </a:solidFill>
                <a:latin typeface="微软雅黑" pitchFamily="34" charset="-122"/>
                <a:ea typeface="微软雅黑" pitchFamily="34" charset="-122"/>
              </a:rPr>
              <a:t>ject </a:t>
            </a:r>
            <a:r>
              <a:rPr altLang="en-US" b="1" sz="2400" lang="en-US">
                <a:solidFill>
                  <a:schemeClr val="lt1"/>
                </a:solidFill>
                <a:latin typeface="微软雅黑" pitchFamily="34" charset="-122"/>
                <a:ea typeface="微软雅黑" pitchFamily="34" charset="-122"/>
              </a:rPr>
              <a:t>Q</a:t>
            </a:r>
            <a:r>
              <a:rPr altLang="en-US" b="1" sz="2400" lang="en-US">
                <a:solidFill>
                  <a:schemeClr val="lt1"/>
                </a:solidFill>
                <a:latin typeface="微软雅黑" pitchFamily="34" charset="-122"/>
                <a:ea typeface="微软雅黑" pitchFamily="34" charset="-122"/>
              </a:rPr>
              <a:t>u</a:t>
            </a:r>
            <a:r>
              <a:rPr altLang="en-US" b="1" sz="2400" lang="en-US">
                <a:solidFill>
                  <a:schemeClr val="lt1"/>
                </a:solidFill>
                <a:latin typeface="微软雅黑" pitchFamily="34" charset="-122"/>
                <a:ea typeface="微软雅黑" pitchFamily="34" charset="-122"/>
              </a:rPr>
              <a:t>ality </a:t>
            </a:r>
            <a:r>
              <a:rPr altLang="en-US" b="1" sz="2400" lang="en-US">
                <a:solidFill>
                  <a:schemeClr val="lt1"/>
                </a:solidFill>
                <a:latin typeface="微软雅黑" pitchFamily="34" charset="-122"/>
                <a:ea typeface="微软雅黑" pitchFamily="34" charset="-122"/>
              </a:rPr>
              <a:t>M</a:t>
            </a:r>
            <a:r>
              <a:rPr altLang="en-US" b="1" sz="2400" lang="en-US">
                <a:solidFill>
                  <a:schemeClr val="lt1"/>
                </a:solidFill>
                <a:latin typeface="微软雅黑" pitchFamily="34" charset="-122"/>
                <a:ea typeface="微软雅黑" pitchFamily="34" charset="-122"/>
              </a:rPr>
              <a:t>a</a:t>
            </a:r>
            <a:r>
              <a:rPr altLang="en-US" b="1" sz="2400" lang="en-US">
                <a:solidFill>
                  <a:schemeClr val="lt1"/>
                </a:solidFill>
                <a:latin typeface="微软雅黑" pitchFamily="34" charset="-122"/>
                <a:ea typeface="微软雅黑" pitchFamily="34" charset="-122"/>
              </a:rPr>
              <a:t>n</a:t>
            </a:r>
            <a:r>
              <a:rPr altLang="en-US" b="1" sz="2400" lang="en-US">
                <a:solidFill>
                  <a:schemeClr val="lt1"/>
                </a:solidFill>
                <a:latin typeface="微软雅黑" pitchFamily="34" charset="-122"/>
                <a:ea typeface="微软雅黑" pitchFamily="34" charset="-122"/>
              </a:rPr>
              <a:t>a</a:t>
            </a:r>
            <a:r>
              <a:rPr altLang="en-US" b="1" sz="2400" lang="en-US">
                <a:solidFill>
                  <a:schemeClr val="lt1"/>
                </a:solidFill>
                <a:latin typeface="微软雅黑" pitchFamily="34" charset="-122"/>
                <a:ea typeface="微软雅黑" pitchFamily="34" charset="-122"/>
              </a:rPr>
              <a:t>g</a:t>
            </a:r>
            <a:r>
              <a:rPr altLang="en-US" b="1" sz="2400" lang="en-US">
                <a:solidFill>
                  <a:schemeClr val="lt1"/>
                </a:solidFill>
                <a:latin typeface="微软雅黑" pitchFamily="34" charset="-122"/>
                <a:ea typeface="微软雅黑" pitchFamily="34" charset="-122"/>
              </a:rPr>
              <a:t>ement </a:t>
            </a:r>
            <a:endParaRPr altLang="en-US" lang="zh-CN"/>
          </a:p>
        </p:txBody>
      </p:sp>
      <p:cxnSp>
        <p:nvCxnSpPr>
          <p:cNvPr id="3145734" name="直接连接符 48"/>
          <p:cNvCxnSpPr>
            <a:cxnSpLocks/>
          </p:cNvCxnSpPr>
          <p:nvPr/>
        </p:nvCxnSpPr>
        <p:spPr>
          <a:xfrm rot="0">
            <a:off x="9072562" y="2603500"/>
            <a:ext cx="474662" cy="677862"/>
          </a:xfrm>
          <a:prstGeom prst="line"/>
          <a:noFill/>
          <a:ln w="6350" cap="flat" cmpd="sng">
            <a:solidFill>
              <a:srgbClr val="FFFFFF">
                <a:alpha val="100000"/>
              </a:srgbClr>
            </a:solidFill>
            <a:prstDash val="solid"/>
            <a:miter/>
          </a:ln>
        </p:spPr>
      </p:cxnSp>
      <p:sp>
        <p:nvSpPr>
          <p:cNvPr id="1048629" name=""/>
          <p:cNvSpPr/>
          <p:nvPr/>
        </p:nvSpPr>
        <p:spPr>
          <a:xfrm>
            <a:off x="656394" y="1319614"/>
            <a:ext cx="8569444" cy="5353218"/>
          </a:xfrm>
          <a:prstGeom prst="roundRect"/>
          <a:solidFill>
            <a:srgbClr val="FFFFFF"/>
          </a:solidFill>
          <a:ln w="25400">
            <a:solidFill>
              <a:srgbClr val="666666"/>
            </a:solidFill>
          </a:ln>
        </p:spPr>
        <p:txBody>
          <a:bodyPr anchor="ctr"/>
          <a:p>
            <a:pPr algn="l"/>
            <a:r>
              <a:rPr lang="en-US">
                <a:solidFill>
                  <a:srgbClr val="000000"/>
                </a:solidFill>
              </a:rPr>
              <a:t>I</a:t>
            </a:r>
            <a:r>
              <a:rPr lang="en-US">
                <a:solidFill>
                  <a:srgbClr val="000000"/>
                </a:solidFill>
              </a:rPr>
              <a:t>N</a:t>
            </a:r>
            <a:r>
              <a:rPr lang="en-US">
                <a:solidFill>
                  <a:srgbClr val="000000"/>
                </a:solidFill>
              </a:rPr>
              <a:t>T</a:t>
            </a:r>
            <a:r>
              <a:rPr lang="en-US">
                <a:solidFill>
                  <a:srgbClr val="000000"/>
                </a:solidFill>
              </a:rPr>
              <a:t>R</a:t>
            </a:r>
            <a:r>
              <a:rPr lang="en-US">
                <a:solidFill>
                  <a:srgbClr val="000000"/>
                </a:solidFill>
              </a:rPr>
              <a:t>O</a:t>
            </a:r>
            <a:r>
              <a:rPr lang="en-US">
                <a:solidFill>
                  <a:srgbClr val="000000"/>
                </a:solidFill>
              </a:rPr>
              <a:t>DUCTION </a:t>
            </a:r>
            <a:endParaRPr lang="en-US"/>
          </a:p>
          <a:p>
            <a:pPr algn="l"/>
            <a:endParaRPr lang="en-US"/>
          </a:p>
          <a:p>
            <a:pPr algn="l"/>
            <a:r>
              <a:rPr lang="en-US"/>
              <a:t>•</a:t>
            </a:r>
            <a:r>
              <a:rPr lang="en-US"/>
              <a:t>P</a:t>
            </a:r>
            <a:r>
              <a:rPr lang="en-US"/>
              <a:t>r</a:t>
            </a:r>
            <a:r>
              <a:rPr lang="en-US"/>
              <a:t>o</a:t>
            </a:r>
            <a:r>
              <a:rPr lang="en-US"/>
              <a:t>j</a:t>
            </a:r>
            <a:r>
              <a:rPr lang="en-US"/>
              <a:t>e</a:t>
            </a:r>
            <a:r>
              <a:rPr lang="en-US"/>
              <a:t>c</a:t>
            </a:r>
            <a:r>
              <a:rPr lang="en-US"/>
              <a:t>t</a:t>
            </a:r>
            <a:r>
              <a:rPr lang="en-US"/>
              <a:t> </a:t>
            </a:r>
            <a:r>
              <a:rPr lang="en-US"/>
              <a:t>q</a:t>
            </a:r>
            <a:r>
              <a:rPr lang="en-US"/>
              <a:t>u</a:t>
            </a:r>
            <a:r>
              <a:rPr lang="en-US"/>
              <a:t>a</a:t>
            </a:r>
            <a:r>
              <a:rPr lang="en-US"/>
              <a:t>l</a:t>
            </a:r>
            <a:r>
              <a:rPr lang="en-US"/>
              <a:t>ity </a:t>
            </a:r>
            <a:r>
              <a:rPr lang="en-US"/>
              <a:t>m</a:t>
            </a:r>
            <a:r>
              <a:rPr lang="en-US"/>
              <a:t>a</a:t>
            </a:r>
            <a:r>
              <a:rPr lang="en-US"/>
              <a:t>n</a:t>
            </a:r>
            <a:r>
              <a:rPr lang="en-US"/>
              <a:t>a</a:t>
            </a:r>
            <a:r>
              <a:rPr lang="en-US"/>
              <a:t>gement </a:t>
            </a:r>
            <a:r>
              <a:rPr lang="en-US"/>
              <a:t>is a crucial aspect of project management that ensures the project meets its objectives, is completed on time, and satisfies stakeholder expectations.</a:t>
            </a:r>
            <a:endParaRPr lang="en-US"/>
          </a:p>
          <a:p>
            <a:pPr algn="l"/>
            <a:endParaRPr lang="en-US"/>
          </a:p>
          <a:p>
            <a:pPr algn="l"/>
            <a:r>
              <a:rPr lang="en-US"/>
              <a:t>•</a:t>
            </a:r>
            <a:r>
              <a:rPr lang="en-US"/>
              <a:t>P</a:t>
            </a:r>
            <a:r>
              <a:rPr lang="en-US"/>
              <a:t>Q</a:t>
            </a:r>
            <a:r>
              <a:rPr lang="en-US"/>
              <a:t>M</a:t>
            </a:r>
            <a:r>
              <a:rPr lang="en-US"/>
              <a:t> </a:t>
            </a:r>
            <a:r>
              <a:rPr lang="en-US"/>
              <a:t>i</a:t>
            </a:r>
            <a:r>
              <a:rPr lang="en-US"/>
              <a:t>n</a:t>
            </a:r>
            <a:r>
              <a:rPr lang="en-US"/>
              <a:t>c</a:t>
            </a:r>
            <a:r>
              <a:rPr lang="en-US"/>
              <a:t>l</a:t>
            </a:r>
            <a:r>
              <a:rPr lang="en-US"/>
              <a:t>u</a:t>
            </a:r>
            <a:r>
              <a:rPr lang="en-US"/>
              <a:t>de</a:t>
            </a:r>
            <a:r>
              <a:rPr lang="en-US"/>
              <a:t>s</a:t>
            </a:r>
            <a:r>
              <a:rPr lang="en-US"/>
              <a:t> </a:t>
            </a:r>
            <a:r>
              <a:rPr lang="en-US"/>
              <a:t>a</a:t>
            </a:r>
            <a:r>
              <a:rPr lang="en-US"/>
              <a:t>l</a:t>
            </a:r>
            <a:r>
              <a:rPr lang="en-US"/>
              <a:t>l</a:t>
            </a:r>
            <a:r>
              <a:rPr lang="en-US"/>
              <a:t> </a:t>
            </a:r>
            <a:r>
              <a:rPr lang="en-US"/>
              <a:t>t</a:t>
            </a:r>
            <a:r>
              <a:rPr lang="en-US"/>
              <a:t>h</a:t>
            </a:r>
            <a:r>
              <a:rPr lang="en-US"/>
              <a:t>e</a:t>
            </a:r>
            <a:r>
              <a:rPr lang="en-US"/>
              <a:t> </a:t>
            </a:r>
            <a:r>
              <a:rPr lang="en-US"/>
              <a:t>a</a:t>
            </a:r>
            <a:r>
              <a:rPr lang="en-US"/>
              <a:t>c</a:t>
            </a:r>
            <a:r>
              <a:rPr lang="en-US"/>
              <a:t>t</a:t>
            </a:r>
            <a:r>
              <a:rPr lang="en-US"/>
              <a:t>i</a:t>
            </a:r>
            <a:r>
              <a:rPr lang="en-US"/>
              <a:t>vities </a:t>
            </a:r>
            <a:r>
              <a:rPr lang="en-US"/>
              <a:t>o</a:t>
            </a:r>
            <a:r>
              <a:rPr lang="en-US"/>
              <a:t>f</a:t>
            </a:r>
            <a:r>
              <a:rPr lang="en-US"/>
              <a:t> </a:t>
            </a:r>
            <a:r>
              <a:rPr lang="en-US"/>
              <a:t>a</a:t>
            </a:r>
            <a:r>
              <a:rPr lang="en-US"/>
              <a:t>l</a:t>
            </a:r>
            <a:r>
              <a:rPr lang="en-US"/>
              <a:t>l</a:t>
            </a:r>
            <a:r>
              <a:rPr lang="en-US"/>
              <a:t> </a:t>
            </a:r>
            <a:r>
              <a:rPr lang="en-US"/>
              <a:t>o</a:t>
            </a:r>
            <a:r>
              <a:rPr lang="en-US"/>
              <a:t>v</a:t>
            </a:r>
            <a:r>
              <a:rPr lang="en-US"/>
              <a:t>e</a:t>
            </a:r>
            <a:r>
              <a:rPr lang="en-US"/>
              <a:t>r</a:t>
            </a:r>
            <a:r>
              <a:rPr lang="en-US"/>
              <a:t>a</a:t>
            </a:r>
            <a:r>
              <a:rPr lang="en-US"/>
              <a:t>ll </a:t>
            </a:r>
            <a:r>
              <a:rPr lang="en-US"/>
              <a:t>m</a:t>
            </a:r>
            <a:r>
              <a:rPr lang="en-US"/>
              <a:t>a</a:t>
            </a:r>
            <a:r>
              <a:rPr lang="en-US"/>
              <a:t>n</a:t>
            </a:r>
            <a:r>
              <a:rPr lang="en-US"/>
              <a:t>a</a:t>
            </a:r>
            <a:r>
              <a:rPr lang="en-US"/>
              <a:t>g</a:t>
            </a:r>
            <a:r>
              <a:rPr lang="en-US"/>
              <a:t>e</a:t>
            </a:r>
            <a:r>
              <a:rPr lang="en-US"/>
              <a:t>m</a:t>
            </a:r>
            <a:r>
              <a:rPr lang="en-US"/>
              <a:t>e</a:t>
            </a:r>
            <a:r>
              <a:rPr lang="en-US"/>
              <a:t>n</a:t>
            </a:r>
            <a:r>
              <a:rPr lang="en-US"/>
              <a:t>t</a:t>
            </a:r>
            <a:r>
              <a:rPr lang="en-US"/>
              <a:t> </a:t>
            </a:r>
            <a:r>
              <a:rPr lang="en-US"/>
              <a:t>t</a:t>
            </a:r>
            <a:r>
              <a:rPr lang="en-US"/>
              <a:t>h</a:t>
            </a:r>
            <a:r>
              <a:rPr lang="en-US"/>
              <a:t>a</a:t>
            </a:r>
            <a:r>
              <a:rPr lang="en-US"/>
              <a:t>t</a:t>
            </a:r>
            <a:r>
              <a:rPr lang="en-US"/>
              <a:t> </a:t>
            </a:r>
            <a:r>
              <a:rPr lang="en-US"/>
              <a:t>d</a:t>
            </a:r>
            <a:r>
              <a:rPr lang="en-US"/>
              <a:t>e</a:t>
            </a:r>
            <a:r>
              <a:rPr lang="en-US"/>
              <a:t>t</a:t>
            </a:r>
            <a:r>
              <a:rPr lang="en-US"/>
              <a:t>e</a:t>
            </a:r>
            <a:r>
              <a:rPr lang="en-US"/>
              <a:t>rmine </a:t>
            </a:r>
            <a:r>
              <a:rPr lang="en-US"/>
              <a:t>t</a:t>
            </a:r>
            <a:r>
              <a:rPr lang="en-US"/>
              <a:t>h</a:t>
            </a:r>
            <a:r>
              <a:rPr lang="en-US"/>
              <a:t>e</a:t>
            </a:r>
            <a:r>
              <a:rPr lang="en-US"/>
              <a:t> </a:t>
            </a:r>
            <a:r>
              <a:rPr lang="en-US"/>
              <a:t>q</a:t>
            </a:r>
            <a:r>
              <a:rPr lang="en-US"/>
              <a:t>u</a:t>
            </a:r>
            <a:r>
              <a:rPr lang="en-US"/>
              <a:t>a</a:t>
            </a:r>
            <a:r>
              <a:rPr lang="en-US"/>
              <a:t>l</a:t>
            </a:r>
            <a:r>
              <a:rPr lang="en-US"/>
              <a:t>i</a:t>
            </a:r>
            <a:r>
              <a:rPr lang="en-US"/>
              <a:t>ty </a:t>
            </a:r>
            <a:r>
              <a:rPr lang="en-US"/>
              <a:t>p</a:t>
            </a:r>
            <a:r>
              <a:rPr lang="en-US"/>
              <a:t>o</a:t>
            </a:r>
            <a:r>
              <a:rPr lang="en-US"/>
              <a:t>l</a:t>
            </a:r>
            <a:r>
              <a:rPr lang="en-US"/>
              <a:t>i</a:t>
            </a:r>
            <a:r>
              <a:rPr lang="en-US"/>
              <a:t>c</a:t>
            </a:r>
            <a:r>
              <a:rPr lang="en-US"/>
              <a:t>y</a:t>
            </a:r>
            <a:r>
              <a:rPr lang="en-US"/>
              <a:t>,</a:t>
            </a:r>
            <a:r>
              <a:rPr lang="en-US"/>
              <a:t> </a:t>
            </a:r>
            <a:r>
              <a:rPr lang="en-US"/>
              <a:t>o</a:t>
            </a:r>
            <a:r>
              <a:rPr lang="en-US"/>
              <a:t>b</a:t>
            </a:r>
            <a:r>
              <a:rPr lang="en-US"/>
              <a:t>jectives</a:t>
            </a:r>
            <a:r>
              <a:rPr lang="en-US"/>
              <a:t>,</a:t>
            </a:r>
            <a:r>
              <a:rPr lang="en-US"/>
              <a:t> </a:t>
            </a:r>
            <a:r>
              <a:rPr lang="en-US"/>
              <a:t>a</a:t>
            </a:r>
            <a:r>
              <a:rPr lang="en-US"/>
              <a:t>n</a:t>
            </a:r>
            <a:r>
              <a:rPr lang="en-US"/>
              <a:t>d</a:t>
            </a:r>
            <a:r>
              <a:rPr lang="en-US"/>
              <a:t> </a:t>
            </a:r>
            <a:r>
              <a:rPr lang="en-US"/>
              <a:t>r</a:t>
            </a:r>
            <a:r>
              <a:rPr lang="en-US"/>
              <a:t>e</a:t>
            </a:r>
            <a:r>
              <a:rPr lang="en-US"/>
              <a:t>s</a:t>
            </a:r>
            <a:r>
              <a:rPr lang="en-US"/>
              <a:t>p</a:t>
            </a:r>
            <a:r>
              <a:rPr lang="en-US"/>
              <a:t>o</a:t>
            </a:r>
            <a:r>
              <a:rPr lang="en-US"/>
              <a:t>n</a:t>
            </a:r>
            <a:r>
              <a:rPr lang="en-US"/>
              <a:t>s</a:t>
            </a:r>
            <a:r>
              <a:rPr lang="en-US"/>
              <a:t>i</a:t>
            </a:r>
            <a:r>
              <a:rPr lang="en-US"/>
              <a:t>b</a:t>
            </a:r>
            <a:r>
              <a:rPr lang="en-US"/>
              <a:t>i</a:t>
            </a:r>
            <a:r>
              <a:rPr lang="en-US"/>
              <a:t>l</a:t>
            </a:r>
            <a:r>
              <a:rPr lang="en-US"/>
              <a:t>i</a:t>
            </a:r>
            <a:r>
              <a:rPr lang="en-US"/>
              <a:t>t</a:t>
            </a:r>
            <a:r>
              <a:rPr lang="en-US"/>
              <a:t>i</a:t>
            </a:r>
            <a:r>
              <a:rPr lang="en-US"/>
              <a:t>e</a:t>
            </a:r>
            <a:r>
              <a:rPr lang="en-US"/>
              <a:t>s</a:t>
            </a:r>
            <a:r>
              <a:rPr lang="en-US"/>
              <a:t> </a:t>
            </a:r>
            <a:r>
              <a:rPr lang="en-US"/>
              <a:t>a</a:t>
            </a:r>
            <a:r>
              <a:rPr lang="en-US"/>
              <a:t>n</a:t>
            </a:r>
            <a:r>
              <a:rPr lang="en-US"/>
              <a:t>d</a:t>
            </a:r>
            <a:r>
              <a:rPr lang="en-US"/>
              <a:t> </a:t>
            </a:r>
            <a:r>
              <a:rPr lang="en-US"/>
              <a:t>i</a:t>
            </a:r>
            <a:r>
              <a:rPr lang="en-US"/>
              <a:t>m</a:t>
            </a:r>
            <a:r>
              <a:rPr lang="en-US"/>
              <a:t>p</a:t>
            </a:r>
            <a:r>
              <a:rPr lang="en-US"/>
              <a:t>l</a:t>
            </a:r>
            <a:r>
              <a:rPr lang="en-US"/>
              <a:t>e</a:t>
            </a:r>
            <a:r>
              <a:rPr lang="en-US"/>
              <a:t>ment </a:t>
            </a:r>
            <a:r>
              <a:rPr lang="en-US"/>
              <a:t>t</a:t>
            </a:r>
            <a:r>
              <a:rPr lang="en-US"/>
              <a:t>h</a:t>
            </a:r>
            <a:r>
              <a:rPr lang="en-US"/>
              <a:t>e</a:t>
            </a:r>
            <a:r>
              <a:rPr lang="en-US"/>
              <a:t>m</a:t>
            </a:r>
            <a:r>
              <a:rPr lang="en-US"/>
              <a:t> </a:t>
            </a:r>
            <a:r>
              <a:rPr lang="en-US"/>
              <a:t>w</a:t>
            </a:r>
            <a:r>
              <a:rPr lang="en-US"/>
              <a:t>i</a:t>
            </a:r>
            <a:r>
              <a:rPr lang="en-US"/>
              <a:t>t</a:t>
            </a:r>
            <a:r>
              <a:rPr lang="en-US"/>
              <a:t>h</a:t>
            </a:r>
            <a:r>
              <a:rPr lang="en-US"/>
              <a:t>i</a:t>
            </a:r>
            <a:r>
              <a:rPr lang="en-US"/>
              <a:t>n</a:t>
            </a:r>
            <a:r>
              <a:rPr lang="en-US"/>
              <a:t> </a:t>
            </a:r>
            <a:r>
              <a:rPr lang="en-US"/>
              <a:t>t</a:t>
            </a:r>
            <a:r>
              <a:rPr lang="en-US"/>
              <a:t>h</a:t>
            </a:r>
            <a:r>
              <a:rPr lang="en-US"/>
              <a:t>e</a:t>
            </a:r>
            <a:r>
              <a:rPr lang="en-US"/>
              <a:t> </a:t>
            </a:r>
            <a:r>
              <a:rPr lang="en-US"/>
              <a:t>quality </a:t>
            </a:r>
            <a:r>
              <a:rPr lang="en-US"/>
              <a:t>s</a:t>
            </a:r>
            <a:r>
              <a:rPr lang="en-US"/>
              <a:t>y</a:t>
            </a:r>
            <a:r>
              <a:rPr lang="en-US"/>
              <a:t>s</a:t>
            </a:r>
            <a:r>
              <a:rPr lang="en-US"/>
              <a:t>tem</a:t>
            </a:r>
            <a:r>
              <a:rPr lang="en-US"/>
              <a:t>.</a:t>
            </a:r>
            <a:endParaRPr lang="en-US"/>
          </a:p>
        </p:txBody>
      </p:sp>
    </p:spTree>
  </p:cSld>
  <p:clrMapOvr>
    <a:masterClrMapping/>
  </p:clrMapOvr>
  <p:transition spd="slow" advClick="1">
    <p:wipe dir="l"/>
  </p:transition>
</p:sld>
</file>

<file path=ppt/slides/slide4.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92" name=""/>
        <p:cNvGrpSpPr/>
        <p:nvPr/>
      </p:nvGrpSpPr>
      <p:grpSpPr>
        <a:xfrm rot="0">
          <a:off x="0" y="0"/>
          <a:ext cx="0" cy="0"/>
          <a:chOff x="0" y="0"/>
          <a:chExt cx="0" cy="0"/>
        </a:xfrm>
      </p:grpSpPr>
      <p:pic>
        <p:nvPicPr>
          <p:cNvPr id="2097153" name="图片 2" descr=""/>
          <p:cNvPicPr>
            <a:picLocks/>
          </p:cNvPicPr>
          <p:nvPr/>
        </p:nvPicPr>
        <p:blipFill>
          <a:blip xmlns:r="http://schemas.openxmlformats.org/officeDocument/2006/relationships" r:embed="rId2"/>
          <a:srcRect l="0" t="0" r="0" b="0"/>
          <a:stretch>
            <a:fillRect/>
          </a:stretch>
        </p:blipFill>
        <p:spPr>
          <a:xfrm rot="0">
            <a:off x="4973637" y="196850"/>
            <a:ext cx="7010400" cy="6413500"/>
          </a:xfrm>
          <a:prstGeom prst="rect"/>
          <a:noFill/>
          <a:ln>
            <a:noFill/>
          </a:ln>
        </p:spPr>
      </p:pic>
      <p:grpSp>
        <p:nvGrpSpPr>
          <p:cNvPr id="93" name=""/>
          <p:cNvGrpSpPr/>
          <p:nvPr/>
        </p:nvGrpSpPr>
        <p:grpSpPr>
          <a:xfrm rot="0">
            <a:off x="5159375" y="519112"/>
            <a:ext cx="6767512" cy="1057275"/>
            <a:chOff x="5223361" y="509145"/>
            <a:chExt cx="6767276" cy="1058397"/>
          </a:xfrm>
        </p:grpSpPr>
        <p:grpSp>
          <p:nvGrpSpPr>
            <p:cNvPr id="94" name=""/>
            <p:cNvGrpSpPr/>
            <p:nvPr/>
          </p:nvGrpSpPr>
          <p:grpSpPr>
            <a:xfrm rot="0">
              <a:off x="5223361" y="509145"/>
              <a:ext cx="6767276" cy="1046022"/>
              <a:chOff x="5288676" y="583790"/>
              <a:chExt cx="6767276" cy="1046022"/>
            </a:xfrm>
          </p:grpSpPr>
          <p:grpSp>
            <p:nvGrpSpPr>
              <p:cNvPr id="95" name=""/>
              <p:cNvGrpSpPr/>
              <p:nvPr/>
            </p:nvGrpSpPr>
            <p:grpSpPr>
              <a:xfrm rot="0">
                <a:off x="5288676" y="583790"/>
                <a:ext cx="925140" cy="1046022"/>
                <a:chOff x="3175795" y="4713647"/>
                <a:chExt cx="1314630" cy="1486404"/>
              </a:xfrm>
            </p:grpSpPr>
            <p:grpSp>
              <p:nvGrpSpPr>
                <p:cNvPr id="96" name=""/>
                <p:cNvGrpSpPr/>
                <p:nvPr/>
              </p:nvGrpSpPr>
              <p:grpSpPr>
                <a:xfrm rot="0">
                  <a:off x="3175795" y="4713647"/>
                  <a:ext cx="1314630" cy="1424030"/>
                  <a:chOff x="0" y="0"/>
                  <a:chExt cx="2562" cy="2770"/>
                </a:xfrm>
              </p:grpSpPr>
              <p:sp>
                <p:nvSpPr>
                  <p:cNvPr id="1048638" name="Oval 3"/>
                  <p:cNvSpPr/>
                  <p:nvPr/>
                </p:nvSpPr>
                <p:spPr>
                  <a:xfrm rot="0">
                    <a:off x="404" y="426"/>
                    <a:ext cx="1741" cy="1744"/>
                  </a:xfrm>
                  <a:prstGeom prst="ellipse"/>
                  <a:solidFill>
                    <a:srgbClr val="3CBDDA"/>
                  </a:solidFill>
                  <a:ln>
                    <a:noFill/>
                  </a:ln>
                </p:spPr>
                <p:txBody>
                  <a:bodyPr anchor="ctr" bIns="56388" lIns="108204" rIns="108204" tIns="56388" vert="horz" wrap="none"/>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5200" lang="zh-CN">
                      <a:solidFill>
                        <a:srgbClr val="FFFFFF"/>
                      </a:solidFill>
                      <a:latin typeface="Impact" pitchFamily="34" charset="0"/>
                      <a:ea typeface="宋体" pitchFamily="2" charset="-122"/>
                    </a:endParaRPr>
                  </a:p>
                </p:txBody>
              </p:sp>
              <p:pic>
                <p:nvPicPr>
                  <p:cNvPr id="2097154" name="Picture 4" descr="00"/>
                  <p:cNvPicPr>
                    <a:picLocks/>
                  </p:cNvPicPr>
                  <p:nvPr/>
                </p:nvPicPr>
                <p:blipFill>
                  <a:blip xmlns:r="http://schemas.openxmlformats.org/officeDocument/2006/relationships" r:embed="rId3"/>
                  <a:srcRect l="4005" t="3050" r="5560" b="2527"/>
                  <a:stretch>
                    <a:fillRect/>
                  </a:stretch>
                </p:blipFill>
                <p:spPr>
                  <a:xfrm rot="0">
                    <a:off x="0" y="0"/>
                    <a:ext cx="2562" cy="2770"/>
                  </a:xfrm>
                  <a:prstGeom prst="rect"/>
                  <a:noFill/>
                  <a:ln>
                    <a:noFill/>
                  </a:ln>
                </p:spPr>
              </p:pic>
            </p:grpSp>
            <p:sp>
              <p:nvSpPr>
                <p:cNvPr id="1048639" name="文本框 36"/>
                <p:cNvSpPr txBox="1"/>
                <p:nvPr/>
              </p:nvSpPr>
              <p:spPr>
                <a:xfrm rot="0">
                  <a:off x="3551418" y="5058284"/>
                  <a:ext cx="324234" cy="1141767"/>
                </a:xfrm>
                <a:prstGeom prst="rect"/>
                <a:noFill/>
                <a:ln>
                  <a:noFill/>
                </a:ln>
              </p:spPr>
              <p:txBody>
                <a:bodyPr anchor="t" bIns="45720" lIns="91440" rIns="91440" tIns="45720" vert="horz">
                  <a:spAutoFit/>
                </a:bodyPr>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lvl="0"/>
                  <a:r>
                    <a:rPr altLang="zh-CN" b="1" sz="2400" lang="en-US">
                      <a:solidFill>
                        <a:srgbClr val="FFFFFF"/>
                      </a:solidFill>
                      <a:latin typeface="微软雅黑" pitchFamily="34" charset="-122"/>
                      <a:ea typeface="微软雅黑" pitchFamily="34" charset="-122"/>
                    </a:rPr>
                    <a:t>A</a:t>
                  </a:r>
                </a:p>
              </p:txBody>
            </p:sp>
          </p:grpSp>
          <p:sp>
            <p:nvSpPr>
              <p:cNvPr id="1048640" name="矩形 7"/>
              <p:cNvSpPr/>
              <p:nvPr/>
            </p:nvSpPr>
            <p:spPr>
              <a:xfrm rot="0">
                <a:off x="6195698" y="700753"/>
                <a:ext cx="5860254" cy="447515"/>
              </a:xfrm>
              <a:prstGeom prst="rect"/>
              <a:noFill/>
              <a:ln>
                <a:noFill/>
              </a:ln>
            </p:spPr>
            <p:txBody>
              <a:bodyPr anchor="t" bIns="45720" lIns="91440" rIns="91440" tIns="45720" vert="horz">
                <a:spAutoFit/>
              </a:bodyPr>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algn="just" lvl="0">
                  <a:buFont typeface="Arial" pitchFamily="34" charset="0"/>
                  <a:buNone/>
                </a:pPr>
                <a:r>
                  <a:rPr altLang="en-US" sz="2400" lang="en-US">
                    <a:solidFill>
                      <a:srgbClr val="FFFFFF"/>
                    </a:solidFill>
                    <a:latin typeface="微软雅黑" pitchFamily="34" charset="-122"/>
                    <a:ea typeface="微软雅黑" pitchFamily="34" charset="-122"/>
                  </a:rPr>
                  <a:t> OBJECTIVES </a:t>
                </a:r>
                <a:endParaRPr altLang="en-US" lang="zh-CN"/>
              </a:p>
            </p:txBody>
          </p:sp>
        </p:grpSp>
        <p:cxnSp>
          <p:nvCxnSpPr>
            <p:cNvPr id="3145735" name="直接连接符 68"/>
            <p:cNvCxnSpPr>
              <a:cxnSpLocks/>
            </p:cNvCxnSpPr>
            <p:nvPr/>
          </p:nvCxnSpPr>
          <p:spPr>
            <a:xfrm rot="0">
              <a:off x="6223567" y="1567542"/>
              <a:ext cx="5626555" cy="0"/>
            </a:xfrm>
            <a:prstGeom prst="line"/>
            <a:noFill/>
            <a:ln w="6350" cap="flat" cmpd="sng">
              <a:solidFill>
                <a:schemeClr val="lt1">
                  <a:alpha val="100000"/>
                </a:schemeClr>
              </a:solidFill>
              <a:prstDash val="dash"/>
              <a:miter/>
            </a:ln>
          </p:spPr>
        </p:cxnSp>
      </p:grpSp>
      <p:grpSp>
        <p:nvGrpSpPr>
          <p:cNvPr id="97" name=""/>
          <p:cNvGrpSpPr/>
          <p:nvPr/>
        </p:nvGrpSpPr>
        <p:grpSpPr>
          <a:xfrm rot="0">
            <a:off x="5159375" y="1703387"/>
            <a:ext cx="6761162" cy="1045116"/>
            <a:chOff x="5223361" y="1693853"/>
            <a:chExt cx="6760700" cy="1045346"/>
          </a:xfrm>
        </p:grpSpPr>
        <p:grpSp>
          <p:nvGrpSpPr>
            <p:cNvPr id="98" name=""/>
            <p:cNvGrpSpPr/>
            <p:nvPr/>
          </p:nvGrpSpPr>
          <p:grpSpPr>
            <a:xfrm rot="0">
              <a:off x="5223361" y="1693853"/>
              <a:ext cx="6760700" cy="1045346"/>
              <a:chOff x="5288676" y="1796491"/>
              <a:chExt cx="6760700" cy="1045346"/>
            </a:xfrm>
          </p:grpSpPr>
          <p:grpSp>
            <p:nvGrpSpPr>
              <p:cNvPr id="99" name=""/>
              <p:cNvGrpSpPr/>
              <p:nvPr/>
            </p:nvGrpSpPr>
            <p:grpSpPr>
              <a:xfrm rot="0">
                <a:off x="5288676" y="1796491"/>
                <a:ext cx="925140" cy="1045346"/>
                <a:chOff x="4274508" y="2615224"/>
                <a:chExt cx="1314630" cy="1485444"/>
              </a:xfrm>
            </p:grpSpPr>
            <p:grpSp>
              <p:nvGrpSpPr>
                <p:cNvPr id="100" name=""/>
                <p:cNvGrpSpPr/>
                <p:nvPr/>
              </p:nvGrpSpPr>
              <p:grpSpPr>
                <a:xfrm rot="0">
                  <a:off x="4274508" y="2615224"/>
                  <a:ext cx="1314630" cy="1424030"/>
                  <a:chOff x="0" y="0"/>
                  <a:chExt cx="2562" cy="2770"/>
                </a:xfrm>
              </p:grpSpPr>
              <p:sp>
                <p:nvSpPr>
                  <p:cNvPr id="1048641" name="Oval 3"/>
                  <p:cNvSpPr/>
                  <p:nvPr/>
                </p:nvSpPr>
                <p:spPr>
                  <a:xfrm rot="0">
                    <a:off x="404" y="426"/>
                    <a:ext cx="1741" cy="1742"/>
                  </a:xfrm>
                  <a:prstGeom prst="ellipse"/>
                  <a:solidFill>
                    <a:srgbClr val="FFC000"/>
                  </a:solidFill>
                  <a:ln>
                    <a:noFill/>
                  </a:ln>
                </p:spPr>
                <p:txBody>
                  <a:bodyPr anchor="ctr" bIns="56388" lIns="108204" rIns="108204" tIns="56388" vert="horz" wrap="none"/>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5200" lang="zh-CN">
                      <a:solidFill>
                        <a:srgbClr val="FFFFFF"/>
                      </a:solidFill>
                      <a:latin typeface="Impact" pitchFamily="34" charset="0"/>
                      <a:ea typeface="宋体" pitchFamily="2" charset="-122"/>
                    </a:endParaRPr>
                  </a:p>
                </p:txBody>
              </p:sp>
              <p:pic>
                <p:nvPicPr>
                  <p:cNvPr id="2097155" name="Picture 4" descr="00"/>
                  <p:cNvPicPr>
                    <a:picLocks/>
                  </p:cNvPicPr>
                  <p:nvPr/>
                </p:nvPicPr>
                <p:blipFill>
                  <a:blip xmlns:r="http://schemas.openxmlformats.org/officeDocument/2006/relationships" r:embed="rId3"/>
                  <a:srcRect l="4005" t="3050" r="5560" b="2527"/>
                  <a:stretch>
                    <a:fillRect/>
                  </a:stretch>
                </p:blipFill>
                <p:spPr>
                  <a:xfrm rot="0">
                    <a:off x="0" y="0"/>
                    <a:ext cx="2562" cy="2770"/>
                  </a:xfrm>
                  <a:prstGeom prst="rect"/>
                  <a:noFill/>
                  <a:ln>
                    <a:noFill/>
                  </a:ln>
                </p:spPr>
              </p:pic>
            </p:grpSp>
            <p:sp>
              <p:nvSpPr>
                <p:cNvPr id="1048642" name="文本框 41"/>
                <p:cNvSpPr txBox="1"/>
                <p:nvPr/>
              </p:nvSpPr>
              <p:spPr>
                <a:xfrm rot="0">
                  <a:off x="4659020" y="2959861"/>
                  <a:ext cx="324234" cy="1140807"/>
                </a:xfrm>
                <a:prstGeom prst="rect"/>
                <a:noFill/>
                <a:ln>
                  <a:noFill/>
                </a:ln>
              </p:spPr>
              <p:txBody>
                <a:bodyPr anchor="t" bIns="45720" lIns="91440" rIns="91440" tIns="45720" vert="horz">
                  <a:spAutoFit/>
                </a:bodyPr>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lvl="0"/>
                  <a:r>
                    <a:rPr altLang="zh-CN" b="1" sz="2400" lang="en-US">
                      <a:solidFill>
                        <a:srgbClr val="FFFFFF"/>
                      </a:solidFill>
                      <a:latin typeface="微软雅黑" pitchFamily="34" charset="-122"/>
                      <a:ea typeface="微软雅黑" pitchFamily="34" charset="-122"/>
                    </a:rPr>
                    <a:t>B</a:t>
                  </a:r>
                </a:p>
              </p:txBody>
            </p:sp>
          </p:grpSp>
          <p:sp>
            <p:nvSpPr>
              <p:cNvPr id="1048643" name="矩形 61"/>
              <p:cNvSpPr/>
              <p:nvPr/>
            </p:nvSpPr>
            <p:spPr>
              <a:xfrm rot="0">
                <a:off x="6209844" y="1903021"/>
                <a:ext cx="5839532" cy="510652"/>
              </a:xfrm>
              <a:prstGeom prst="rect"/>
              <a:noFill/>
              <a:ln>
                <a:noFill/>
              </a:ln>
            </p:spPr>
            <p:txBody>
              <a:bodyPr anchor="t" bIns="45720" lIns="91440" rIns="91440" tIns="45720" vert="horz">
                <a:spAutoFit/>
              </a:bodyPr>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algn="just" lvl="0">
                  <a:buFont typeface="Arial" pitchFamily="34" charset="0"/>
                  <a:buNone/>
                </a:pPr>
                <a:r>
                  <a:rPr altLang="en-US" sz="2800" lang="en-US">
                    <a:solidFill>
                      <a:srgbClr val="FFFFFF"/>
                    </a:solidFill>
                    <a:latin typeface="微软雅黑" pitchFamily="34" charset="-122"/>
                    <a:ea typeface="微软雅黑" pitchFamily="34" charset="-122"/>
                  </a:rPr>
                  <a:t> </a:t>
                </a:r>
                <a:r>
                  <a:rPr altLang="en-US" sz="2400" lang="en-US">
                    <a:solidFill>
                      <a:srgbClr val="FFFFFF"/>
                    </a:solidFill>
                    <a:latin typeface="微软雅黑" pitchFamily="34" charset="-122"/>
                    <a:ea typeface="微软雅黑" pitchFamily="34" charset="-122"/>
                  </a:rPr>
                  <a:t>QUALITY </a:t>
                </a:r>
                <a:r>
                  <a:rPr altLang="en-US" sz="2400" lang="en-US">
                    <a:solidFill>
                      <a:srgbClr val="FFFFFF"/>
                    </a:solidFill>
                    <a:latin typeface="微软雅黑" pitchFamily="34" charset="-122"/>
                    <a:ea typeface="微软雅黑" pitchFamily="34" charset="-122"/>
                  </a:rPr>
                  <a:t>P</a:t>
                </a:r>
                <a:r>
                  <a:rPr altLang="en-US" sz="2400" lang="en-US">
                    <a:solidFill>
                      <a:srgbClr val="FFFFFF"/>
                    </a:solidFill>
                    <a:latin typeface="微软雅黑" pitchFamily="34" charset="-122"/>
                    <a:ea typeface="微软雅黑" pitchFamily="34" charset="-122"/>
                  </a:rPr>
                  <a:t>L</a:t>
                </a:r>
                <a:r>
                  <a:rPr altLang="en-US" sz="2400" lang="en-US">
                    <a:solidFill>
                      <a:srgbClr val="FFFFFF"/>
                    </a:solidFill>
                    <a:latin typeface="微软雅黑" pitchFamily="34" charset="-122"/>
                    <a:ea typeface="微软雅黑" pitchFamily="34" charset="-122"/>
                  </a:rPr>
                  <a:t>A</a:t>
                </a:r>
                <a:r>
                  <a:rPr altLang="en-US" sz="2400" lang="en-US">
                    <a:solidFill>
                      <a:srgbClr val="FFFFFF"/>
                    </a:solidFill>
                    <a:latin typeface="微软雅黑" pitchFamily="34" charset="-122"/>
                    <a:ea typeface="微软雅黑" pitchFamily="34" charset="-122"/>
                  </a:rPr>
                  <a:t>N</a:t>
                </a:r>
                <a:r>
                  <a:rPr altLang="en-US" sz="2400" lang="en-US">
                    <a:solidFill>
                      <a:srgbClr val="FFFFFF"/>
                    </a:solidFill>
                    <a:latin typeface="微软雅黑" pitchFamily="34" charset="-122"/>
                    <a:ea typeface="微软雅黑" pitchFamily="34" charset="-122"/>
                  </a:rPr>
                  <a:t>N</a:t>
                </a:r>
                <a:r>
                  <a:rPr altLang="en-US" sz="2400" lang="en-US">
                    <a:solidFill>
                      <a:srgbClr val="FFFFFF"/>
                    </a:solidFill>
                    <a:latin typeface="微软雅黑" pitchFamily="34" charset="-122"/>
                    <a:ea typeface="微软雅黑" pitchFamily="34" charset="-122"/>
                  </a:rPr>
                  <a:t>ING </a:t>
                </a:r>
                <a:endParaRPr altLang="en-US" lang="zh-CN"/>
              </a:p>
            </p:txBody>
          </p:sp>
        </p:grpSp>
        <p:cxnSp>
          <p:nvCxnSpPr>
            <p:cNvPr id="3145736" name="直接连接符 69"/>
            <p:cNvCxnSpPr>
              <a:cxnSpLocks/>
            </p:cNvCxnSpPr>
            <p:nvPr/>
          </p:nvCxnSpPr>
          <p:spPr>
            <a:xfrm rot="0">
              <a:off x="6213893" y="2705312"/>
              <a:ext cx="5627303" cy="0"/>
            </a:xfrm>
            <a:prstGeom prst="line"/>
            <a:noFill/>
            <a:ln w="6350" cap="flat" cmpd="sng">
              <a:solidFill>
                <a:schemeClr val="lt1">
                  <a:alpha val="100000"/>
                </a:schemeClr>
              </a:solidFill>
              <a:prstDash val="dash"/>
              <a:miter/>
            </a:ln>
          </p:spPr>
        </p:cxnSp>
      </p:grpSp>
      <p:grpSp>
        <p:nvGrpSpPr>
          <p:cNvPr id="101" name=""/>
          <p:cNvGrpSpPr/>
          <p:nvPr/>
        </p:nvGrpSpPr>
        <p:grpSpPr>
          <a:xfrm rot="0">
            <a:off x="5159375" y="2933700"/>
            <a:ext cx="6753225" cy="1100137"/>
            <a:chOff x="5223361" y="2925216"/>
            <a:chExt cx="6753969" cy="1098822"/>
          </a:xfrm>
        </p:grpSpPr>
        <p:grpSp>
          <p:nvGrpSpPr>
            <p:cNvPr id="102" name=""/>
            <p:cNvGrpSpPr/>
            <p:nvPr/>
          </p:nvGrpSpPr>
          <p:grpSpPr>
            <a:xfrm rot="0">
              <a:off x="5223361" y="2925216"/>
              <a:ext cx="6753969" cy="1040434"/>
              <a:chOff x="5288676" y="3009192"/>
              <a:chExt cx="6753969" cy="1040434"/>
            </a:xfrm>
          </p:grpSpPr>
          <p:grpSp>
            <p:nvGrpSpPr>
              <p:cNvPr id="103" name=""/>
              <p:cNvGrpSpPr/>
              <p:nvPr/>
            </p:nvGrpSpPr>
            <p:grpSpPr>
              <a:xfrm rot="0">
                <a:off x="5288676" y="3009192"/>
                <a:ext cx="925140" cy="1040434"/>
                <a:chOff x="6608979" y="2615224"/>
                <a:chExt cx="1314630" cy="1478464"/>
              </a:xfrm>
            </p:grpSpPr>
            <p:grpSp>
              <p:nvGrpSpPr>
                <p:cNvPr id="104" name=""/>
                <p:cNvGrpSpPr/>
                <p:nvPr/>
              </p:nvGrpSpPr>
              <p:grpSpPr>
                <a:xfrm rot="0">
                  <a:off x="6608979" y="2615224"/>
                  <a:ext cx="1314630" cy="1424030"/>
                  <a:chOff x="0" y="0"/>
                  <a:chExt cx="2562" cy="2770"/>
                </a:xfrm>
              </p:grpSpPr>
              <p:sp>
                <p:nvSpPr>
                  <p:cNvPr id="1048644" name="Oval 3"/>
                  <p:cNvSpPr/>
                  <p:nvPr/>
                </p:nvSpPr>
                <p:spPr>
                  <a:xfrm rot="0">
                    <a:off x="405" y="429"/>
                    <a:ext cx="1741" cy="1741"/>
                  </a:xfrm>
                  <a:prstGeom prst="ellipse"/>
                  <a:solidFill>
                    <a:srgbClr val="1F3240"/>
                  </a:solidFill>
                  <a:ln>
                    <a:noFill/>
                  </a:ln>
                </p:spPr>
                <p:txBody>
                  <a:bodyPr anchor="ctr" bIns="56388" lIns="108204" rIns="108204" tIns="56388" vert="horz" wrap="none"/>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5200" lang="zh-CN">
                      <a:solidFill>
                        <a:srgbClr val="FFFFFF"/>
                      </a:solidFill>
                      <a:latin typeface="Impact" pitchFamily="34" charset="0"/>
                      <a:ea typeface="宋体" pitchFamily="2" charset="-122"/>
                    </a:endParaRPr>
                  </a:p>
                </p:txBody>
              </p:sp>
              <p:pic>
                <p:nvPicPr>
                  <p:cNvPr id="2097156" name="Picture 4" descr="00"/>
                  <p:cNvPicPr>
                    <a:picLocks/>
                  </p:cNvPicPr>
                  <p:nvPr/>
                </p:nvPicPr>
                <p:blipFill>
                  <a:blip xmlns:r="http://schemas.openxmlformats.org/officeDocument/2006/relationships" r:embed="rId3"/>
                  <a:srcRect l="4005" t="3050" r="5560" b="2527"/>
                  <a:stretch>
                    <a:fillRect/>
                  </a:stretch>
                </p:blipFill>
                <p:spPr>
                  <a:xfrm rot="0">
                    <a:off x="0" y="0"/>
                    <a:ext cx="2562" cy="2770"/>
                  </a:xfrm>
                  <a:prstGeom prst="rect"/>
                  <a:noFill/>
                  <a:ln>
                    <a:noFill/>
                  </a:ln>
                </p:spPr>
              </p:pic>
            </p:grpSp>
            <p:sp>
              <p:nvSpPr>
                <p:cNvPr id="1048645" name="文本框 49"/>
                <p:cNvSpPr txBox="1"/>
                <p:nvPr/>
              </p:nvSpPr>
              <p:spPr>
                <a:xfrm rot="0">
                  <a:off x="6983586" y="2954495"/>
                  <a:ext cx="324234" cy="1139193"/>
                </a:xfrm>
                <a:prstGeom prst="rect"/>
                <a:noFill/>
                <a:ln>
                  <a:noFill/>
                </a:ln>
              </p:spPr>
              <p:txBody>
                <a:bodyPr anchor="t" bIns="45720" lIns="91440" rIns="91440" tIns="45720" vert="horz">
                  <a:spAutoFit/>
                </a:bodyPr>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lvl="0"/>
                  <a:r>
                    <a:rPr altLang="zh-CN" b="1" sz="2400" lang="en-US">
                      <a:solidFill>
                        <a:srgbClr val="FFFFFF"/>
                      </a:solidFill>
                      <a:latin typeface="微软雅黑" pitchFamily="34" charset="-122"/>
                      <a:ea typeface="微软雅黑" pitchFamily="34" charset="-122"/>
                    </a:rPr>
                    <a:t>C</a:t>
                  </a:r>
                </a:p>
              </p:txBody>
            </p:sp>
          </p:grpSp>
          <p:sp>
            <p:nvSpPr>
              <p:cNvPr id="1048646" name="矩形 63"/>
              <p:cNvSpPr/>
              <p:nvPr/>
            </p:nvSpPr>
            <p:spPr>
              <a:xfrm rot="0">
                <a:off x="6226674" y="3186838"/>
                <a:ext cx="5815971" cy="446505"/>
              </a:xfrm>
              <a:prstGeom prst="rect"/>
              <a:noFill/>
              <a:ln>
                <a:noFill/>
              </a:ln>
            </p:spPr>
            <p:txBody>
              <a:bodyPr anchor="t" bIns="45720" lIns="91440" rIns="91440" tIns="45720" vert="horz">
                <a:spAutoFit/>
              </a:bodyPr>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algn="just" lvl="0">
                  <a:buFont typeface="Arial" pitchFamily="34" charset="0"/>
                  <a:buNone/>
                </a:pPr>
                <a:r>
                  <a:rPr altLang="en-US" sz="2400" lang="en-US">
                    <a:solidFill>
                      <a:srgbClr val="FFFFFF"/>
                    </a:solidFill>
                    <a:latin typeface="微软雅黑" pitchFamily="34" charset="-122"/>
                    <a:ea typeface="微软雅黑" pitchFamily="34" charset="-122"/>
                  </a:rPr>
                  <a:t>Q</a:t>
                </a:r>
                <a:r>
                  <a:rPr altLang="en-US" sz="2400" lang="en-US">
                    <a:solidFill>
                      <a:srgbClr val="FFFFFF"/>
                    </a:solidFill>
                    <a:latin typeface="微软雅黑" pitchFamily="34" charset="-122"/>
                    <a:ea typeface="微软雅黑" pitchFamily="34" charset="-122"/>
                  </a:rPr>
                  <a:t>U</a:t>
                </a:r>
                <a:r>
                  <a:rPr altLang="en-US" sz="2400" lang="en-US">
                    <a:solidFill>
                      <a:srgbClr val="FFFFFF"/>
                    </a:solidFill>
                    <a:latin typeface="微软雅黑" pitchFamily="34" charset="-122"/>
                    <a:ea typeface="微软雅黑" pitchFamily="34" charset="-122"/>
                  </a:rPr>
                  <a:t>A</a:t>
                </a:r>
                <a:r>
                  <a:rPr altLang="en-US" sz="2400" lang="en-US">
                    <a:solidFill>
                      <a:srgbClr val="FFFFFF"/>
                    </a:solidFill>
                    <a:latin typeface="微软雅黑" pitchFamily="34" charset="-122"/>
                    <a:ea typeface="微软雅黑" pitchFamily="34" charset="-122"/>
                  </a:rPr>
                  <a:t>L</a:t>
                </a:r>
                <a:r>
                  <a:rPr altLang="en-US" sz="2400" lang="en-US">
                    <a:solidFill>
                      <a:srgbClr val="FFFFFF"/>
                    </a:solidFill>
                    <a:latin typeface="微软雅黑" pitchFamily="34" charset="-122"/>
                    <a:ea typeface="微软雅黑" pitchFamily="34" charset="-122"/>
                  </a:rPr>
                  <a:t>I</a:t>
                </a:r>
                <a:r>
                  <a:rPr altLang="en-US" sz="2400" lang="en-US">
                    <a:solidFill>
                      <a:srgbClr val="FFFFFF"/>
                    </a:solidFill>
                    <a:latin typeface="微软雅黑" pitchFamily="34" charset="-122"/>
                    <a:ea typeface="微软雅黑" pitchFamily="34" charset="-122"/>
                  </a:rPr>
                  <a:t>TY</a:t>
                </a:r>
                <a:r>
                  <a:rPr altLang="en-US" sz="2400" lang="en-US">
                    <a:solidFill>
                      <a:srgbClr val="FFFFFF"/>
                    </a:solidFill>
                    <a:latin typeface="微软雅黑" pitchFamily="34" charset="-122"/>
                    <a:ea typeface="微软雅黑" pitchFamily="34" charset="-122"/>
                  </a:rPr>
                  <a:t> </a:t>
                </a:r>
                <a:r>
                  <a:rPr altLang="en-US" sz="2400" lang="en-US">
                    <a:solidFill>
                      <a:srgbClr val="FFFFFF"/>
                    </a:solidFill>
                    <a:latin typeface="微软雅黑" pitchFamily="34" charset="-122"/>
                    <a:ea typeface="微软雅黑" pitchFamily="34" charset="-122"/>
                  </a:rPr>
                  <a:t>A</a:t>
                </a:r>
                <a:r>
                  <a:rPr altLang="en-US" sz="2400" lang="en-US">
                    <a:solidFill>
                      <a:srgbClr val="FFFFFF"/>
                    </a:solidFill>
                    <a:latin typeface="微软雅黑" pitchFamily="34" charset="-122"/>
                    <a:ea typeface="微软雅黑" pitchFamily="34" charset="-122"/>
                  </a:rPr>
                  <a:t>S</a:t>
                </a:r>
                <a:r>
                  <a:rPr altLang="en-US" sz="2400" lang="en-US">
                    <a:solidFill>
                      <a:srgbClr val="FFFFFF"/>
                    </a:solidFill>
                    <a:latin typeface="微软雅黑" pitchFamily="34" charset="-122"/>
                    <a:ea typeface="微软雅黑" pitchFamily="34" charset="-122"/>
                  </a:rPr>
                  <a:t>S</a:t>
                </a:r>
                <a:r>
                  <a:rPr altLang="en-US" sz="2400" lang="en-US">
                    <a:solidFill>
                      <a:srgbClr val="FFFFFF"/>
                    </a:solidFill>
                    <a:latin typeface="微软雅黑" pitchFamily="34" charset="-122"/>
                    <a:ea typeface="微软雅黑" pitchFamily="34" charset="-122"/>
                  </a:rPr>
                  <a:t>U</a:t>
                </a:r>
                <a:r>
                  <a:rPr altLang="en-US" sz="2400" lang="en-US">
                    <a:solidFill>
                      <a:srgbClr val="FFFFFF"/>
                    </a:solidFill>
                    <a:latin typeface="微软雅黑" pitchFamily="34" charset="-122"/>
                    <a:ea typeface="微软雅黑" pitchFamily="34" charset="-122"/>
                  </a:rPr>
                  <a:t>R</a:t>
                </a:r>
                <a:r>
                  <a:rPr altLang="en-US" sz="2400" lang="en-US">
                    <a:solidFill>
                      <a:srgbClr val="FFFFFF"/>
                    </a:solidFill>
                    <a:latin typeface="微软雅黑" pitchFamily="34" charset="-122"/>
                    <a:ea typeface="微软雅黑" pitchFamily="34" charset="-122"/>
                  </a:rPr>
                  <a:t>A</a:t>
                </a:r>
                <a:r>
                  <a:rPr altLang="en-US" sz="2400" lang="en-US">
                    <a:solidFill>
                      <a:srgbClr val="FFFFFF"/>
                    </a:solidFill>
                    <a:latin typeface="微软雅黑" pitchFamily="34" charset="-122"/>
                    <a:ea typeface="微软雅黑" pitchFamily="34" charset="-122"/>
                  </a:rPr>
                  <a:t>N</a:t>
                </a:r>
                <a:r>
                  <a:rPr altLang="en-US" sz="2400" lang="en-US">
                    <a:solidFill>
                      <a:srgbClr val="FFFFFF"/>
                    </a:solidFill>
                    <a:latin typeface="微软雅黑" pitchFamily="34" charset="-122"/>
                    <a:ea typeface="微软雅黑" pitchFamily="34" charset="-122"/>
                  </a:rPr>
                  <a:t>CE </a:t>
                </a:r>
                <a:endParaRPr altLang="en-US" lang="zh-CN"/>
              </a:p>
            </p:txBody>
          </p:sp>
        </p:grpSp>
        <p:cxnSp>
          <p:nvCxnSpPr>
            <p:cNvPr id="3145737" name="直接连接符 70"/>
            <p:cNvCxnSpPr>
              <a:cxnSpLocks/>
            </p:cNvCxnSpPr>
            <p:nvPr/>
          </p:nvCxnSpPr>
          <p:spPr>
            <a:xfrm rot="0">
              <a:off x="6233122" y="4024038"/>
              <a:ext cx="5626720" cy="0"/>
            </a:xfrm>
            <a:prstGeom prst="line"/>
            <a:noFill/>
            <a:ln w="6350" cap="flat" cmpd="sng">
              <a:solidFill>
                <a:schemeClr val="lt1">
                  <a:alpha val="100000"/>
                </a:schemeClr>
              </a:solidFill>
              <a:prstDash val="dash"/>
              <a:miter/>
            </a:ln>
          </p:spPr>
        </p:cxnSp>
      </p:grpSp>
      <p:grpSp>
        <p:nvGrpSpPr>
          <p:cNvPr id="105" name=""/>
          <p:cNvGrpSpPr/>
          <p:nvPr/>
        </p:nvGrpSpPr>
        <p:grpSpPr>
          <a:xfrm rot="0">
            <a:off x="5159375" y="4156075"/>
            <a:ext cx="6761162" cy="1119187"/>
            <a:chOff x="5223361" y="4147248"/>
            <a:chExt cx="6760700" cy="1119013"/>
          </a:xfrm>
        </p:grpSpPr>
        <p:grpSp>
          <p:nvGrpSpPr>
            <p:cNvPr id="106" name=""/>
            <p:cNvGrpSpPr/>
            <p:nvPr/>
          </p:nvGrpSpPr>
          <p:grpSpPr>
            <a:xfrm rot="0">
              <a:off x="5223361" y="4147248"/>
              <a:ext cx="6760700" cy="1045045"/>
              <a:chOff x="5288676" y="4221893"/>
              <a:chExt cx="6760700" cy="1045045"/>
            </a:xfrm>
          </p:grpSpPr>
          <p:grpSp>
            <p:nvGrpSpPr>
              <p:cNvPr id="107" name=""/>
              <p:cNvGrpSpPr/>
              <p:nvPr/>
            </p:nvGrpSpPr>
            <p:grpSpPr>
              <a:xfrm rot="0">
                <a:off x="5288676" y="4221893"/>
                <a:ext cx="925140" cy="1045045"/>
                <a:chOff x="9503362" y="2935778"/>
                <a:chExt cx="1314630" cy="1485016"/>
              </a:xfrm>
            </p:grpSpPr>
            <p:grpSp>
              <p:nvGrpSpPr>
                <p:cNvPr id="108" name=""/>
                <p:cNvGrpSpPr/>
                <p:nvPr/>
              </p:nvGrpSpPr>
              <p:grpSpPr>
                <a:xfrm rot="0">
                  <a:off x="9503362" y="2935778"/>
                  <a:ext cx="1314630" cy="1424030"/>
                  <a:chOff x="0" y="0"/>
                  <a:chExt cx="2562" cy="2770"/>
                </a:xfrm>
              </p:grpSpPr>
              <p:sp>
                <p:nvSpPr>
                  <p:cNvPr id="1048647" name="Oval 3"/>
                  <p:cNvSpPr/>
                  <p:nvPr/>
                </p:nvSpPr>
                <p:spPr>
                  <a:xfrm rot="0">
                    <a:off x="404" y="429"/>
                    <a:ext cx="1741" cy="1742"/>
                  </a:xfrm>
                  <a:prstGeom prst="ellipse"/>
                  <a:solidFill>
                    <a:srgbClr val="FF8588"/>
                  </a:solidFill>
                  <a:ln>
                    <a:noFill/>
                  </a:ln>
                </p:spPr>
                <p:txBody>
                  <a:bodyPr anchor="ctr" bIns="56388" lIns="108204" rIns="108204" tIns="56388" vert="horz" wrap="none"/>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5200" lang="zh-CN">
                      <a:solidFill>
                        <a:srgbClr val="FFFFFF"/>
                      </a:solidFill>
                      <a:latin typeface="Impact" pitchFamily="34" charset="0"/>
                      <a:ea typeface="宋体" pitchFamily="2" charset="-122"/>
                    </a:endParaRPr>
                  </a:p>
                </p:txBody>
              </p:sp>
              <p:pic>
                <p:nvPicPr>
                  <p:cNvPr id="2097157" name="Picture 4" descr="00"/>
                  <p:cNvPicPr>
                    <a:picLocks/>
                  </p:cNvPicPr>
                  <p:nvPr/>
                </p:nvPicPr>
                <p:blipFill>
                  <a:blip xmlns:r="http://schemas.openxmlformats.org/officeDocument/2006/relationships" r:embed="rId3"/>
                  <a:srcRect l="4005" t="3050" r="5560" b="2527"/>
                  <a:stretch>
                    <a:fillRect/>
                  </a:stretch>
                </p:blipFill>
                <p:spPr>
                  <a:xfrm rot="0">
                    <a:off x="0" y="0"/>
                    <a:ext cx="2562" cy="2770"/>
                  </a:xfrm>
                  <a:prstGeom prst="rect"/>
                  <a:noFill/>
                  <a:ln>
                    <a:noFill/>
                  </a:ln>
                </p:spPr>
              </p:pic>
            </p:grpSp>
            <p:sp>
              <p:nvSpPr>
                <p:cNvPr id="1048648" name="文本框 57"/>
                <p:cNvSpPr txBox="1"/>
                <p:nvPr/>
              </p:nvSpPr>
              <p:spPr>
                <a:xfrm rot="0">
                  <a:off x="9877999" y="3280415"/>
                  <a:ext cx="324234" cy="1140379"/>
                </a:xfrm>
                <a:prstGeom prst="rect"/>
                <a:noFill/>
                <a:ln>
                  <a:noFill/>
                </a:ln>
              </p:spPr>
              <p:txBody>
                <a:bodyPr anchor="t" bIns="45720" lIns="91440" rIns="91440" tIns="45720" vert="horz">
                  <a:spAutoFit/>
                </a:bodyPr>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lvl="0"/>
                  <a:r>
                    <a:rPr altLang="zh-CN" b="1" sz="2400" lang="en-US">
                      <a:solidFill>
                        <a:srgbClr val="FFFFFF"/>
                      </a:solidFill>
                      <a:latin typeface="微软雅黑" pitchFamily="34" charset="-122"/>
                      <a:ea typeface="微软雅黑" pitchFamily="34" charset="-122"/>
                    </a:rPr>
                    <a:t>D</a:t>
                  </a:r>
                </a:p>
              </p:txBody>
            </p:sp>
          </p:grpSp>
          <p:sp>
            <p:nvSpPr>
              <p:cNvPr id="1048649" name="矩形 64"/>
              <p:cNvSpPr/>
              <p:nvPr/>
            </p:nvSpPr>
            <p:spPr>
              <a:xfrm rot="0">
                <a:off x="6209844" y="4364532"/>
                <a:ext cx="5839532" cy="446971"/>
              </a:xfrm>
              <a:prstGeom prst="rect"/>
              <a:noFill/>
              <a:ln>
                <a:noFill/>
              </a:ln>
            </p:spPr>
            <p:txBody>
              <a:bodyPr anchor="t" bIns="45720" lIns="91440" rIns="91440" tIns="45720" vert="horz">
                <a:spAutoFit/>
              </a:bodyPr>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lvl="0">
                  <a:buFont typeface="Arial" pitchFamily="34" charset="0"/>
                  <a:buNone/>
                </a:pPr>
                <a:r>
                  <a:rPr altLang="en-US" sz="2400" lang="en-US">
                    <a:solidFill>
                      <a:srgbClr val="FFFFFF"/>
                    </a:solidFill>
                    <a:latin typeface="微软雅黑" pitchFamily="34" charset="-122"/>
                    <a:ea typeface="微软雅黑" pitchFamily="34" charset="-122"/>
                  </a:rPr>
                  <a:t> QUALITY </a:t>
                </a:r>
                <a:r>
                  <a:rPr altLang="en-US" sz="2400" lang="en-US">
                    <a:solidFill>
                      <a:srgbClr val="FFFFFF"/>
                    </a:solidFill>
                    <a:latin typeface="微软雅黑" pitchFamily="34" charset="-122"/>
                    <a:ea typeface="微软雅黑" pitchFamily="34" charset="-122"/>
                  </a:rPr>
                  <a:t>C</a:t>
                </a:r>
                <a:r>
                  <a:rPr altLang="en-US" sz="2400" lang="en-US">
                    <a:solidFill>
                      <a:srgbClr val="FFFFFF"/>
                    </a:solidFill>
                    <a:latin typeface="微软雅黑" pitchFamily="34" charset="-122"/>
                    <a:ea typeface="微软雅黑" pitchFamily="34" charset="-122"/>
                  </a:rPr>
                  <a:t>O</a:t>
                </a:r>
                <a:r>
                  <a:rPr altLang="en-US" sz="2400" lang="en-US">
                    <a:solidFill>
                      <a:srgbClr val="FFFFFF"/>
                    </a:solidFill>
                    <a:latin typeface="微软雅黑" pitchFamily="34" charset="-122"/>
                    <a:ea typeface="微软雅黑" pitchFamily="34" charset="-122"/>
                  </a:rPr>
                  <a:t>N</a:t>
                </a:r>
                <a:r>
                  <a:rPr altLang="en-US" sz="2400" lang="en-US">
                    <a:solidFill>
                      <a:srgbClr val="FFFFFF"/>
                    </a:solidFill>
                    <a:latin typeface="微软雅黑" pitchFamily="34" charset="-122"/>
                    <a:ea typeface="微软雅黑" pitchFamily="34" charset="-122"/>
                  </a:rPr>
                  <a:t>T</a:t>
                </a:r>
                <a:r>
                  <a:rPr altLang="en-US" sz="2400" lang="en-US">
                    <a:solidFill>
                      <a:srgbClr val="FFFFFF"/>
                    </a:solidFill>
                    <a:latin typeface="微软雅黑" pitchFamily="34" charset="-122"/>
                    <a:ea typeface="微软雅黑" pitchFamily="34" charset="-122"/>
                  </a:rPr>
                  <a:t>ROL </a:t>
                </a:r>
                <a:endParaRPr altLang="en-US" lang="zh-CN"/>
              </a:p>
            </p:txBody>
          </p:sp>
        </p:grpSp>
        <p:cxnSp>
          <p:nvCxnSpPr>
            <p:cNvPr id="3145738" name="直接连接符 71"/>
            <p:cNvCxnSpPr>
              <a:cxnSpLocks/>
            </p:cNvCxnSpPr>
            <p:nvPr/>
          </p:nvCxnSpPr>
          <p:spPr>
            <a:xfrm rot="0">
              <a:off x="6250404" y="5266261"/>
              <a:ext cx="5627302" cy="0"/>
            </a:xfrm>
            <a:prstGeom prst="line"/>
            <a:noFill/>
            <a:ln w="6350" cap="flat" cmpd="sng">
              <a:solidFill>
                <a:schemeClr val="lt1">
                  <a:alpha val="100000"/>
                </a:schemeClr>
              </a:solidFill>
              <a:prstDash val="dash"/>
              <a:miter/>
            </a:ln>
          </p:spPr>
        </p:cxnSp>
      </p:grpSp>
    </p:spTree>
  </p:cSld>
  <p:clrMapOvr>
    <a:masterClrMapping/>
  </p:clrMapOvr>
  <p:transition spd="slow" advClick="1">
    <p:wipe dir="l"/>
  </p:transition>
</p:sld>
</file>

<file path=ppt/slides/slide5.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111" name=""/>
        <p:cNvGrpSpPr/>
        <p:nvPr/>
      </p:nvGrpSpPr>
      <p:grpSpPr>
        <a:xfrm rot="0">
          <a:off x="0" y="0"/>
          <a:ext cx="0" cy="0"/>
          <a:chOff x="0" y="0"/>
          <a:chExt cx="0" cy="0"/>
        </a:xfrm>
      </p:grpSpPr>
      <p:sp>
        <p:nvSpPr>
          <p:cNvPr id="1048653" name="文本框 1"/>
          <p:cNvSpPr txBox="1"/>
          <p:nvPr/>
        </p:nvSpPr>
        <p:spPr>
          <a:xfrm rot="0">
            <a:off x="333375" y="217487"/>
            <a:ext cx="2671762" cy="574040"/>
          </a:xfrm>
          <a:prstGeom prst="rect"/>
          <a:noFill/>
          <a:ln>
            <a:noFill/>
          </a:ln>
        </p:spPr>
        <p:txBody>
          <a:bodyPr anchor="t" bIns="45720" lIns="91440" rIns="91440" tIns="45720" vert="horz">
            <a:spAutoFit/>
          </a:bodyPr>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lvl="0"/>
            <a:r>
              <a:rPr altLang="zh-CN" b="1" sz="3200" lang="en-US">
                <a:solidFill>
                  <a:schemeClr val="lt1"/>
                </a:solidFill>
                <a:latin typeface="微软雅黑" pitchFamily="34" charset="-122"/>
                <a:ea typeface="微软雅黑" pitchFamily="34" charset="-122"/>
              </a:rPr>
              <a:t>D</a:t>
            </a:r>
            <a:r>
              <a:rPr altLang="zh-CN" b="1" sz="3200" lang="en-US">
                <a:solidFill>
                  <a:schemeClr val="lt1"/>
                </a:solidFill>
                <a:latin typeface="微软雅黑" pitchFamily="34" charset="-122"/>
                <a:ea typeface="微软雅黑" pitchFamily="34" charset="-122"/>
              </a:rPr>
              <a:t>E</a:t>
            </a:r>
            <a:r>
              <a:rPr altLang="zh-CN" b="1" sz="3200" lang="en-US">
                <a:solidFill>
                  <a:schemeClr val="lt1"/>
                </a:solidFill>
                <a:latin typeface="微软雅黑" pitchFamily="34" charset="-122"/>
                <a:ea typeface="微软雅黑" pitchFamily="34" charset="-122"/>
              </a:rPr>
              <a:t>F</a:t>
            </a:r>
            <a:r>
              <a:rPr altLang="zh-CN" b="1" sz="3200" lang="en-US">
                <a:solidFill>
                  <a:schemeClr val="lt1"/>
                </a:solidFill>
                <a:latin typeface="微软雅黑" pitchFamily="34" charset="-122"/>
                <a:ea typeface="微软雅黑" pitchFamily="34" charset="-122"/>
              </a:rPr>
              <a:t>INITION </a:t>
            </a:r>
            <a:endParaRPr altLang="en-US" lang="zh-CN"/>
          </a:p>
        </p:txBody>
      </p:sp>
      <p:sp>
        <p:nvSpPr>
          <p:cNvPr id="1048654" name=""/>
          <p:cNvSpPr/>
          <p:nvPr/>
        </p:nvSpPr>
        <p:spPr>
          <a:xfrm>
            <a:off x="2167194" y="2366409"/>
            <a:ext cx="2295245" cy="3796452"/>
          </a:xfrm>
          <a:prstGeom prst="rect"/>
          <a:solidFill>
            <a:srgbClr val="FFFFFF"/>
          </a:solidFill>
          <a:ln w="25400">
            <a:solidFill>
              <a:srgbClr val="3893E0"/>
            </a:solidFill>
          </a:ln>
        </p:spPr>
        <p:txBody>
          <a:bodyPr anchor="ctr"/>
          <a:p>
            <a:pPr algn="l"/>
            <a:r>
              <a:rPr lang="en-US"/>
              <a:t>Identify quality standards, procedures, and specifications for the project</a:t>
            </a:r>
            <a:r>
              <a:rPr lang="en-US"/>
              <a:t>.</a:t>
            </a:r>
            <a:endParaRPr lang="en-US"/>
          </a:p>
        </p:txBody>
      </p:sp>
      <p:sp>
        <p:nvSpPr>
          <p:cNvPr id="1048655" name=""/>
          <p:cNvSpPr/>
          <p:nvPr/>
        </p:nvSpPr>
        <p:spPr>
          <a:xfrm>
            <a:off x="5204990" y="2366410"/>
            <a:ext cx="2295245" cy="3796452"/>
          </a:xfrm>
          <a:prstGeom prst="rect"/>
          <a:solidFill>
            <a:srgbClr val="FFFFFF"/>
          </a:solidFill>
          <a:ln w="25400">
            <a:solidFill>
              <a:srgbClr val="3893E0"/>
            </a:solidFill>
          </a:ln>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l"/>
            <a:r>
              <a:rPr lang="en-US"/>
              <a:t>Ensure that the project is executed in accordance with the quality plan, and that quality standards are met.</a:t>
            </a:r>
            <a:endParaRPr lang="en-US"/>
          </a:p>
        </p:txBody>
      </p:sp>
      <p:sp>
        <p:nvSpPr>
          <p:cNvPr id="1048656" name=""/>
          <p:cNvSpPr/>
          <p:nvPr/>
        </p:nvSpPr>
        <p:spPr>
          <a:xfrm>
            <a:off x="8242786" y="2366411"/>
            <a:ext cx="2295245" cy="3796452"/>
          </a:xfrm>
          <a:prstGeom prst="rect"/>
          <a:solidFill>
            <a:srgbClr val="FFFFFF"/>
          </a:solidFill>
          <a:ln w="25400">
            <a:solidFill>
              <a:srgbClr val="3893E0"/>
            </a:solidFill>
          </a:ln>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l"/>
            <a:r>
              <a:rPr lang="en-US"/>
              <a:t>Monitor and control the project's quality, identifying and addressing any deviations from the quality plan.</a:t>
            </a:r>
            <a:endParaRPr lang="en-US"/>
          </a:p>
        </p:txBody>
      </p:sp>
      <p:sp>
        <p:nvSpPr>
          <p:cNvPr id="1048657" name=""/>
          <p:cNvSpPr/>
          <p:nvPr/>
        </p:nvSpPr>
        <p:spPr>
          <a:xfrm>
            <a:off x="2373571" y="1405047"/>
            <a:ext cx="1897985" cy="799912"/>
          </a:xfrm>
          <a:prstGeom prst="rightArrow"/>
          <a:solidFill>
            <a:srgbClr val="FFFFFF"/>
          </a:solidFill>
          <a:ln w="25400">
            <a:solidFill>
              <a:srgbClr val="3893E0"/>
            </a:solidFill>
          </a:ln>
        </p:spPr>
        <p:txBody>
          <a:bodyPr anchor="ctr"/>
          <a:p>
            <a:pPr algn="ctr"/>
            <a:r>
              <a:rPr lang="en-US"/>
              <a:t>Q</a:t>
            </a:r>
            <a:r>
              <a:rPr lang="en-US"/>
              <a:t>P</a:t>
            </a:r>
            <a:endParaRPr lang="en-US"/>
          </a:p>
        </p:txBody>
      </p:sp>
      <p:sp>
        <p:nvSpPr>
          <p:cNvPr id="1048658" name=""/>
          <p:cNvSpPr/>
          <p:nvPr/>
        </p:nvSpPr>
        <p:spPr>
          <a:xfrm>
            <a:off x="5484395" y="1405047"/>
            <a:ext cx="2015840" cy="799912"/>
          </a:xfrm>
          <a:prstGeom prst="rightArrow"/>
          <a:solidFill>
            <a:srgbClr val="FFFFFF"/>
          </a:solidFill>
          <a:ln w="25400">
            <a:solidFill>
              <a:srgbClr val="3893E0"/>
            </a:solidFill>
          </a:ln>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ctr"/>
            <a:r>
              <a:rPr lang="en-US"/>
              <a:t>Q</a:t>
            </a:r>
            <a:r>
              <a:rPr lang="en-US"/>
              <a:t>A</a:t>
            </a:r>
            <a:endParaRPr lang="en-US"/>
          </a:p>
        </p:txBody>
      </p:sp>
      <p:sp>
        <p:nvSpPr>
          <p:cNvPr id="1048659" name=""/>
          <p:cNvSpPr/>
          <p:nvPr/>
        </p:nvSpPr>
        <p:spPr>
          <a:xfrm>
            <a:off x="8644039" y="1405047"/>
            <a:ext cx="1893992" cy="799912"/>
          </a:xfrm>
          <a:prstGeom prst="rightArrow"/>
          <a:solidFill>
            <a:srgbClr val="FFFFFF"/>
          </a:solidFill>
          <a:ln w="25400">
            <a:solidFill>
              <a:srgbClr val="3893E0"/>
            </a:solidFill>
          </a:ln>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ctr"/>
            <a:r>
              <a:rPr lang="en-US"/>
              <a:t>Q</a:t>
            </a:r>
            <a:r>
              <a:rPr lang="en-US"/>
              <a:t>C</a:t>
            </a:r>
            <a:endParaRPr lang="en-US"/>
          </a:p>
        </p:txBody>
      </p:sp>
    </p:spTree>
  </p:cSld>
  <p:clrMapOvr>
    <a:masterClrMapping/>
  </p:clrMapOvr>
  <p:transition spd="slow" advClick="1">
    <p:wipe dir="l"/>
  </p:transition>
</p:sld>
</file>

<file path=ppt/slides/slide6.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112" name=""/>
        <p:cNvGrpSpPr/>
        <p:nvPr/>
      </p:nvGrpSpPr>
      <p:grpSpPr>
        <a:xfrm rot="0">
          <a:off x="0" y="0"/>
          <a:ext cx="0" cy="0"/>
          <a:chOff x="0" y="0"/>
          <a:chExt cx="0" cy="0"/>
        </a:xfrm>
      </p:grpSpPr>
      <p:pic>
        <p:nvPicPr>
          <p:cNvPr id="2097158" name=""/>
          <p:cNvPicPr>
            <a:picLocks/>
          </p:cNvPicPr>
          <p:nvPr/>
        </p:nvPicPr>
        <p:blipFill>
          <a:blip xmlns:r="http://schemas.openxmlformats.org/officeDocument/2006/relationships" r:embed="rId2"/>
          <a:stretch>
            <a:fillRect/>
          </a:stretch>
        </p:blipFill>
        <p:spPr>
          <a:xfrm rot="0">
            <a:off x="20336" y="-57996"/>
            <a:ext cx="11967091" cy="6867324"/>
          </a:xfrm>
          <a:prstGeom prst="rect"/>
        </p:spPr>
      </p:pic>
    </p:spTree>
  </p:cSld>
  <p:clrMapOvr>
    <a:masterClrMapping/>
  </p:clrMapOvr>
  <p:transition spd="slow" advClick="1">
    <p:wipe dir="l"/>
  </p:transition>
</p:sld>
</file>

<file path=ppt/slides/slide7.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113" name=""/>
        <p:cNvGrpSpPr/>
        <p:nvPr/>
      </p:nvGrpSpPr>
      <p:grpSpPr>
        <a:xfrm rot="0">
          <a:off x="0" y="0"/>
          <a:ext cx="0" cy="0"/>
          <a:chOff x="0" y="0"/>
          <a:chExt cx="0" cy="0"/>
        </a:xfrm>
      </p:grpSpPr>
      <p:sp>
        <p:nvSpPr>
          <p:cNvPr id="1048660" name=""/>
          <p:cNvSpPr txBox="1"/>
          <p:nvPr/>
        </p:nvSpPr>
        <p:spPr>
          <a:xfrm>
            <a:off x="4096000" y="3219450"/>
            <a:ext cx="4000000" cy="510540"/>
          </a:xfrm>
          <a:prstGeom prst="rect"/>
        </p:spPr>
        <p:txBody>
          <a:bodyPr rtlCol="0" wrap="square">
            <a:spAutoFit/>
          </a:bodyPr>
          <a:p>
            <a:endParaRPr sz="2800" lang="en-US">
              <a:solidFill>
                <a:srgbClr val="000000"/>
              </a:solidFill>
            </a:endParaRPr>
          </a:p>
        </p:txBody>
      </p:sp>
      <p:sp>
        <p:nvSpPr>
          <p:cNvPr id="1048661" name=""/>
          <p:cNvSpPr txBox="1"/>
          <p:nvPr/>
        </p:nvSpPr>
        <p:spPr>
          <a:xfrm>
            <a:off x="4096000" y="3219450"/>
            <a:ext cx="4000000" cy="510540"/>
          </a:xfrm>
          <a:prstGeom prst="rect"/>
        </p:spPr>
        <p:txBody>
          <a:bodyPr rtlCol="0" wrap="square">
            <a:spAutoFit/>
          </a:bodyPr>
          <a:p>
            <a:r>
              <a:rPr sz="2800" lang="en-US">
                <a:solidFill>
                  <a:srgbClr val="000000"/>
                </a:solidFill>
              </a:rPr>
              <a:t/>
            </a:r>
            <a:endParaRPr sz="2800" lang="en-US">
              <a:solidFill>
                <a:srgbClr val="000000"/>
              </a:solidFill>
            </a:endParaRPr>
          </a:p>
        </p:txBody>
      </p:sp>
      <p:sp>
        <p:nvSpPr>
          <p:cNvPr id="1048662" name=""/>
          <p:cNvSpPr txBox="1"/>
          <p:nvPr/>
        </p:nvSpPr>
        <p:spPr>
          <a:xfrm>
            <a:off x="377553" y="487735"/>
            <a:ext cx="7718447" cy="510540"/>
          </a:xfrm>
          <a:prstGeom prst="rect"/>
        </p:spPr>
        <p:txBody>
          <a:bodyPr rtlCol="0" wrap="square">
            <a:spAutoFit/>
          </a:bodyPr>
          <a:p>
            <a:r>
              <a:rPr b="1" sz="2800" lang="en-US">
                <a:solidFill>
                  <a:srgbClr val="FFFFFF"/>
                </a:solidFill>
              </a:rPr>
              <a:t>P</a:t>
            </a:r>
            <a:r>
              <a:rPr b="1" sz="2800" lang="en-US">
                <a:solidFill>
                  <a:srgbClr val="FFFFFF"/>
                </a:solidFill>
              </a:rPr>
              <a:t>Q</a:t>
            </a:r>
            <a:r>
              <a:rPr b="1" sz="2800" lang="en-US">
                <a:solidFill>
                  <a:srgbClr val="FFFFFF"/>
                </a:solidFill>
              </a:rPr>
              <a:t>M</a:t>
            </a:r>
            <a:r>
              <a:rPr b="1" sz="2800" lang="en-US">
                <a:solidFill>
                  <a:srgbClr val="FFFFFF"/>
                </a:solidFill>
              </a:rPr>
              <a:t> </a:t>
            </a:r>
            <a:r>
              <a:rPr b="1" sz="2800" lang="en-US">
                <a:solidFill>
                  <a:srgbClr val="FFFFFF"/>
                </a:solidFill>
              </a:rPr>
              <a:t>A</a:t>
            </a:r>
            <a:r>
              <a:rPr b="1" sz="2800" lang="en-US">
                <a:solidFill>
                  <a:srgbClr val="FFFFFF"/>
                </a:solidFill>
              </a:rPr>
              <a:t>p</a:t>
            </a:r>
            <a:r>
              <a:rPr b="1" sz="2800" lang="en-US">
                <a:solidFill>
                  <a:srgbClr val="FFFFFF"/>
                </a:solidFill>
              </a:rPr>
              <a:t>p</a:t>
            </a:r>
            <a:r>
              <a:rPr b="1" sz="2800" lang="en-US">
                <a:solidFill>
                  <a:srgbClr val="FFFFFF"/>
                </a:solidFill>
              </a:rPr>
              <a:t>r</a:t>
            </a:r>
            <a:r>
              <a:rPr b="1" sz="2800" lang="en-US">
                <a:solidFill>
                  <a:srgbClr val="FFFFFF"/>
                </a:solidFill>
              </a:rPr>
              <a:t>o</a:t>
            </a:r>
            <a:r>
              <a:rPr b="1" sz="2800" lang="en-US">
                <a:solidFill>
                  <a:srgbClr val="FFFFFF"/>
                </a:solidFill>
              </a:rPr>
              <a:t>a</a:t>
            </a:r>
            <a:r>
              <a:rPr b="1" sz="2800" lang="en-US">
                <a:solidFill>
                  <a:srgbClr val="FFFFFF"/>
                </a:solidFill>
              </a:rPr>
              <a:t>ch </a:t>
            </a:r>
            <a:r>
              <a:rPr b="1" sz="2800" lang="en-US">
                <a:solidFill>
                  <a:srgbClr val="FFFFFF"/>
                </a:solidFill>
              </a:rPr>
              <a:t>c</a:t>
            </a:r>
            <a:r>
              <a:rPr b="1" sz="2800" lang="en-US">
                <a:solidFill>
                  <a:srgbClr val="FFFFFF"/>
                </a:solidFill>
              </a:rPr>
              <a:t>o</a:t>
            </a:r>
            <a:r>
              <a:rPr b="1" sz="2800" lang="en-US">
                <a:solidFill>
                  <a:srgbClr val="FFFFFF"/>
                </a:solidFill>
              </a:rPr>
              <a:t>m</a:t>
            </a:r>
            <a:r>
              <a:rPr b="1" sz="2800" lang="en-US">
                <a:solidFill>
                  <a:srgbClr val="FFFFFF"/>
                </a:solidFill>
              </a:rPr>
              <a:t>p</a:t>
            </a:r>
            <a:r>
              <a:rPr b="1" sz="2800" lang="en-US">
                <a:solidFill>
                  <a:srgbClr val="FFFFFF"/>
                </a:solidFill>
              </a:rPr>
              <a:t>a</a:t>
            </a:r>
            <a:r>
              <a:rPr b="1" sz="2800" lang="en-US">
                <a:solidFill>
                  <a:srgbClr val="FFFFFF"/>
                </a:solidFill>
              </a:rPr>
              <a:t>t</a:t>
            </a:r>
            <a:r>
              <a:rPr b="1" sz="2800" lang="en-US">
                <a:solidFill>
                  <a:srgbClr val="FFFFFF"/>
                </a:solidFill>
              </a:rPr>
              <a:t>i</a:t>
            </a:r>
            <a:r>
              <a:rPr b="1" sz="2800" lang="en-US">
                <a:solidFill>
                  <a:srgbClr val="FFFFFF"/>
                </a:solidFill>
              </a:rPr>
              <a:t>bility </a:t>
            </a:r>
            <a:endParaRPr sz="2800" lang="en-US">
              <a:solidFill>
                <a:srgbClr val="000000"/>
              </a:solidFill>
            </a:endParaRPr>
          </a:p>
        </p:txBody>
      </p:sp>
      <p:sp>
        <p:nvSpPr>
          <p:cNvPr id="1048663" name=""/>
          <p:cNvSpPr txBox="1"/>
          <p:nvPr/>
        </p:nvSpPr>
        <p:spPr>
          <a:xfrm>
            <a:off x="1154673" y="1588769"/>
            <a:ext cx="9476472" cy="3444240"/>
          </a:xfrm>
          <a:prstGeom prst="rect"/>
        </p:spPr>
        <p:txBody>
          <a:bodyPr rtlCol="0" wrap="square">
            <a:spAutoFit/>
          </a:bodyPr>
          <a:p>
            <a:r>
              <a:rPr sz="2800" lang="en-US">
                <a:solidFill>
                  <a:srgbClr val="FFFFFF"/>
                </a:solidFill>
              </a:rPr>
              <a:t>•</a:t>
            </a:r>
            <a:r>
              <a:rPr sz="2800" lang="en-US">
                <a:solidFill>
                  <a:srgbClr val="FFFFFF"/>
                </a:solidFill>
              </a:rPr>
              <a:t>C</a:t>
            </a:r>
            <a:r>
              <a:rPr sz="2800" lang="en-US">
                <a:solidFill>
                  <a:srgbClr val="FFFFFF"/>
                </a:solidFill>
              </a:rPr>
              <a:t>o</a:t>
            </a:r>
            <a:r>
              <a:rPr sz="2800" lang="en-US">
                <a:solidFill>
                  <a:srgbClr val="FFFFFF"/>
                </a:solidFill>
              </a:rPr>
              <a:t>m</a:t>
            </a:r>
            <a:r>
              <a:rPr sz="2800" lang="en-US">
                <a:solidFill>
                  <a:srgbClr val="FFFFFF"/>
                </a:solidFill>
              </a:rPr>
              <a:t>p</a:t>
            </a:r>
            <a:r>
              <a:rPr sz="2800" lang="en-US">
                <a:solidFill>
                  <a:srgbClr val="FFFFFF"/>
                </a:solidFill>
              </a:rPr>
              <a:t>a</a:t>
            </a:r>
            <a:r>
              <a:rPr sz="2800" lang="en-US">
                <a:solidFill>
                  <a:srgbClr val="FFFFFF"/>
                </a:solidFill>
              </a:rPr>
              <a:t>t</a:t>
            </a:r>
            <a:r>
              <a:rPr sz="2800" lang="en-US">
                <a:solidFill>
                  <a:srgbClr val="FFFFFF"/>
                </a:solidFill>
              </a:rPr>
              <a:t>i</a:t>
            </a:r>
            <a:r>
              <a:rPr sz="2800" lang="en-US">
                <a:solidFill>
                  <a:srgbClr val="FFFFFF"/>
                </a:solidFill>
              </a:rPr>
              <a:t>b</a:t>
            </a:r>
            <a:r>
              <a:rPr sz="2800" lang="en-US">
                <a:solidFill>
                  <a:srgbClr val="FFFFFF"/>
                </a:solidFill>
              </a:rPr>
              <a:t>l</a:t>
            </a:r>
            <a:r>
              <a:rPr sz="2800" lang="en-US">
                <a:solidFill>
                  <a:srgbClr val="FFFFFF"/>
                </a:solidFill>
              </a:rPr>
              <a:t>e</a:t>
            </a:r>
            <a:r>
              <a:rPr sz="2800" lang="en-US">
                <a:solidFill>
                  <a:srgbClr val="FFFFFF"/>
                </a:solidFill>
              </a:rPr>
              <a:t> </a:t>
            </a:r>
            <a:r>
              <a:rPr sz="2800" lang="en-US">
                <a:solidFill>
                  <a:srgbClr val="FFFFFF"/>
                </a:solidFill>
              </a:rPr>
              <a:t>w</a:t>
            </a:r>
            <a:r>
              <a:rPr sz="2800" lang="en-US">
                <a:solidFill>
                  <a:srgbClr val="FFFFFF"/>
                </a:solidFill>
              </a:rPr>
              <a:t>i</a:t>
            </a:r>
            <a:r>
              <a:rPr sz="2800" lang="en-US">
                <a:solidFill>
                  <a:srgbClr val="FFFFFF"/>
                </a:solidFill>
              </a:rPr>
              <a:t>t</a:t>
            </a:r>
            <a:r>
              <a:rPr sz="2800" lang="en-US">
                <a:solidFill>
                  <a:srgbClr val="FFFFFF"/>
                </a:solidFill>
              </a:rPr>
              <a:t>h</a:t>
            </a:r>
            <a:r>
              <a:rPr sz="2800" lang="en-US">
                <a:solidFill>
                  <a:srgbClr val="FFFFFF"/>
                </a:solidFill>
              </a:rPr>
              <a:t> </a:t>
            </a:r>
            <a:r>
              <a:rPr sz="2800" lang="en-US">
                <a:solidFill>
                  <a:srgbClr val="FFFFFF"/>
                </a:solidFill>
              </a:rPr>
              <a:t>I</a:t>
            </a:r>
            <a:r>
              <a:rPr sz="2800" lang="en-US">
                <a:solidFill>
                  <a:srgbClr val="FFFFFF"/>
                </a:solidFill>
              </a:rPr>
              <a:t>S</a:t>
            </a:r>
            <a:r>
              <a:rPr sz="2800" lang="en-US">
                <a:solidFill>
                  <a:srgbClr val="FFFFFF"/>
                </a:solidFill>
              </a:rPr>
              <a:t>O</a:t>
            </a:r>
            <a:r>
              <a:rPr sz="2800" lang="en-US">
                <a:solidFill>
                  <a:srgbClr val="FFFFFF"/>
                </a:solidFill>
              </a:rPr>
              <a:t> </a:t>
            </a:r>
            <a:r>
              <a:rPr sz="2800" lang="en-US">
                <a:solidFill>
                  <a:srgbClr val="FFFFFF"/>
                </a:solidFill>
              </a:rPr>
              <a:t>9</a:t>
            </a:r>
            <a:r>
              <a:rPr sz="2800" lang="en-US">
                <a:solidFill>
                  <a:srgbClr val="FFFFFF"/>
                </a:solidFill>
              </a:rPr>
              <a:t>0</a:t>
            </a:r>
            <a:r>
              <a:rPr sz="2800" lang="en-US">
                <a:solidFill>
                  <a:srgbClr val="FFFFFF"/>
                </a:solidFill>
              </a:rPr>
              <a:t>0</a:t>
            </a:r>
            <a:r>
              <a:rPr sz="2800" lang="en-US">
                <a:solidFill>
                  <a:srgbClr val="FFFFFF"/>
                </a:solidFill>
              </a:rPr>
              <a:t>0</a:t>
            </a:r>
            <a:r>
              <a:rPr sz="2800" lang="en-US">
                <a:solidFill>
                  <a:srgbClr val="FFFFFF"/>
                </a:solidFill>
              </a:rPr>
              <a:t> </a:t>
            </a:r>
            <a:r>
              <a:rPr sz="2800" lang="en-US">
                <a:solidFill>
                  <a:srgbClr val="FFFFFF"/>
                </a:solidFill>
              </a:rPr>
              <a:t>a</a:t>
            </a:r>
            <a:r>
              <a:rPr sz="2800" lang="en-US">
                <a:solidFill>
                  <a:srgbClr val="FFFFFF"/>
                </a:solidFill>
              </a:rPr>
              <a:t>n</a:t>
            </a:r>
            <a:r>
              <a:rPr sz="2800" lang="en-US">
                <a:solidFill>
                  <a:srgbClr val="FFFFFF"/>
                </a:solidFill>
              </a:rPr>
              <a:t>d</a:t>
            </a:r>
            <a:r>
              <a:rPr sz="2800" lang="en-US">
                <a:solidFill>
                  <a:srgbClr val="FFFFFF"/>
                </a:solidFill>
              </a:rPr>
              <a:t> </a:t>
            </a:r>
            <a:r>
              <a:rPr sz="2800" lang="en-US">
                <a:solidFill>
                  <a:srgbClr val="FFFFFF"/>
                </a:solidFill>
              </a:rPr>
              <a:t>1</a:t>
            </a:r>
            <a:r>
              <a:rPr sz="2800" lang="en-US">
                <a:solidFill>
                  <a:srgbClr val="FFFFFF"/>
                </a:solidFill>
              </a:rPr>
              <a:t>0</a:t>
            </a:r>
            <a:r>
              <a:rPr sz="2800" lang="en-US">
                <a:solidFill>
                  <a:srgbClr val="FFFFFF"/>
                </a:solidFill>
              </a:rPr>
              <a:t>0</a:t>
            </a:r>
            <a:r>
              <a:rPr sz="2800" lang="en-US">
                <a:solidFill>
                  <a:srgbClr val="FFFFFF"/>
                </a:solidFill>
              </a:rPr>
              <a:t>0</a:t>
            </a:r>
            <a:r>
              <a:rPr sz="2800" lang="en-US">
                <a:solidFill>
                  <a:srgbClr val="FFFFFF"/>
                </a:solidFill>
              </a:rPr>
              <a:t> </a:t>
            </a:r>
            <a:r>
              <a:rPr sz="2800" lang="en-US">
                <a:solidFill>
                  <a:srgbClr val="FFFFFF"/>
                </a:solidFill>
              </a:rPr>
              <a:t>s</a:t>
            </a:r>
            <a:r>
              <a:rPr sz="2800" lang="en-US">
                <a:solidFill>
                  <a:srgbClr val="FFFFFF"/>
                </a:solidFill>
              </a:rPr>
              <a:t>e</a:t>
            </a:r>
            <a:r>
              <a:rPr sz="2800" lang="en-US">
                <a:solidFill>
                  <a:srgbClr val="FFFFFF"/>
                </a:solidFill>
              </a:rPr>
              <a:t>r</a:t>
            </a:r>
            <a:r>
              <a:rPr sz="2800" lang="en-US">
                <a:solidFill>
                  <a:srgbClr val="FFFFFF"/>
                </a:solidFill>
              </a:rPr>
              <a:t>i</a:t>
            </a:r>
            <a:r>
              <a:rPr sz="2800" lang="en-US">
                <a:solidFill>
                  <a:srgbClr val="FFFFFF"/>
                </a:solidFill>
              </a:rPr>
              <a:t>e</a:t>
            </a:r>
            <a:r>
              <a:rPr sz="2800" lang="en-US">
                <a:solidFill>
                  <a:srgbClr val="FFFFFF"/>
                </a:solidFill>
              </a:rPr>
              <a:t>s</a:t>
            </a:r>
            <a:r>
              <a:rPr sz="2800" lang="en-US">
                <a:solidFill>
                  <a:srgbClr val="FFFFFF"/>
                </a:solidFill>
              </a:rPr>
              <a:t> </a:t>
            </a:r>
            <a:r>
              <a:rPr sz="2800" lang="en-US">
                <a:solidFill>
                  <a:srgbClr val="FFFFFF"/>
                </a:solidFill>
              </a:rPr>
              <a:t>o</a:t>
            </a:r>
            <a:r>
              <a:rPr sz="2800" lang="en-US">
                <a:solidFill>
                  <a:srgbClr val="FFFFFF"/>
                </a:solidFill>
              </a:rPr>
              <a:t>f</a:t>
            </a:r>
            <a:r>
              <a:rPr sz="2800" lang="en-US">
                <a:solidFill>
                  <a:srgbClr val="FFFFFF"/>
                </a:solidFill>
              </a:rPr>
              <a:t> </a:t>
            </a:r>
            <a:r>
              <a:rPr sz="2800" lang="en-US">
                <a:solidFill>
                  <a:srgbClr val="FFFFFF"/>
                </a:solidFill>
              </a:rPr>
              <a:t>s</a:t>
            </a:r>
            <a:r>
              <a:rPr sz="2800" lang="en-US">
                <a:solidFill>
                  <a:srgbClr val="FFFFFF"/>
                </a:solidFill>
              </a:rPr>
              <a:t>t</a:t>
            </a:r>
            <a:r>
              <a:rPr sz="2800" lang="en-US">
                <a:solidFill>
                  <a:srgbClr val="FFFFFF"/>
                </a:solidFill>
              </a:rPr>
              <a:t>a</a:t>
            </a:r>
            <a:r>
              <a:rPr sz="2800" lang="en-US">
                <a:solidFill>
                  <a:srgbClr val="FFFFFF"/>
                </a:solidFill>
              </a:rPr>
              <a:t>n</a:t>
            </a:r>
            <a:r>
              <a:rPr sz="2800" lang="en-US">
                <a:solidFill>
                  <a:srgbClr val="FFFFFF"/>
                </a:solidFill>
              </a:rPr>
              <a:t>d</a:t>
            </a:r>
            <a:r>
              <a:rPr sz="2800" lang="en-US">
                <a:solidFill>
                  <a:srgbClr val="FFFFFF"/>
                </a:solidFill>
              </a:rPr>
              <a:t>ard </a:t>
            </a:r>
            <a:r>
              <a:rPr sz="2800" lang="en-US">
                <a:solidFill>
                  <a:srgbClr val="FFFFFF"/>
                </a:solidFill>
              </a:rPr>
              <a:t>g</a:t>
            </a:r>
            <a:r>
              <a:rPr sz="2800" lang="en-US">
                <a:solidFill>
                  <a:srgbClr val="FFFFFF"/>
                </a:solidFill>
              </a:rPr>
              <a:t>u</a:t>
            </a:r>
            <a:r>
              <a:rPr sz="2800" lang="en-US">
                <a:solidFill>
                  <a:srgbClr val="FFFFFF"/>
                </a:solidFill>
              </a:rPr>
              <a:t>i</a:t>
            </a:r>
            <a:r>
              <a:rPr sz="2800" lang="en-US">
                <a:solidFill>
                  <a:srgbClr val="FFFFFF"/>
                </a:solidFill>
              </a:rPr>
              <a:t>d</a:t>
            </a:r>
            <a:r>
              <a:rPr sz="2800" lang="en-US">
                <a:solidFill>
                  <a:srgbClr val="FFFFFF"/>
                </a:solidFill>
              </a:rPr>
              <a:t>e</a:t>
            </a:r>
            <a:r>
              <a:rPr sz="2800" lang="en-US">
                <a:solidFill>
                  <a:srgbClr val="FFFFFF"/>
                </a:solidFill>
              </a:rPr>
              <a:t>l</a:t>
            </a:r>
            <a:r>
              <a:rPr sz="2800" lang="en-US">
                <a:solidFill>
                  <a:srgbClr val="FFFFFF"/>
                </a:solidFill>
              </a:rPr>
              <a:t>ines </a:t>
            </a:r>
            <a:endParaRPr sz="2800" lang="en-US">
              <a:solidFill>
                <a:srgbClr val="000000"/>
              </a:solidFill>
            </a:endParaRPr>
          </a:p>
          <a:p>
            <a:endParaRPr sz="2800" lang="en-US">
              <a:solidFill>
                <a:srgbClr val="000000"/>
              </a:solidFill>
            </a:endParaRPr>
          </a:p>
          <a:p>
            <a:r>
              <a:rPr sz="2800" lang="en-US">
                <a:solidFill>
                  <a:srgbClr val="FFFFFF"/>
                </a:solidFill>
              </a:rPr>
              <a:t>•</a:t>
            </a:r>
            <a:r>
              <a:rPr sz="2800" lang="en-US">
                <a:solidFill>
                  <a:srgbClr val="FFFFFF"/>
                </a:solidFill>
              </a:rPr>
              <a:t>P</a:t>
            </a:r>
            <a:r>
              <a:rPr sz="2800" lang="en-US">
                <a:solidFill>
                  <a:srgbClr val="FFFFFF"/>
                </a:solidFill>
              </a:rPr>
              <a:t>r</a:t>
            </a:r>
            <a:r>
              <a:rPr sz="2800" lang="en-US">
                <a:solidFill>
                  <a:srgbClr val="FFFFFF"/>
                </a:solidFill>
              </a:rPr>
              <a:t>o</a:t>
            </a:r>
            <a:r>
              <a:rPr sz="2800" lang="en-US">
                <a:solidFill>
                  <a:srgbClr val="FFFFFF"/>
                </a:solidFill>
              </a:rPr>
              <a:t>p</a:t>
            </a:r>
            <a:r>
              <a:rPr sz="2800" lang="en-US">
                <a:solidFill>
                  <a:srgbClr val="FFFFFF"/>
                </a:solidFill>
              </a:rPr>
              <a:t>r</a:t>
            </a:r>
            <a:r>
              <a:rPr sz="2800" lang="en-US">
                <a:solidFill>
                  <a:srgbClr val="FFFFFF"/>
                </a:solidFill>
              </a:rPr>
              <a:t>i</a:t>
            </a:r>
            <a:r>
              <a:rPr sz="2800" lang="en-US">
                <a:solidFill>
                  <a:srgbClr val="FFFFFF"/>
                </a:solidFill>
              </a:rPr>
              <a:t>e</a:t>
            </a:r>
            <a:r>
              <a:rPr sz="2800" lang="en-US">
                <a:solidFill>
                  <a:srgbClr val="FFFFFF"/>
                </a:solidFill>
              </a:rPr>
              <a:t>t</a:t>
            </a:r>
            <a:r>
              <a:rPr sz="2800" lang="en-US">
                <a:solidFill>
                  <a:srgbClr val="FFFFFF"/>
                </a:solidFill>
              </a:rPr>
              <a:t>a</a:t>
            </a:r>
            <a:r>
              <a:rPr sz="2800" lang="en-US">
                <a:solidFill>
                  <a:srgbClr val="FFFFFF"/>
                </a:solidFill>
              </a:rPr>
              <a:t>r</a:t>
            </a:r>
            <a:r>
              <a:rPr sz="2800" lang="en-US">
                <a:solidFill>
                  <a:srgbClr val="FFFFFF"/>
                </a:solidFill>
              </a:rPr>
              <a:t>y</a:t>
            </a:r>
            <a:r>
              <a:rPr sz="2800" lang="en-US">
                <a:solidFill>
                  <a:srgbClr val="FFFFFF"/>
                </a:solidFill>
              </a:rPr>
              <a:t> </a:t>
            </a:r>
            <a:r>
              <a:rPr sz="2800" lang="en-US">
                <a:solidFill>
                  <a:srgbClr val="FFFFFF"/>
                </a:solidFill>
              </a:rPr>
              <a:t>Approach</a:t>
            </a:r>
            <a:r>
              <a:rPr sz="2800" lang="en-US">
                <a:solidFill>
                  <a:srgbClr val="FFFFFF"/>
                </a:solidFill>
              </a:rPr>
              <a:t>e</a:t>
            </a:r>
            <a:r>
              <a:rPr sz="2800" lang="en-US">
                <a:solidFill>
                  <a:srgbClr val="FFFFFF"/>
                </a:solidFill>
              </a:rPr>
              <a:t>s </a:t>
            </a:r>
            <a:r>
              <a:rPr sz="2800" lang="en-US">
                <a:solidFill>
                  <a:srgbClr val="FFFFFF"/>
                </a:solidFill>
              </a:rPr>
              <a:t>t</a:t>
            </a:r>
            <a:r>
              <a:rPr sz="2800" lang="en-US">
                <a:solidFill>
                  <a:srgbClr val="FFFFFF"/>
                </a:solidFill>
              </a:rPr>
              <a:t>o</a:t>
            </a:r>
            <a:r>
              <a:rPr sz="2800" lang="en-US">
                <a:solidFill>
                  <a:srgbClr val="FFFFFF"/>
                </a:solidFill>
              </a:rPr>
              <a:t> </a:t>
            </a:r>
            <a:r>
              <a:rPr sz="2800" lang="en-US">
                <a:solidFill>
                  <a:srgbClr val="FFFFFF"/>
                </a:solidFill>
              </a:rPr>
              <a:t>q</a:t>
            </a:r>
            <a:r>
              <a:rPr sz="2800" lang="en-US">
                <a:solidFill>
                  <a:srgbClr val="FFFFFF"/>
                </a:solidFill>
              </a:rPr>
              <a:t>u</a:t>
            </a:r>
            <a:r>
              <a:rPr sz="2800" lang="en-US">
                <a:solidFill>
                  <a:srgbClr val="FFFFFF"/>
                </a:solidFill>
              </a:rPr>
              <a:t>a</a:t>
            </a:r>
            <a:r>
              <a:rPr sz="2800" lang="en-US">
                <a:solidFill>
                  <a:srgbClr val="FFFFFF"/>
                </a:solidFill>
              </a:rPr>
              <a:t>l</a:t>
            </a:r>
            <a:r>
              <a:rPr sz="2800" lang="en-US">
                <a:solidFill>
                  <a:srgbClr val="FFFFFF"/>
                </a:solidFill>
              </a:rPr>
              <a:t>i</a:t>
            </a:r>
            <a:r>
              <a:rPr sz="2800" lang="en-US">
                <a:solidFill>
                  <a:srgbClr val="FFFFFF"/>
                </a:solidFill>
              </a:rPr>
              <a:t>ty </a:t>
            </a:r>
            <a:r>
              <a:rPr sz="2800" lang="en-US">
                <a:solidFill>
                  <a:srgbClr val="FFFFFF"/>
                </a:solidFill>
              </a:rPr>
              <a:t>a</a:t>
            </a:r>
            <a:r>
              <a:rPr sz="2800" lang="en-US">
                <a:solidFill>
                  <a:srgbClr val="FFFFFF"/>
                </a:solidFill>
              </a:rPr>
              <a:t>s</a:t>
            </a:r>
            <a:r>
              <a:rPr sz="2800" lang="en-US">
                <a:solidFill>
                  <a:srgbClr val="FFFFFF"/>
                </a:solidFill>
              </a:rPr>
              <a:t> </a:t>
            </a:r>
            <a:r>
              <a:rPr sz="2800" lang="en-US">
                <a:solidFill>
                  <a:srgbClr val="FFFFFF"/>
                </a:solidFill>
              </a:rPr>
              <a:t>r</a:t>
            </a:r>
            <a:r>
              <a:rPr sz="2800" lang="en-US">
                <a:solidFill>
                  <a:srgbClr val="FFFFFF"/>
                </a:solidFill>
              </a:rPr>
              <a:t>e</a:t>
            </a:r>
            <a:r>
              <a:rPr sz="2800" lang="en-US">
                <a:solidFill>
                  <a:srgbClr val="FFFFFF"/>
                </a:solidFill>
              </a:rPr>
              <a:t>c</a:t>
            </a:r>
            <a:r>
              <a:rPr sz="2800" lang="en-US">
                <a:solidFill>
                  <a:srgbClr val="FFFFFF"/>
                </a:solidFill>
              </a:rPr>
              <a:t>o</a:t>
            </a:r>
            <a:r>
              <a:rPr sz="2800" lang="en-US">
                <a:solidFill>
                  <a:srgbClr val="FFFFFF"/>
                </a:solidFill>
              </a:rPr>
              <a:t>m</a:t>
            </a:r>
            <a:r>
              <a:rPr sz="2800" lang="en-US">
                <a:solidFill>
                  <a:srgbClr val="FFFFFF"/>
                </a:solidFill>
              </a:rPr>
              <a:t>mend</a:t>
            </a:r>
            <a:r>
              <a:rPr sz="2800" lang="en-US">
                <a:solidFill>
                  <a:srgbClr val="FFFFFF"/>
                </a:solidFill>
              </a:rPr>
              <a:t>e</a:t>
            </a:r>
            <a:r>
              <a:rPr sz="2800" lang="en-US">
                <a:solidFill>
                  <a:srgbClr val="FFFFFF"/>
                </a:solidFill>
              </a:rPr>
              <a:t>d </a:t>
            </a:r>
            <a:r>
              <a:rPr sz="2800" lang="en-US">
                <a:solidFill>
                  <a:srgbClr val="FFFFFF"/>
                </a:solidFill>
              </a:rPr>
              <a:t>b</a:t>
            </a:r>
            <a:r>
              <a:rPr sz="2800" lang="en-US">
                <a:solidFill>
                  <a:srgbClr val="FFFFFF"/>
                </a:solidFill>
              </a:rPr>
              <a:t>y</a:t>
            </a:r>
            <a:r>
              <a:rPr sz="2800" lang="en-US">
                <a:solidFill>
                  <a:srgbClr val="FFFFFF"/>
                </a:solidFill>
              </a:rPr>
              <a:t> </a:t>
            </a:r>
            <a:r>
              <a:rPr sz="2800" lang="en-US">
                <a:solidFill>
                  <a:srgbClr val="FFFFFF"/>
                </a:solidFill>
              </a:rPr>
              <a:t>D</a:t>
            </a:r>
            <a:r>
              <a:rPr sz="2800" lang="en-US">
                <a:solidFill>
                  <a:srgbClr val="FFFFFF"/>
                </a:solidFill>
              </a:rPr>
              <a:t>e</a:t>
            </a:r>
            <a:r>
              <a:rPr sz="2800" lang="en-US">
                <a:solidFill>
                  <a:srgbClr val="FFFFFF"/>
                </a:solidFill>
              </a:rPr>
              <a:t>m</a:t>
            </a:r>
            <a:r>
              <a:rPr sz="2800" lang="en-US">
                <a:solidFill>
                  <a:srgbClr val="FFFFFF"/>
                </a:solidFill>
              </a:rPr>
              <a:t>i</a:t>
            </a:r>
            <a:r>
              <a:rPr sz="2800" lang="en-US">
                <a:solidFill>
                  <a:srgbClr val="FFFFFF"/>
                </a:solidFill>
              </a:rPr>
              <a:t>n</a:t>
            </a:r>
            <a:r>
              <a:rPr sz="2800" lang="en-US">
                <a:solidFill>
                  <a:srgbClr val="FFFFFF"/>
                </a:solidFill>
              </a:rPr>
              <a:t>g</a:t>
            </a:r>
            <a:r>
              <a:rPr sz="2800" lang="en-US">
                <a:solidFill>
                  <a:srgbClr val="FFFFFF"/>
                </a:solidFill>
              </a:rPr>
              <a:t>,</a:t>
            </a:r>
            <a:r>
              <a:rPr sz="2800" lang="en-US">
                <a:solidFill>
                  <a:srgbClr val="FFFFFF"/>
                </a:solidFill>
              </a:rPr>
              <a:t> </a:t>
            </a:r>
            <a:r>
              <a:rPr sz="2800" lang="en-US">
                <a:solidFill>
                  <a:srgbClr val="FFFFFF"/>
                </a:solidFill>
              </a:rPr>
              <a:t>J</a:t>
            </a:r>
            <a:r>
              <a:rPr sz="2800" lang="en-US">
                <a:solidFill>
                  <a:srgbClr val="FFFFFF"/>
                </a:solidFill>
              </a:rPr>
              <a:t>u</a:t>
            </a:r>
            <a:r>
              <a:rPr sz="2800" lang="en-US">
                <a:solidFill>
                  <a:srgbClr val="FFFFFF"/>
                </a:solidFill>
              </a:rPr>
              <a:t>r</a:t>
            </a:r>
            <a:r>
              <a:rPr sz="2800" lang="en-US">
                <a:solidFill>
                  <a:srgbClr val="FFFFFF"/>
                </a:solidFill>
              </a:rPr>
              <a:t>a</a:t>
            </a:r>
            <a:r>
              <a:rPr sz="2800" lang="en-US">
                <a:solidFill>
                  <a:srgbClr val="FFFFFF"/>
                </a:solidFill>
              </a:rPr>
              <a:t>n</a:t>
            </a:r>
            <a:r>
              <a:rPr sz="2800" lang="en-US">
                <a:solidFill>
                  <a:srgbClr val="FFFFFF"/>
                </a:solidFill>
              </a:rPr>
              <a:t> </a:t>
            </a:r>
            <a:r>
              <a:rPr sz="2800" lang="en-US">
                <a:solidFill>
                  <a:srgbClr val="FFFFFF"/>
                </a:solidFill>
              </a:rPr>
              <a:t>,</a:t>
            </a:r>
            <a:r>
              <a:rPr sz="2800" lang="en-US">
                <a:solidFill>
                  <a:srgbClr val="FFFFFF"/>
                </a:solidFill>
              </a:rPr>
              <a:t> </a:t>
            </a:r>
            <a:r>
              <a:rPr sz="2800" lang="en-US">
                <a:solidFill>
                  <a:srgbClr val="FFFFFF"/>
                </a:solidFill>
              </a:rPr>
              <a:t>a</a:t>
            </a:r>
            <a:r>
              <a:rPr sz="2800" lang="en-US">
                <a:solidFill>
                  <a:srgbClr val="FFFFFF"/>
                </a:solidFill>
              </a:rPr>
              <a:t>n</a:t>
            </a:r>
            <a:r>
              <a:rPr sz="2800" lang="en-US">
                <a:solidFill>
                  <a:srgbClr val="FFFFFF"/>
                </a:solidFill>
              </a:rPr>
              <a:t>d</a:t>
            </a:r>
            <a:r>
              <a:rPr sz="2800" lang="en-US">
                <a:solidFill>
                  <a:srgbClr val="FFFFFF"/>
                </a:solidFill>
              </a:rPr>
              <a:t> </a:t>
            </a:r>
            <a:r>
              <a:rPr sz="2800" lang="en-US">
                <a:solidFill>
                  <a:srgbClr val="FFFFFF"/>
                </a:solidFill>
              </a:rPr>
              <a:t>C</a:t>
            </a:r>
            <a:r>
              <a:rPr sz="2800" lang="en-US">
                <a:solidFill>
                  <a:srgbClr val="FFFFFF"/>
                </a:solidFill>
              </a:rPr>
              <a:t>r</a:t>
            </a:r>
            <a:r>
              <a:rPr sz="2800" lang="en-US">
                <a:solidFill>
                  <a:srgbClr val="FFFFFF"/>
                </a:solidFill>
              </a:rPr>
              <a:t>o</a:t>
            </a:r>
            <a:r>
              <a:rPr sz="2800" lang="en-US">
                <a:solidFill>
                  <a:srgbClr val="FFFFFF"/>
                </a:solidFill>
              </a:rPr>
              <a:t>s</a:t>
            </a:r>
            <a:r>
              <a:rPr sz="2800" lang="en-US">
                <a:solidFill>
                  <a:srgbClr val="FFFFFF"/>
                </a:solidFill>
              </a:rPr>
              <a:t>b</a:t>
            </a:r>
            <a:r>
              <a:rPr sz="2800" lang="en-US">
                <a:solidFill>
                  <a:srgbClr val="FFFFFF"/>
                </a:solidFill>
              </a:rPr>
              <a:t>y</a:t>
            </a:r>
            <a:r>
              <a:rPr sz="2800" lang="en-US">
                <a:solidFill>
                  <a:srgbClr val="FFFFFF"/>
                </a:solidFill>
              </a:rPr>
              <a:t>,</a:t>
            </a:r>
            <a:r>
              <a:rPr sz="2800" lang="en-US">
                <a:solidFill>
                  <a:srgbClr val="FFFFFF"/>
                </a:solidFill>
              </a:rPr>
              <a:t> </a:t>
            </a:r>
            <a:r>
              <a:rPr sz="2800" lang="en-US">
                <a:solidFill>
                  <a:srgbClr val="FFFFFF"/>
                </a:solidFill>
              </a:rPr>
              <a:t>a</a:t>
            </a:r>
            <a:r>
              <a:rPr sz="2800" lang="en-US">
                <a:solidFill>
                  <a:srgbClr val="FFFFFF"/>
                </a:solidFill>
              </a:rPr>
              <a:t>n</a:t>
            </a:r>
            <a:r>
              <a:rPr sz="2800" lang="en-US">
                <a:solidFill>
                  <a:srgbClr val="FFFFFF"/>
                </a:solidFill>
              </a:rPr>
              <a:t>d</a:t>
            </a:r>
            <a:r>
              <a:rPr sz="2800" lang="en-US">
                <a:solidFill>
                  <a:srgbClr val="FFFFFF"/>
                </a:solidFill>
              </a:rPr>
              <a:t> </a:t>
            </a:r>
            <a:r>
              <a:rPr sz="2800" lang="en-US">
                <a:solidFill>
                  <a:srgbClr val="FFFFFF"/>
                </a:solidFill>
              </a:rPr>
              <a:t>o</a:t>
            </a:r>
            <a:r>
              <a:rPr sz="2800" lang="en-US">
                <a:solidFill>
                  <a:srgbClr val="FFFFFF"/>
                </a:solidFill>
              </a:rPr>
              <a:t>t</a:t>
            </a:r>
            <a:r>
              <a:rPr sz="2800" lang="en-US">
                <a:solidFill>
                  <a:srgbClr val="FFFFFF"/>
                </a:solidFill>
              </a:rPr>
              <a:t>h</a:t>
            </a:r>
            <a:r>
              <a:rPr sz="2800" lang="en-US">
                <a:solidFill>
                  <a:srgbClr val="FFFFFF"/>
                </a:solidFill>
              </a:rPr>
              <a:t>e</a:t>
            </a:r>
            <a:r>
              <a:rPr sz="2800" lang="en-US">
                <a:solidFill>
                  <a:srgbClr val="FFFFFF"/>
                </a:solidFill>
              </a:rPr>
              <a:t>rs </a:t>
            </a:r>
            <a:endParaRPr sz="2800" lang="en-US">
              <a:solidFill>
                <a:srgbClr val="000000"/>
              </a:solidFill>
            </a:endParaRPr>
          </a:p>
          <a:p>
            <a:endParaRPr sz="2800" lang="en-US">
              <a:solidFill>
                <a:srgbClr val="000000"/>
              </a:solidFill>
            </a:endParaRPr>
          </a:p>
          <a:p>
            <a:r>
              <a:rPr sz="2800" lang="en-US">
                <a:solidFill>
                  <a:srgbClr val="FFFFFF"/>
                </a:solidFill>
              </a:rPr>
              <a:t>•</a:t>
            </a:r>
            <a:r>
              <a:rPr sz="2800" lang="en-US">
                <a:solidFill>
                  <a:srgbClr val="FFFFFF"/>
                </a:solidFill>
              </a:rPr>
              <a:t>N</a:t>
            </a:r>
            <a:r>
              <a:rPr sz="2800" lang="en-US">
                <a:solidFill>
                  <a:srgbClr val="FFFFFF"/>
                </a:solidFill>
              </a:rPr>
              <a:t>o</a:t>
            </a:r>
            <a:r>
              <a:rPr sz="2800" lang="en-US">
                <a:solidFill>
                  <a:srgbClr val="FFFFFF"/>
                </a:solidFill>
              </a:rPr>
              <a:t>n</a:t>
            </a:r>
            <a:r>
              <a:rPr sz="2800" lang="en-US">
                <a:solidFill>
                  <a:srgbClr val="FFFFFF"/>
                </a:solidFill>
              </a:rPr>
              <a:t>p</a:t>
            </a:r>
            <a:r>
              <a:rPr sz="2800" lang="en-US">
                <a:solidFill>
                  <a:srgbClr val="FFFFFF"/>
                </a:solidFill>
              </a:rPr>
              <a:t>r</a:t>
            </a:r>
            <a:r>
              <a:rPr sz="2800" lang="en-US">
                <a:solidFill>
                  <a:srgbClr val="FFFFFF"/>
                </a:solidFill>
              </a:rPr>
              <a:t>o</a:t>
            </a:r>
            <a:r>
              <a:rPr sz="2800" lang="en-US">
                <a:solidFill>
                  <a:srgbClr val="FFFFFF"/>
                </a:solidFill>
              </a:rPr>
              <a:t>p</a:t>
            </a:r>
            <a:r>
              <a:rPr sz="2800" lang="en-US">
                <a:solidFill>
                  <a:srgbClr val="FFFFFF"/>
                </a:solidFill>
              </a:rPr>
              <a:t>r</a:t>
            </a:r>
            <a:r>
              <a:rPr sz="2800" lang="en-US">
                <a:solidFill>
                  <a:srgbClr val="FFFFFF"/>
                </a:solidFill>
              </a:rPr>
              <a:t>i</a:t>
            </a:r>
            <a:r>
              <a:rPr sz="2800" lang="en-US">
                <a:solidFill>
                  <a:srgbClr val="FFFFFF"/>
                </a:solidFill>
              </a:rPr>
              <a:t>e</a:t>
            </a:r>
            <a:r>
              <a:rPr sz="2800" lang="en-US">
                <a:solidFill>
                  <a:srgbClr val="FFFFFF"/>
                </a:solidFill>
              </a:rPr>
              <a:t>t</a:t>
            </a:r>
            <a:r>
              <a:rPr sz="2800" lang="en-US">
                <a:solidFill>
                  <a:srgbClr val="FFFFFF"/>
                </a:solidFill>
              </a:rPr>
              <a:t>a</a:t>
            </a:r>
            <a:r>
              <a:rPr sz="2800" lang="en-US">
                <a:solidFill>
                  <a:srgbClr val="FFFFFF"/>
                </a:solidFill>
              </a:rPr>
              <a:t>r</a:t>
            </a:r>
            <a:r>
              <a:rPr sz="2800" lang="en-US">
                <a:solidFill>
                  <a:srgbClr val="FFFFFF"/>
                </a:solidFill>
              </a:rPr>
              <a:t>y</a:t>
            </a:r>
            <a:r>
              <a:rPr sz="2800" lang="en-US">
                <a:solidFill>
                  <a:srgbClr val="FFFFFF"/>
                </a:solidFill>
              </a:rPr>
              <a:t> </a:t>
            </a:r>
            <a:r>
              <a:rPr sz="2800" lang="en-US">
                <a:solidFill>
                  <a:srgbClr val="FFFFFF"/>
                </a:solidFill>
              </a:rPr>
              <a:t>a</a:t>
            </a:r>
            <a:r>
              <a:rPr sz="2800" lang="en-US">
                <a:solidFill>
                  <a:srgbClr val="FFFFFF"/>
                </a:solidFill>
              </a:rPr>
              <a:t>p</a:t>
            </a:r>
            <a:r>
              <a:rPr sz="2800" lang="en-US">
                <a:solidFill>
                  <a:srgbClr val="FFFFFF"/>
                </a:solidFill>
              </a:rPr>
              <a:t>p</a:t>
            </a:r>
            <a:r>
              <a:rPr sz="2800" lang="en-US">
                <a:solidFill>
                  <a:srgbClr val="FFFFFF"/>
                </a:solidFill>
              </a:rPr>
              <a:t>r</a:t>
            </a:r>
            <a:r>
              <a:rPr sz="2800" lang="en-US">
                <a:solidFill>
                  <a:srgbClr val="FFFFFF"/>
                </a:solidFill>
              </a:rPr>
              <a:t>o</a:t>
            </a:r>
            <a:r>
              <a:rPr sz="2800" lang="en-US">
                <a:solidFill>
                  <a:srgbClr val="FFFFFF"/>
                </a:solidFill>
              </a:rPr>
              <a:t>a</a:t>
            </a:r>
            <a:r>
              <a:rPr sz="2800" lang="en-US">
                <a:solidFill>
                  <a:srgbClr val="FFFFFF"/>
                </a:solidFill>
              </a:rPr>
              <a:t>c</a:t>
            </a:r>
            <a:r>
              <a:rPr sz="2800" lang="en-US">
                <a:solidFill>
                  <a:srgbClr val="FFFFFF"/>
                </a:solidFill>
              </a:rPr>
              <a:t>h</a:t>
            </a:r>
            <a:r>
              <a:rPr sz="2800" lang="en-US">
                <a:solidFill>
                  <a:srgbClr val="FFFFFF"/>
                </a:solidFill>
              </a:rPr>
              <a:t>e</a:t>
            </a:r>
            <a:r>
              <a:rPr sz="2800" lang="en-US">
                <a:solidFill>
                  <a:srgbClr val="FFFFFF"/>
                </a:solidFill>
              </a:rPr>
              <a:t>s </a:t>
            </a:r>
            <a:r>
              <a:rPr sz="2800" lang="en-US">
                <a:solidFill>
                  <a:srgbClr val="FFFFFF"/>
                </a:solidFill>
              </a:rPr>
              <a:t>s</a:t>
            </a:r>
            <a:r>
              <a:rPr sz="2800" lang="en-US">
                <a:solidFill>
                  <a:srgbClr val="FFFFFF"/>
                </a:solidFill>
              </a:rPr>
              <a:t>u</a:t>
            </a:r>
            <a:r>
              <a:rPr sz="2800" lang="en-US">
                <a:solidFill>
                  <a:srgbClr val="FFFFFF"/>
                </a:solidFill>
              </a:rPr>
              <a:t>c</a:t>
            </a:r>
            <a:r>
              <a:rPr sz="2800" lang="en-US">
                <a:solidFill>
                  <a:srgbClr val="FFFFFF"/>
                </a:solidFill>
              </a:rPr>
              <a:t>h</a:t>
            </a:r>
            <a:r>
              <a:rPr sz="2800" lang="en-US">
                <a:solidFill>
                  <a:srgbClr val="FFFFFF"/>
                </a:solidFill>
              </a:rPr>
              <a:t> </a:t>
            </a:r>
            <a:r>
              <a:rPr sz="2800" lang="en-US">
                <a:solidFill>
                  <a:srgbClr val="FFFFFF"/>
                </a:solidFill>
              </a:rPr>
              <a:t>a</a:t>
            </a:r>
            <a:r>
              <a:rPr sz="2800" lang="en-US">
                <a:solidFill>
                  <a:srgbClr val="FFFFFF"/>
                </a:solidFill>
              </a:rPr>
              <a:t>s</a:t>
            </a:r>
            <a:r>
              <a:rPr sz="2800" lang="en-US">
                <a:solidFill>
                  <a:srgbClr val="FFFFFF"/>
                </a:solidFill>
              </a:rPr>
              <a:t> </a:t>
            </a:r>
            <a:r>
              <a:rPr sz="2800" lang="en-US">
                <a:solidFill>
                  <a:srgbClr val="FFFFFF"/>
                </a:solidFill>
              </a:rPr>
              <a:t>T</a:t>
            </a:r>
            <a:r>
              <a:rPr sz="2800" lang="en-US">
                <a:solidFill>
                  <a:srgbClr val="FFFFFF"/>
                </a:solidFill>
              </a:rPr>
              <a:t>Q</a:t>
            </a:r>
            <a:r>
              <a:rPr sz="2800" lang="en-US">
                <a:solidFill>
                  <a:srgbClr val="FFFFFF"/>
                </a:solidFill>
              </a:rPr>
              <a:t>M</a:t>
            </a:r>
            <a:r>
              <a:rPr sz="2800" lang="en-US">
                <a:solidFill>
                  <a:srgbClr val="FFFFFF"/>
                </a:solidFill>
              </a:rPr>
              <a:t>,</a:t>
            </a:r>
            <a:r>
              <a:rPr sz="2800" lang="en-US">
                <a:solidFill>
                  <a:srgbClr val="FFFFFF"/>
                </a:solidFill>
              </a:rPr>
              <a:t> </a:t>
            </a:r>
            <a:r>
              <a:rPr sz="2800" lang="en-US">
                <a:solidFill>
                  <a:srgbClr val="FFFFFF"/>
                </a:solidFill>
              </a:rPr>
              <a:t> </a:t>
            </a:r>
            <a:r>
              <a:rPr sz="2800" lang="en-US">
                <a:solidFill>
                  <a:srgbClr val="FFFFFF"/>
                </a:solidFill>
              </a:rPr>
              <a:t>c</a:t>
            </a:r>
            <a:r>
              <a:rPr sz="2800" lang="en-US">
                <a:solidFill>
                  <a:srgbClr val="FFFFFF"/>
                </a:solidFill>
              </a:rPr>
              <a:t>o</a:t>
            </a:r>
            <a:r>
              <a:rPr sz="2800" lang="en-US">
                <a:solidFill>
                  <a:srgbClr val="FFFFFF"/>
                </a:solidFill>
              </a:rPr>
              <a:t>n</a:t>
            </a:r>
            <a:r>
              <a:rPr sz="2800" lang="en-US">
                <a:solidFill>
                  <a:srgbClr val="FFFFFF"/>
                </a:solidFill>
              </a:rPr>
              <a:t>t</a:t>
            </a:r>
            <a:r>
              <a:rPr sz="2800" lang="en-US">
                <a:solidFill>
                  <a:srgbClr val="FFFFFF"/>
                </a:solidFill>
              </a:rPr>
              <a:t>i</a:t>
            </a:r>
            <a:r>
              <a:rPr sz="2800" lang="en-US">
                <a:solidFill>
                  <a:srgbClr val="FFFFFF"/>
                </a:solidFill>
              </a:rPr>
              <a:t>n</a:t>
            </a:r>
            <a:r>
              <a:rPr sz="2800" lang="en-US">
                <a:solidFill>
                  <a:srgbClr val="FFFFFF"/>
                </a:solidFill>
              </a:rPr>
              <a:t>u</a:t>
            </a:r>
            <a:r>
              <a:rPr sz="2800" lang="en-US">
                <a:solidFill>
                  <a:srgbClr val="FFFFFF"/>
                </a:solidFill>
              </a:rPr>
              <a:t>o</a:t>
            </a:r>
            <a:r>
              <a:rPr sz="2800" lang="en-US">
                <a:solidFill>
                  <a:srgbClr val="FFFFFF"/>
                </a:solidFill>
              </a:rPr>
              <a:t>u</a:t>
            </a:r>
            <a:r>
              <a:rPr sz="2800" lang="en-US">
                <a:solidFill>
                  <a:srgbClr val="FFFFFF"/>
                </a:solidFill>
              </a:rPr>
              <a:t>s </a:t>
            </a:r>
            <a:r>
              <a:rPr sz="2800" lang="en-US">
                <a:solidFill>
                  <a:srgbClr val="FFFFFF"/>
                </a:solidFill>
              </a:rPr>
              <a:t>i</a:t>
            </a:r>
            <a:r>
              <a:rPr sz="2800" lang="en-US">
                <a:solidFill>
                  <a:srgbClr val="FFFFFF"/>
                </a:solidFill>
              </a:rPr>
              <a:t>m</a:t>
            </a:r>
            <a:r>
              <a:rPr sz="2800" lang="en-US">
                <a:solidFill>
                  <a:srgbClr val="FFFFFF"/>
                </a:solidFill>
              </a:rPr>
              <a:t>p</a:t>
            </a:r>
            <a:r>
              <a:rPr sz="2800" lang="en-US">
                <a:solidFill>
                  <a:srgbClr val="FFFFFF"/>
                </a:solidFill>
              </a:rPr>
              <a:t>r</a:t>
            </a:r>
            <a:r>
              <a:rPr sz="2800" lang="en-US">
                <a:solidFill>
                  <a:srgbClr val="FFFFFF"/>
                </a:solidFill>
              </a:rPr>
              <a:t>o</a:t>
            </a:r>
            <a:r>
              <a:rPr sz="2800" lang="en-US">
                <a:solidFill>
                  <a:srgbClr val="FFFFFF"/>
                </a:solidFill>
              </a:rPr>
              <a:t>vement </a:t>
            </a:r>
            <a:r>
              <a:rPr sz="2800" lang="en-US">
                <a:solidFill>
                  <a:srgbClr val="FFFFFF"/>
                </a:solidFill>
              </a:rPr>
              <a:t>a</a:t>
            </a:r>
            <a:r>
              <a:rPr sz="2800" lang="en-US">
                <a:solidFill>
                  <a:srgbClr val="FFFFFF"/>
                </a:solidFill>
              </a:rPr>
              <a:t>p</a:t>
            </a:r>
            <a:r>
              <a:rPr sz="2800" lang="en-US">
                <a:solidFill>
                  <a:srgbClr val="FFFFFF"/>
                </a:solidFill>
              </a:rPr>
              <a:t>p</a:t>
            </a:r>
            <a:r>
              <a:rPr sz="2800" lang="en-US">
                <a:solidFill>
                  <a:srgbClr val="FFFFFF"/>
                </a:solidFill>
              </a:rPr>
              <a:t>r</a:t>
            </a:r>
            <a:r>
              <a:rPr sz="2800" lang="en-US">
                <a:solidFill>
                  <a:srgbClr val="FFFFFF"/>
                </a:solidFill>
              </a:rPr>
              <a:t>o</a:t>
            </a:r>
            <a:r>
              <a:rPr sz="2800" lang="en-US">
                <a:solidFill>
                  <a:srgbClr val="FFFFFF"/>
                </a:solidFill>
              </a:rPr>
              <a:t>a</a:t>
            </a:r>
            <a:r>
              <a:rPr sz="2800" lang="en-US">
                <a:solidFill>
                  <a:srgbClr val="FFFFFF"/>
                </a:solidFill>
              </a:rPr>
              <a:t>ch</a:t>
            </a:r>
            <a:r>
              <a:rPr sz="2800" lang="en-US">
                <a:solidFill>
                  <a:srgbClr val="FFFFFF"/>
                </a:solidFill>
              </a:rPr>
              <a:t>e</a:t>
            </a:r>
            <a:r>
              <a:rPr sz="2800" lang="en-US">
                <a:solidFill>
                  <a:srgbClr val="FFFFFF"/>
                </a:solidFill>
              </a:rPr>
              <a:t>s</a:t>
            </a:r>
            <a:r>
              <a:rPr sz="2800" lang="en-US">
                <a:solidFill>
                  <a:srgbClr val="FFFFFF"/>
                </a:solidFill>
              </a:rPr>
              <a:t> </a:t>
            </a:r>
            <a:r>
              <a:rPr sz="2800" lang="en-US">
                <a:solidFill>
                  <a:srgbClr val="FFFFFF"/>
                </a:solidFill>
              </a:rPr>
              <a:t>a</a:t>
            </a:r>
            <a:r>
              <a:rPr sz="2800" lang="en-US">
                <a:solidFill>
                  <a:srgbClr val="FFFFFF"/>
                </a:solidFill>
              </a:rPr>
              <a:t>n</a:t>
            </a:r>
            <a:r>
              <a:rPr sz="2800" lang="en-US">
                <a:solidFill>
                  <a:srgbClr val="FFFFFF"/>
                </a:solidFill>
              </a:rPr>
              <a:t>d</a:t>
            </a:r>
            <a:r>
              <a:rPr sz="2800" lang="en-US">
                <a:solidFill>
                  <a:srgbClr val="FFFFFF"/>
                </a:solidFill>
              </a:rPr>
              <a:t> </a:t>
            </a:r>
            <a:r>
              <a:rPr sz="2800" lang="en-US">
                <a:solidFill>
                  <a:srgbClr val="FFFFFF"/>
                </a:solidFill>
              </a:rPr>
              <a:t>o</a:t>
            </a:r>
            <a:r>
              <a:rPr sz="2800" lang="en-US">
                <a:solidFill>
                  <a:srgbClr val="FFFFFF"/>
                </a:solidFill>
              </a:rPr>
              <a:t>t</a:t>
            </a:r>
            <a:r>
              <a:rPr sz="2800" lang="en-US">
                <a:solidFill>
                  <a:srgbClr val="FFFFFF"/>
                </a:solidFill>
              </a:rPr>
              <a:t>h</a:t>
            </a:r>
            <a:r>
              <a:rPr sz="2800" lang="en-US">
                <a:solidFill>
                  <a:srgbClr val="FFFFFF"/>
                </a:solidFill>
              </a:rPr>
              <a:t>e</a:t>
            </a:r>
            <a:r>
              <a:rPr sz="2800" lang="en-US">
                <a:solidFill>
                  <a:srgbClr val="FFFFFF"/>
                </a:solidFill>
              </a:rPr>
              <a:t>r</a:t>
            </a:r>
            <a:r>
              <a:rPr sz="2800" lang="en-US">
                <a:solidFill>
                  <a:srgbClr val="FFFFFF"/>
                </a:solidFill>
              </a:rPr>
              <a:t>s </a:t>
            </a:r>
            <a:endParaRPr sz="2800" lang="en-US">
              <a:solidFill>
                <a:srgbClr val="000000"/>
              </a:solidFill>
            </a:endParaRPr>
          </a:p>
        </p:txBody>
      </p:sp>
    </p:spTree>
  </p:cSld>
  <p:clrMapOvr>
    <a:masterClrMapping/>
  </p:clrMapOvr>
  <p:transition spd="slow" advClick="1">
    <p:wipe dir="l"/>
  </p:transition>
</p:sld>
</file>

<file path=ppt/slides/slide8.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114" name=""/>
        <p:cNvGrpSpPr/>
        <p:nvPr/>
      </p:nvGrpSpPr>
      <p:grpSpPr>
        <a:xfrm rot="0">
          <a:off x="0" y="0"/>
          <a:ext cx="0" cy="0"/>
          <a:chOff x="0" y="0"/>
          <a:chExt cx="0" cy="0"/>
        </a:xfrm>
      </p:grpSpPr>
      <p:sp>
        <p:nvSpPr>
          <p:cNvPr id="1048664" name="矩形 2"/>
          <p:cNvSpPr/>
          <p:nvPr/>
        </p:nvSpPr>
        <p:spPr>
          <a:xfrm rot="0">
            <a:off x="0" y="0"/>
            <a:ext cx="12192000" cy="6858000"/>
          </a:xfrm>
          <a:prstGeom prst="rect"/>
          <a:solidFill>
            <a:schemeClr val="lt1">
              <a:alpha val="28000"/>
            </a:schemeClr>
          </a:solid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800" lang="zh-CN">
              <a:solidFill>
                <a:srgbClr val="FFFFFF"/>
              </a:solidFill>
            </a:endParaRPr>
          </a:p>
        </p:txBody>
      </p:sp>
      <p:pic>
        <p:nvPicPr>
          <p:cNvPr id="2097159" name="图片 10" descr=""/>
          <p:cNvPicPr>
            <a:picLocks/>
          </p:cNvPicPr>
          <p:nvPr/>
        </p:nvPicPr>
        <p:blipFill>
          <a:blip xmlns:r="http://schemas.openxmlformats.org/officeDocument/2006/relationships" r:embed="rId2"/>
          <a:srcRect l="0" t="0" r="0" b="0"/>
          <a:stretch>
            <a:fillRect/>
          </a:stretch>
        </p:blipFill>
        <p:spPr>
          <a:xfrm rot="0">
            <a:off x="9407525" y="4365625"/>
            <a:ext cx="1865312" cy="1692275"/>
          </a:xfrm>
          <a:prstGeom prst="rect"/>
          <a:noFill/>
          <a:ln>
            <a:noFill/>
          </a:ln>
        </p:spPr>
      </p:pic>
      <p:sp>
        <p:nvSpPr>
          <p:cNvPr id="1048665" name=""/>
          <p:cNvSpPr txBox="1"/>
          <p:nvPr/>
        </p:nvSpPr>
        <p:spPr>
          <a:xfrm>
            <a:off x="498750" y="899161"/>
            <a:ext cx="9529213" cy="5120640"/>
          </a:xfrm>
          <a:prstGeom prst="rect"/>
        </p:spPr>
        <p:txBody>
          <a:bodyPr rtlCol="0" wrap="square">
            <a:spAutoFit/>
          </a:bodyPr>
          <a:p>
            <a:r>
              <a:rPr b="1" sz="2800" lang="en-US">
                <a:solidFill>
                  <a:srgbClr val="FFFFFF"/>
                </a:solidFill>
              </a:rPr>
              <a:t>N</a:t>
            </a:r>
            <a:r>
              <a:rPr b="1" sz="2800" lang="en-US">
                <a:solidFill>
                  <a:srgbClr val="FFFFFF"/>
                </a:solidFill>
              </a:rPr>
              <a:t>a</a:t>
            </a:r>
            <a:r>
              <a:rPr b="1" sz="2800" lang="en-US">
                <a:solidFill>
                  <a:srgbClr val="FFFFFF"/>
                </a:solidFill>
              </a:rPr>
              <a:t>t</a:t>
            </a:r>
            <a:r>
              <a:rPr b="1" sz="2800" lang="en-US">
                <a:solidFill>
                  <a:srgbClr val="FFFFFF"/>
                </a:solidFill>
              </a:rPr>
              <a:t>u</a:t>
            </a:r>
            <a:r>
              <a:rPr b="1" sz="2800" lang="en-US">
                <a:solidFill>
                  <a:srgbClr val="FFFFFF"/>
                </a:solidFill>
              </a:rPr>
              <a:t>re </a:t>
            </a:r>
            <a:r>
              <a:rPr b="1" sz="2800" lang="en-US">
                <a:solidFill>
                  <a:srgbClr val="FFFFFF"/>
                </a:solidFill>
              </a:rPr>
              <a:t>of </a:t>
            </a:r>
            <a:r>
              <a:rPr b="1" sz="2800" lang="en-US">
                <a:solidFill>
                  <a:srgbClr val="FFFFFF"/>
                </a:solidFill>
              </a:rPr>
              <a:t>P</a:t>
            </a:r>
            <a:r>
              <a:rPr b="1" sz="2800" lang="en-US">
                <a:solidFill>
                  <a:srgbClr val="FFFFFF"/>
                </a:solidFill>
              </a:rPr>
              <a:t>Q</a:t>
            </a:r>
            <a:r>
              <a:rPr b="1" sz="2800" lang="en-US">
                <a:solidFill>
                  <a:srgbClr val="FFFFFF"/>
                </a:solidFill>
              </a:rPr>
              <a:t>M</a:t>
            </a:r>
            <a:endParaRPr sz="2800" lang="en-US">
              <a:solidFill>
                <a:srgbClr val="FFFFFF"/>
              </a:solidFill>
            </a:endParaRPr>
          </a:p>
          <a:p>
            <a:endParaRPr sz="2800" lang="en-US">
              <a:solidFill>
                <a:srgbClr val="FFFFFF"/>
              </a:solidFill>
            </a:endParaRPr>
          </a:p>
          <a:p>
            <a:r>
              <a:rPr b="1" sz="2800" lang="en-US">
                <a:solidFill>
                  <a:srgbClr val="FFFFFF"/>
                </a:solidFill>
              </a:rPr>
              <a:t>1. Customer Focus: Meeting customer requirements and expectations. </a:t>
            </a:r>
            <a:endParaRPr sz="2800" lang="en-US">
              <a:solidFill>
                <a:srgbClr val="FFFFFF"/>
              </a:solidFill>
            </a:endParaRPr>
          </a:p>
          <a:p>
            <a:r>
              <a:rPr b="1" sz="2800" lang="en-US">
                <a:solidFill>
                  <a:srgbClr val="FFFFFF"/>
                </a:solidFill>
              </a:rPr>
              <a:t>2. Continuous Improvement: Identifying areas for improvement and implementing changes. </a:t>
            </a:r>
            <a:endParaRPr sz="2800" lang="en-US">
              <a:solidFill>
                <a:srgbClr val="FFFFFF"/>
              </a:solidFill>
            </a:endParaRPr>
          </a:p>
          <a:p>
            <a:r>
              <a:rPr b="1" sz="2800" lang="en-US">
                <a:solidFill>
                  <a:srgbClr val="FFFFFF"/>
                </a:solidFill>
              </a:rPr>
              <a:t>3. Process Approach: Focusing on processes to achieve quality objectives. </a:t>
            </a:r>
            <a:endParaRPr sz="2800" lang="en-US">
              <a:solidFill>
                <a:srgbClr val="FFFFFF"/>
              </a:solidFill>
            </a:endParaRPr>
          </a:p>
          <a:p>
            <a:r>
              <a:rPr b="1" sz="2800" lang="en-US">
                <a:solidFill>
                  <a:srgbClr val="FFFFFF"/>
                </a:solidFill>
              </a:rPr>
              <a:t>4. Evidence-Based Decision Making: Using data and analysis to make informed decisions. </a:t>
            </a:r>
            <a:endParaRPr sz="2800" lang="en-US">
              <a:solidFill>
                <a:srgbClr val="FFFFFF"/>
              </a:solidFill>
            </a:endParaRPr>
          </a:p>
          <a:p>
            <a:r>
              <a:rPr b="1" sz="2800" lang="en-US">
                <a:solidFill>
                  <a:srgbClr val="FFFFFF"/>
                </a:solidFill>
              </a:rPr>
              <a:t>5. Risk Management: Identifying and mitigating risks that could impact quali</a:t>
            </a:r>
            <a:r>
              <a:rPr b="1" sz="2800" lang="en-US">
                <a:solidFill>
                  <a:srgbClr val="FFFFFF"/>
                </a:solidFill>
              </a:rPr>
              <a:t>ty.</a:t>
            </a:r>
            <a:endParaRPr sz="2800" lang="en-US">
              <a:solidFill>
                <a:srgbClr val="FFFFFF"/>
              </a:solidFill>
            </a:endParaRPr>
          </a:p>
        </p:txBody>
      </p:sp>
    </p:spTree>
  </p:cSld>
  <p:clrMapOvr>
    <a:masterClrMapping/>
  </p:clrMapOvr>
  <p:transition spd="slow" advClick="1">
    <p:wipe dir="l"/>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115" name=""/>
        <p:cNvGrpSpPr/>
        <p:nvPr/>
      </p:nvGrpSpPr>
      <p:grpSpPr>
        <a:xfrm>
          <a:off x="0" y="0"/>
          <a:ext cx="0" cy="0"/>
          <a:chOff x="0" y="0"/>
          <a:chExt cx="0" cy="0"/>
        </a:xfrm>
      </p:grpSpPr>
      <p:sp>
        <p:nvSpPr>
          <p:cNvPr id="1048666" name=""/>
          <p:cNvSpPr txBox="1"/>
          <p:nvPr/>
        </p:nvSpPr>
        <p:spPr>
          <a:xfrm>
            <a:off x="4096000" y="3219450"/>
            <a:ext cx="4000000" cy="510540"/>
          </a:xfrm>
          <a:prstGeom prst="rect"/>
        </p:spPr>
        <p:txBody>
          <a:bodyPr rtlCol="0" wrap="square">
            <a:spAutoFit/>
          </a:bodyPr>
          <a:p>
            <a:r>
              <a:rPr sz="2800" lang="en-US">
                <a:solidFill>
                  <a:srgbClr val="000000"/>
                </a:solidFill>
              </a:rPr>
              <a:t/>
            </a:r>
            <a:endParaRPr sz="2800" lang="en-US">
              <a:solidFill>
                <a:srgbClr val="000000"/>
              </a:solidFill>
            </a:endParaRPr>
          </a:p>
        </p:txBody>
      </p:sp>
      <p:pic>
        <p:nvPicPr>
          <p:cNvPr id="2097160" name=""/>
          <p:cNvPicPr>
            <a:picLocks/>
          </p:cNvPicPr>
          <p:nvPr/>
        </p:nvPicPr>
        <p:blipFill>
          <a:blip xmlns:r="http://schemas.openxmlformats.org/officeDocument/2006/relationships" r:embed="rId2"/>
          <a:stretch>
            <a:fillRect/>
          </a:stretch>
        </p:blipFill>
        <p:spPr>
          <a:xfrm rot="0">
            <a:off x="0" y="39441"/>
            <a:ext cx="12192000" cy="6779117"/>
          </a:xfrm>
          <a:prstGeom prst="rect"/>
        </p:spPr>
      </p:pic>
    </p:spTree>
  </p:cSld>
  <p:clrMapOvr>
    <a:overrideClrMapping accent1="accent1" accent2="accent2" accent3="accent3" accent4="accent4" accent5="accent5" accent6="accent6" bg1="lt1" bg2="dk2" tx1="dk1" tx2="lt2"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116" name=""/>
        <p:cNvGrpSpPr/>
        <p:nvPr/>
      </p:nvGrpSpPr>
      <p:grpSpPr>
        <a:xfrm rot="0">
          <a:off x="0" y="0"/>
          <a:ext cx="0" cy="0"/>
          <a:chOff x="0" y="0"/>
          <a:chExt cx="0" cy="0"/>
        </a:xfrm>
      </p:grpSpPr>
      <p:sp>
        <p:nvSpPr>
          <p:cNvPr id="1048667" name="椭圆 34"/>
          <p:cNvSpPr/>
          <p:nvPr/>
        </p:nvSpPr>
        <p:spPr>
          <a:xfrm rot="0">
            <a:off x="5734050" y="2322512"/>
            <a:ext cx="249237" cy="249237"/>
          </a:xfrm>
          <a:prstGeom prst="ellipse"/>
          <a:solidFill>
            <a:schemeClr val="lt1">
              <a:alpha val="28000"/>
            </a:schemeClr>
          </a:solid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800" lang="zh-CN">
              <a:solidFill>
                <a:srgbClr val="FFFFFF"/>
              </a:solidFill>
            </a:endParaRPr>
          </a:p>
        </p:txBody>
      </p:sp>
      <p:sp>
        <p:nvSpPr>
          <p:cNvPr id="1048668" name="椭圆 37"/>
          <p:cNvSpPr/>
          <p:nvPr/>
        </p:nvSpPr>
        <p:spPr>
          <a:xfrm rot="0">
            <a:off x="8793162" y="2222500"/>
            <a:ext cx="349250" cy="349250"/>
          </a:xfrm>
          <a:prstGeom prst="ellipse"/>
          <a:solidFill>
            <a:schemeClr val="lt1">
              <a:alpha val="28000"/>
            </a:schemeClr>
          </a:solid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800" lang="zh-CN">
              <a:solidFill>
                <a:srgbClr val="FFFFFF"/>
              </a:solidFill>
            </a:endParaRPr>
          </a:p>
        </p:txBody>
      </p:sp>
      <p:sp>
        <p:nvSpPr>
          <p:cNvPr id="1048669" name=""/>
          <p:cNvSpPr txBox="1"/>
          <p:nvPr/>
        </p:nvSpPr>
        <p:spPr>
          <a:xfrm>
            <a:off x="1522904" y="1078230"/>
            <a:ext cx="8422290" cy="4701540"/>
          </a:xfrm>
          <a:prstGeom prst="rect"/>
        </p:spPr>
        <p:txBody>
          <a:bodyPr rtlCol="0" wrap="square">
            <a:spAutoFit/>
          </a:bodyPr>
          <a:p>
            <a:r>
              <a:rPr sz="2800" lang="en-US">
                <a:solidFill>
                  <a:srgbClr val="FFFFFF"/>
                </a:solidFill>
              </a:rPr>
              <a:t>Common understanding </a:t>
            </a:r>
            <a:endParaRPr sz="2800" lang="en-US">
              <a:solidFill>
                <a:srgbClr val="000000"/>
              </a:solidFill>
            </a:endParaRPr>
          </a:p>
          <a:p>
            <a:endParaRPr sz="2800" lang="en-US">
              <a:solidFill>
                <a:srgbClr val="000000"/>
              </a:solidFill>
            </a:endParaRPr>
          </a:p>
          <a:p>
            <a:r>
              <a:rPr sz="2800" lang="en-US">
                <a:solidFill>
                  <a:srgbClr val="FFFFFF"/>
                </a:solidFill>
              </a:rPr>
              <a:t>Quality management should complement modern project management as they both recognize the importance of : </a:t>
            </a:r>
            <a:endParaRPr sz="2800" lang="en-US">
              <a:solidFill>
                <a:srgbClr val="000000"/>
              </a:solidFill>
            </a:endParaRPr>
          </a:p>
          <a:p>
            <a:endParaRPr sz="2800" lang="en-US">
              <a:solidFill>
                <a:srgbClr val="000000"/>
              </a:solidFill>
            </a:endParaRPr>
          </a:p>
          <a:p>
            <a:r>
              <a:rPr sz="2800" lang="en-US">
                <a:solidFill>
                  <a:srgbClr val="FFFFFF"/>
                </a:solidFill>
              </a:rPr>
              <a:t>1- Customer satisfaction</a:t>
            </a:r>
            <a:r>
              <a:rPr sz="2800" lang="en-US">
                <a:solidFill>
                  <a:srgbClr val="FFFFFF"/>
                </a:solidFill>
              </a:rPr>
              <a:t> </a:t>
            </a:r>
            <a:endParaRPr sz="2800" lang="en-US">
              <a:solidFill>
                <a:srgbClr val="000000"/>
              </a:solidFill>
            </a:endParaRPr>
          </a:p>
          <a:p>
            <a:r>
              <a:rPr sz="2800" lang="en-US">
                <a:solidFill>
                  <a:srgbClr val="FFFFFF"/>
                </a:solidFill>
              </a:rPr>
              <a:t>2- Prevention over inspection </a:t>
            </a:r>
            <a:endParaRPr sz="2800" lang="en-US">
              <a:solidFill>
                <a:srgbClr val="000000"/>
              </a:solidFill>
            </a:endParaRPr>
          </a:p>
          <a:p>
            <a:r>
              <a:rPr sz="2800" lang="en-US">
                <a:solidFill>
                  <a:srgbClr val="FFFFFF"/>
                </a:solidFill>
              </a:rPr>
              <a:t>3- Management responsibility </a:t>
            </a:r>
            <a:endParaRPr sz="2800" lang="en-US">
              <a:solidFill>
                <a:srgbClr val="000000"/>
              </a:solidFill>
            </a:endParaRPr>
          </a:p>
          <a:p>
            <a:r>
              <a:rPr sz="2800" lang="en-US">
                <a:solidFill>
                  <a:srgbClr val="FFFFFF"/>
                </a:solidFill>
              </a:rPr>
              <a:t>4- Processes within phases </a:t>
            </a:r>
            <a:endParaRPr sz="2800" lang="en-US">
              <a:solidFill>
                <a:srgbClr val="000000"/>
              </a:solidFill>
            </a:endParaRPr>
          </a:p>
          <a:p>
            <a:r>
              <a:rPr sz="2800" lang="en-US">
                <a:solidFill>
                  <a:srgbClr val="FFFFFF"/>
                </a:solidFill>
              </a:rPr>
              <a:t>(plan-do-check - act cycle)</a:t>
            </a:r>
            <a:endParaRPr sz="2800" lang="en-US">
              <a:solidFill>
                <a:srgbClr val="000000"/>
              </a:solidFill>
            </a:endParaRPr>
          </a:p>
        </p:txBody>
      </p:sp>
    </p:spTree>
  </p:cSld>
  <p:clrMapOvr>
    <a:masterClrMapping/>
  </p:clrMapOvr>
  <p:transition spd="slow" advClick="1">
    <p:wipe dir="l"/>
  </p:transition>
</p:sld>
</file>

<file path=ppt/slides/slide11.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117" name=""/>
        <p:cNvGrpSpPr/>
        <p:nvPr/>
      </p:nvGrpSpPr>
      <p:grpSpPr>
        <a:xfrm rot="0">
          <a:off x="0" y="0"/>
          <a:ext cx="0" cy="0"/>
          <a:chOff x="0" y="0"/>
          <a:chExt cx="0" cy="0"/>
        </a:xfrm>
      </p:grpSpPr>
      <p:cxnSp>
        <p:nvCxnSpPr>
          <p:cNvPr id="3145739" name="直接连接符 2"/>
          <p:cNvCxnSpPr>
            <a:cxnSpLocks/>
          </p:cNvCxnSpPr>
          <p:nvPr/>
        </p:nvCxnSpPr>
        <p:spPr>
          <a:xfrm rot="0">
            <a:off x="1790700" y="2090737"/>
            <a:ext cx="663575" cy="0"/>
          </a:xfrm>
          <a:prstGeom prst="line"/>
          <a:noFill/>
          <a:ln w="6350" cap="flat" cmpd="sng">
            <a:solidFill>
              <a:srgbClr val="808080">
                <a:alpha val="100000"/>
              </a:srgbClr>
            </a:solidFill>
            <a:prstDash val="solid"/>
            <a:miter/>
          </a:ln>
        </p:spPr>
      </p:cxnSp>
      <p:cxnSp>
        <p:nvCxnSpPr>
          <p:cNvPr id="3145740" name="直接连接符 36"/>
          <p:cNvCxnSpPr>
            <a:cxnSpLocks/>
          </p:cNvCxnSpPr>
          <p:nvPr/>
        </p:nvCxnSpPr>
        <p:spPr>
          <a:xfrm rot="0">
            <a:off x="3933825" y="2090737"/>
            <a:ext cx="663575" cy="0"/>
          </a:xfrm>
          <a:prstGeom prst="line"/>
          <a:noFill/>
          <a:ln w="6350" cap="flat" cmpd="sng">
            <a:solidFill>
              <a:srgbClr val="808080">
                <a:alpha val="100000"/>
              </a:srgbClr>
            </a:solidFill>
            <a:prstDash val="solid"/>
            <a:miter/>
          </a:ln>
        </p:spPr>
      </p:cxnSp>
      <p:cxnSp>
        <p:nvCxnSpPr>
          <p:cNvPr id="3145741" name="直接连接符 37"/>
          <p:cNvCxnSpPr>
            <a:cxnSpLocks/>
          </p:cNvCxnSpPr>
          <p:nvPr/>
        </p:nvCxnSpPr>
        <p:spPr>
          <a:xfrm rot="0" flipV="1">
            <a:off x="5599112" y="2090737"/>
            <a:ext cx="663575" cy="0"/>
          </a:xfrm>
          <a:prstGeom prst="line"/>
          <a:noFill/>
          <a:ln w="6350" cap="flat" cmpd="sng">
            <a:solidFill>
              <a:srgbClr val="808080">
                <a:alpha val="100000"/>
              </a:srgbClr>
            </a:solidFill>
            <a:prstDash val="solid"/>
            <a:miter/>
          </a:ln>
        </p:spPr>
      </p:cxnSp>
      <p:cxnSp>
        <p:nvCxnSpPr>
          <p:cNvPr id="3145742" name="直接连接符 39"/>
          <p:cNvCxnSpPr>
            <a:cxnSpLocks/>
          </p:cNvCxnSpPr>
          <p:nvPr/>
        </p:nvCxnSpPr>
        <p:spPr>
          <a:xfrm rot="0">
            <a:off x="9371012" y="2090737"/>
            <a:ext cx="663575" cy="0"/>
          </a:xfrm>
          <a:prstGeom prst="line"/>
          <a:noFill/>
          <a:ln w="6350" cap="flat" cmpd="sng">
            <a:solidFill>
              <a:srgbClr val="808080">
                <a:alpha val="100000"/>
              </a:srgbClr>
            </a:solidFill>
            <a:prstDash val="solid"/>
            <a:miter/>
          </a:ln>
        </p:spPr>
      </p:cxnSp>
      <p:sp>
        <p:nvSpPr>
          <p:cNvPr id="1048670" name=""/>
          <p:cNvSpPr txBox="1"/>
          <p:nvPr/>
        </p:nvSpPr>
        <p:spPr>
          <a:xfrm>
            <a:off x="2673879" y="418125"/>
            <a:ext cx="8325055" cy="6073140"/>
          </a:xfrm>
          <a:prstGeom prst="rect"/>
        </p:spPr>
        <p:txBody>
          <a:bodyPr rtlCol="0" wrap="square">
            <a:spAutoFit/>
          </a:bodyPr>
          <a:p>
            <a:r>
              <a:rPr b="1" sz="3600" lang="en-US">
                <a:solidFill>
                  <a:srgbClr val="FFFFFF"/>
                </a:solidFill>
              </a:rPr>
              <a:t>Quality planning</a:t>
            </a:r>
            <a:r>
              <a:rPr sz="2800" lang="en-US">
                <a:solidFill>
                  <a:srgbClr val="FFFFFF"/>
                </a:solidFill>
              </a:rPr>
              <a:t> </a:t>
            </a:r>
            <a:endParaRPr sz="2800" lang="en-US">
              <a:solidFill>
                <a:srgbClr val="000000"/>
              </a:solidFill>
            </a:endParaRPr>
          </a:p>
          <a:p>
            <a:endParaRPr sz="2800" lang="en-US">
              <a:solidFill>
                <a:srgbClr val="000000"/>
              </a:solidFill>
            </a:endParaRPr>
          </a:p>
          <a:p>
            <a:r>
              <a:rPr sz="2800" lang="en-US">
                <a:solidFill>
                  <a:srgbClr val="FFFFFF"/>
                </a:solidFill>
              </a:rPr>
              <a:t>•</a:t>
            </a:r>
            <a:r>
              <a:rPr sz="2800" lang="en-US">
                <a:solidFill>
                  <a:srgbClr val="FFFFFF"/>
                </a:solidFill>
              </a:rPr>
              <a:t>Quality Planning involves identifying with quality standards </a:t>
            </a:r>
            <a:endParaRPr sz="2800" lang="en-US">
              <a:solidFill>
                <a:srgbClr val="000000"/>
              </a:solidFill>
            </a:endParaRPr>
          </a:p>
          <a:p>
            <a:endParaRPr sz="2800" lang="en-US">
              <a:solidFill>
                <a:srgbClr val="000000"/>
              </a:solidFill>
            </a:endParaRPr>
          </a:p>
          <a:p>
            <a:r>
              <a:rPr sz="2800" lang="en-US">
                <a:solidFill>
                  <a:srgbClr val="FFFFFF"/>
                </a:solidFill>
              </a:rPr>
              <a:t>•</a:t>
            </a:r>
            <a:r>
              <a:rPr sz="2800" lang="en-US">
                <a:solidFill>
                  <a:srgbClr val="FFFFFF"/>
                </a:solidFill>
              </a:rPr>
              <a:t>It is a key facilitating process during the Project planning Process </a:t>
            </a:r>
            <a:endParaRPr sz="2800" lang="en-US">
              <a:solidFill>
                <a:srgbClr val="000000"/>
              </a:solidFill>
            </a:endParaRPr>
          </a:p>
          <a:p>
            <a:endParaRPr sz="2800" lang="en-US">
              <a:solidFill>
                <a:srgbClr val="000000"/>
              </a:solidFill>
            </a:endParaRPr>
          </a:p>
          <a:p>
            <a:r>
              <a:rPr sz="2800" lang="en-US">
                <a:solidFill>
                  <a:srgbClr val="FFFFFF"/>
                </a:solidFill>
              </a:rPr>
              <a:t>•</a:t>
            </a:r>
            <a:r>
              <a:rPr sz="2800" lang="en-US">
                <a:solidFill>
                  <a:srgbClr val="FFFFFF"/>
                </a:solidFill>
              </a:rPr>
              <a:t>In modern quality management quality is planned in and not inspected in </a:t>
            </a:r>
            <a:endParaRPr sz="2800" lang="en-US">
              <a:solidFill>
                <a:srgbClr val="000000"/>
              </a:solidFill>
            </a:endParaRPr>
          </a:p>
          <a:p>
            <a:endParaRPr sz="2800" lang="en-US">
              <a:solidFill>
                <a:srgbClr val="000000"/>
              </a:solidFill>
            </a:endParaRPr>
          </a:p>
          <a:p>
            <a:r>
              <a:rPr sz="2800" lang="en-US">
                <a:solidFill>
                  <a:srgbClr val="FFFFFF"/>
                </a:solidFill>
              </a:rPr>
              <a:t>•</a:t>
            </a:r>
            <a:r>
              <a:rPr sz="2800" lang="en-US">
                <a:solidFill>
                  <a:srgbClr val="FFFFFF"/>
                </a:solidFill>
              </a:rPr>
              <a:t>Prior to the development of ISO 9000 series, quality planning concepts were widely discussed as part of quality assurance.</a:t>
            </a:r>
            <a:endParaRPr sz="2800" lang="en-US">
              <a:solidFill>
                <a:srgbClr val="000000"/>
              </a:solidFill>
            </a:endParaRPr>
          </a:p>
        </p:txBody>
      </p:sp>
    </p:spTree>
  </p:cSld>
  <p:clrMapOvr>
    <a:masterClrMapping/>
  </p:clrMapOvr>
  <p:transition spd="slow" advClick="1">
    <p:wipe dir="l"/>
  </p:transition>
</p:sld>
</file>

<file path=ppt/slides/slide12.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118" name=""/>
        <p:cNvGrpSpPr/>
        <p:nvPr/>
      </p:nvGrpSpPr>
      <p:grpSpPr>
        <a:xfrm rot="0">
          <a:off x="0" y="0"/>
          <a:ext cx="0" cy="0"/>
          <a:chOff x="0" y="0"/>
          <a:chExt cx="0" cy="0"/>
        </a:xfrm>
      </p:grpSpPr>
      <p:grpSp>
        <p:nvGrpSpPr>
          <p:cNvPr id="119" name=""/>
          <p:cNvGrpSpPr/>
          <p:nvPr/>
        </p:nvGrpSpPr>
        <p:grpSpPr>
          <a:xfrm rot="0">
            <a:off x="6775450" y="2170112"/>
            <a:ext cx="1870075" cy="617537"/>
            <a:chOff x="6774867" y="2169324"/>
            <a:chExt cx="1871061" cy="618987"/>
          </a:xfrm>
        </p:grpSpPr>
        <p:cxnSp>
          <p:nvCxnSpPr>
            <p:cNvPr id="3145743" name="直接连接符 7"/>
            <p:cNvCxnSpPr>
              <a:cxnSpLocks/>
            </p:cNvCxnSpPr>
            <p:nvPr/>
          </p:nvCxnSpPr>
          <p:spPr>
            <a:xfrm rot="0" flipV="1">
              <a:off x="6774867" y="2169324"/>
              <a:ext cx="0" cy="618987"/>
            </a:xfrm>
            <a:prstGeom prst="line"/>
            <a:noFill/>
            <a:ln w="6350" cap="flat" cmpd="sng">
              <a:solidFill>
                <a:schemeClr val="lt1">
                  <a:alpha val="100000"/>
                </a:schemeClr>
              </a:solidFill>
              <a:prstDash val="solid"/>
              <a:miter/>
            </a:ln>
          </p:spPr>
        </p:cxnSp>
        <p:cxnSp>
          <p:nvCxnSpPr>
            <p:cNvPr id="3145744" name="直接连接符 8"/>
            <p:cNvCxnSpPr>
              <a:cxnSpLocks/>
            </p:cNvCxnSpPr>
            <p:nvPr/>
          </p:nvCxnSpPr>
          <p:spPr>
            <a:xfrm rot="0">
              <a:off x="6774867" y="2169324"/>
              <a:ext cx="1871061" cy="0"/>
            </a:xfrm>
            <a:prstGeom prst="line"/>
            <a:noFill/>
            <a:ln w="6350" cap="flat" cmpd="sng">
              <a:solidFill>
                <a:schemeClr val="lt1">
                  <a:alpha val="100000"/>
                </a:schemeClr>
              </a:solidFill>
              <a:prstDash val="solid"/>
              <a:miter/>
            </a:ln>
          </p:spPr>
        </p:cxnSp>
      </p:grpSp>
      <p:grpSp>
        <p:nvGrpSpPr>
          <p:cNvPr id="120" name=""/>
          <p:cNvGrpSpPr/>
          <p:nvPr/>
        </p:nvGrpSpPr>
        <p:grpSpPr>
          <a:xfrm rot="0">
            <a:off x="3803650" y="2181225"/>
            <a:ext cx="717550" cy="619125"/>
            <a:chOff x="3803989" y="2180734"/>
            <a:chExt cx="717999" cy="618987"/>
          </a:xfrm>
        </p:grpSpPr>
        <p:cxnSp>
          <p:nvCxnSpPr>
            <p:cNvPr id="3145745" name="直接连接符 9"/>
            <p:cNvCxnSpPr>
              <a:cxnSpLocks/>
            </p:cNvCxnSpPr>
            <p:nvPr/>
          </p:nvCxnSpPr>
          <p:spPr>
            <a:xfrm rot="0" flipV="1">
              <a:off x="4521988" y="2180734"/>
              <a:ext cx="0" cy="618987"/>
            </a:xfrm>
            <a:prstGeom prst="line"/>
            <a:noFill/>
            <a:ln w="6350" cap="flat" cmpd="sng">
              <a:solidFill>
                <a:schemeClr val="lt1">
                  <a:alpha val="100000"/>
                </a:schemeClr>
              </a:solidFill>
              <a:prstDash val="solid"/>
              <a:miter/>
            </a:ln>
          </p:spPr>
        </p:cxnSp>
        <p:cxnSp>
          <p:nvCxnSpPr>
            <p:cNvPr id="3145746" name="直接连接符 10"/>
            <p:cNvCxnSpPr>
              <a:cxnSpLocks/>
            </p:cNvCxnSpPr>
            <p:nvPr/>
          </p:nvCxnSpPr>
          <p:spPr>
            <a:xfrm rot="0">
              <a:off x="3803989" y="2180734"/>
              <a:ext cx="717999" cy="0"/>
            </a:xfrm>
            <a:prstGeom prst="line"/>
            <a:noFill/>
            <a:ln w="6350" cap="flat" cmpd="sng">
              <a:solidFill>
                <a:schemeClr val="lt1">
                  <a:alpha val="100000"/>
                </a:schemeClr>
              </a:solidFill>
              <a:prstDash val="solid"/>
              <a:miter/>
            </a:ln>
          </p:spPr>
        </p:cxnSp>
      </p:grpSp>
      <p:grpSp>
        <p:nvGrpSpPr>
          <p:cNvPr id="121" name=""/>
          <p:cNvGrpSpPr/>
          <p:nvPr/>
        </p:nvGrpSpPr>
        <p:grpSpPr>
          <a:xfrm rot="0">
            <a:off x="3803650" y="4470400"/>
            <a:ext cx="1847850" cy="844550"/>
            <a:chOff x="3803988" y="4417078"/>
            <a:chExt cx="1847911" cy="844333"/>
          </a:xfrm>
        </p:grpSpPr>
        <p:cxnSp>
          <p:nvCxnSpPr>
            <p:cNvPr id="3145747" name="直接连接符 11"/>
            <p:cNvCxnSpPr>
              <a:cxnSpLocks/>
            </p:cNvCxnSpPr>
            <p:nvPr/>
          </p:nvCxnSpPr>
          <p:spPr>
            <a:xfrm rot="0" flipV="1">
              <a:off x="5645549" y="4417078"/>
              <a:ext cx="0" cy="844333"/>
            </a:xfrm>
            <a:prstGeom prst="line"/>
            <a:noFill/>
            <a:ln w="6350" cap="flat" cmpd="sng">
              <a:solidFill>
                <a:schemeClr val="lt1">
                  <a:alpha val="100000"/>
                </a:schemeClr>
              </a:solidFill>
              <a:prstDash val="solid"/>
              <a:miter/>
            </a:ln>
          </p:spPr>
        </p:cxnSp>
        <p:cxnSp>
          <p:nvCxnSpPr>
            <p:cNvPr id="3145748" name="直接连接符 12"/>
            <p:cNvCxnSpPr>
              <a:cxnSpLocks/>
            </p:cNvCxnSpPr>
            <p:nvPr/>
          </p:nvCxnSpPr>
          <p:spPr>
            <a:xfrm rot="0">
              <a:off x="3803988" y="5250302"/>
              <a:ext cx="1847911" cy="0"/>
            </a:xfrm>
            <a:prstGeom prst="line"/>
            <a:noFill/>
            <a:ln w="6350" cap="flat" cmpd="sng">
              <a:solidFill>
                <a:schemeClr val="lt1">
                  <a:alpha val="100000"/>
                </a:schemeClr>
              </a:solidFill>
              <a:prstDash val="solid"/>
              <a:miter/>
            </a:ln>
          </p:spPr>
        </p:cxnSp>
      </p:grpSp>
      <p:sp>
        <p:nvSpPr>
          <p:cNvPr id="1048671" name=""/>
          <p:cNvSpPr/>
          <p:nvPr/>
        </p:nvSpPr>
        <p:spPr>
          <a:xfrm>
            <a:off x="665402" y="1542687"/>
            <a:ext cx="10313125" cy="4833897"/>
          </a:xfrm>
          <a:prstGeom prst="rightArrow"/>
          <a:solidFill>
            <a:srgbClr val="C0C0C0"/>
          </a:solidFill>
          <a:ln w="25400">
            <a:solidFill>
              <a:srgbClr val="3893E0"/>
            </a:solidFill>
          </a:ln>
        </p:spPr>
        <p:txBody>
          <a:bodyPr anchor="ctr"/>
          <a:p>
            <a:pPr algn="ctr"/>
            <a:endParaRPr lang="en-US"/>
          </a:p>
        </p:txBody>
      </p:sp>
      <p:sp>
        <p:nvSpPr>
          <p:cNvPr id="1048672" name=""/>
          <p:cNvSpPr txBox="1"/>
          <p:nvPr/>
        </p:nvSpPr>
        <p:spPr>
          <a:xfrm>
            <a:off x="1921269" y="643004"/>
            <a:ext cx="6056743" cy="510540"/>
          </a:xfrm>
          <a:prstGeom prst="rect"/>
        </p:spPr>
        <p:txBody>
          <a:bodyPr rtlCol="0" wrap="square">
            <a:spAutoFit/>
          </a:bodyPr>
          <a:p>
            <a:r>
              <a:rPr b="1" sz="2800" lang="en-US">
                <a:solidFill>
                  <a:srgbClr val="FFFFFF"/>
                </a:solidFill>
              </a:rPr>
              <a:t>Q</a:t>
            </a:r>
            <a:r>
              <a:rPr b="1" sz="2800" lang="en-US">
                <a:solidFill>
                  <a:srgbClr val="FFFFFF"/>
                </a:solidFill>
              </a:rPr>
              <a:t>U</a:t>
            </a:r>
            <a:r>
              <a:rPr b="1" sz="2800" lang="en-US">
                <a:solidFill>
                  <a:srgbClr val="FFFFFF"/>
                </a:solidFill>
              </a:rPr>
              <a:t>ALITY </a:t>
            </a:r>
            <a:r>
              <a:rPr b="1" sz="2800" lang="en-US">
                <a:solidFill>
                  <a:srgbClr val="FFFFFF"/>
                </a:solidFill>
              </a:rPr>
              <a:t>PLANNING </a:t>
            </a:r>
            <a:r>
              <a:rPr b="1" sz="2800" lang="en-US">
                <a:solidFill>
                  <a:srgbClr val="FFFFFF"/>
                </a:solidFill>
              </a:rPr>
              <a:t>F</a:t>
            </a:r>
            <a:r>
              <a:rPr b="1" sz="2800" lang="en-US">
                <a:solidFill>
                  <a:srgbClr val="FFFFFF"/>
                </a:solidFill>
              </a:rPr>
              <a:t>L</a:t>
            </a:r>
            <a:r>
              <a:rPr b="1" sz="2800" lang="en-US">
                <a:solidFill>
                  <a:srgbClr val="FFFFFF"/>
                </a:solidFill>
              </a:rPr>
              <a:t>O</a:t>
            </a:r>
            <a:r>
              <a:rPr b="1" sz="2800" lang="en-US">
                <a:solidFill>
                  <a:srgbClr val="FFFFFF"/>
                </a:solidFill>
              </a:rPr>
              <a:t>W</a:t>
            </a:r>
            <a:r>
              <a:rPr b="1" sz="2800" lang="en-US">
                <a:solidFill>
                  <a:srgbClr val="FFFFFF"/>
                </a:solidFill>
              </a:rPr>
              <a:t>C</a:t>
            </a:r>
            <a:r>
              <a:rPr b="1" sz="2800" lang="en-US">
                <a:solidFill>
                  <a:srgbClr val="FFFFFF"/>
                </a:solidFill>
              </a:rPr>
              <a:t>H</a:t>
            </a:r>
            <a:r>
              <a:rPr b="1" sz="2800" lang="en-US">
                <a:solidFill>
                  <a:srgbClr val="FFFFFF"/>
                </a:solidFill>
              </a:rPr>
              <a:t>A</a:t>
            </a:r>
            <a:r>
              <a:rPr b="1" sz="2800" lang="en-US">
                <a:solidFill>
                  <a:srgbClr val="FFFFFF"/>
                </a:solidFill>
              </a:rPr>
              <a:t>RT </a:t>
            </a:r>
            <a:endParaRPr sz="2800" lang="en-US">
              <a:solidFill>
                <a:srgbClr val="000000"/>
              </a:solidFill>
            </a:endParaRPr>
          </a:p>
        </p:txBody>
      </p:sp>
      <p:sp>
        <p:nvSpPr>
          <p:cNvPr id="1048673" name=""/>
          <p:cNvSpPr/>
          <p:nvPr/>
        </p:nvSpPr>
        <p:spPr>
          <a:xfrm>
            <a:off x="896920" y="1844843"/>
            <a:ext cx="2633933" cy="4229582"/>
          </a:xfrm>
          <a:prstGeom prst="rect"/>
          <a:solidFill>
            <a:srgbClr val="808080"/>
          </a:solidFill>
        </p:spPr>
        <p:txBody>
          <a:bodyPr anchor="ctr"/>
          <a:p>
            <a:pPr algn="l"/>
            <a:r>
              <a:rPr lang="en-US">
                <a:solidFill>
                  <a:srgbClr val="FFFFFF"/>
                </a:solidFill>
              </a:rPr>
              <a:t>1</a:t>
            </a:r>
            <a:r>
              <a:rPr lang="en-US">
                <a:solidFill>
                  <a:srgbClr val="FFFFFF"/>
                </a:solidFill>
              </a:rPr>
              <a:t>.</a:t>
            </a:r>
            <a:r>
              <a:rPr lang="en-US">
                <a:solidFill>
                  <a:srgbClr val="FFFFFF"/>
                </a:solidFill>
              </a:rPr>
              <a:t> </a:t>
            </a:r>
            <a:r>
              <a:rPr lang="en-US">
                <a:solidFill>
                  <a:srgbClr val="FFFFFF"/>
                </a:solidFill>
              </a:rPr>
              <a:t>Q</a:t>
            </a:r>
            <a:r>
              <a:rPr lang="en-US">
                <a:solidFill>
                  <a:srgbClr val="FFFFFF"/>
                </a:solidFill>
              </a:rPr>
              <a:t>u</a:t>
            </a:r>
            <a:r>
              <a:rPr lang="en-US">
                <a:solidFill>
                  <a:srgbClr val="FFFFFF"/>
                </a:solidFill>
              </a:rPr>
              <a:t>a</a:t>
            </a:r>
            <a:r>
              <a:rPr lang="en-US">
                <a:solidFill>
                  <a:srgbClr val="FFFFFF"/>
                </a:solidFill>
              </a:rPr>
              <a:t>lity </a:t>
            </a:r>
            <a:r>
              <a:rPr lang="en-US">
                <a:solidFill>
                  <a:srgbClr val="FFFFFF"/>
                </a:solidFill>
              </a:rPr>
              <a:t>P</a:t>
            </a:r>
            <a:r>
              <a:rPr lang="en-US">
                <a:solidFill>
                  <a:srgbClr val="FFFFFF"/>
                </a:solidFill>
              </a:rPr>
              <a:t>o</a:t>
            </a:r>
            <a:r>
              <a:rPr lang="en-US">
                <a:solidFill>
                  <a:srgbClr val="FFFFFF"/>
                </a:solidFill>
              </a:rPr>
              <a:t>l</a:t>
            </a:r>
            <a:r>
              <a:rPr lang="en-US">
                <a:solidFill>
                  <a:srgbClr val="FFFFFF"/>
                </a:solidFill>
              </a:rPr>
              <a:t>i</a:t>
            </a:r>
            <a:r>
              <a:rPr lang="en-US">
                <a:solidFill>
                  <a:srgbClr val="FFFFFF"/>
                </a:solidFill>
              </a:rPr>
              <a:t>cy </a:t>
            </a:r>
            <a:endParaRPr lang="en-US">
              <a:solidFill>
                <a:srgbClr val="FFFFFF"/>
              </a:solidFill>
            </a:endParaRPr>
          </a:p>
          <a:p>
            <a:pPr algn="l"/>
            <a:r>
              <a:rPr lang="en-US">
                <a:solidFill>
                  <a:srgbClr val="FFFFFF"/>
                </a:solidFill>
              </a:rPr>
              <a:t>2</a:t>
            </a:r>
            <a:r>
              <a:rPr lang="en-US">
                <a:solidFill>
                  <a:srgbClr val="FFFFFF"/>
                </a:solidFill>
              </a:rPr>
              <a:t>.</a:t>
            </a:r>
            <a:r>
              <a:rPr lang="en-US">
                <a:solidFill>
                  <a:srgbClr val="FFFFFF"/>
                </a:solidFill>
              </a:rPr>
              <a:t>S</a:t>
            </a:r>
            <a:r>
              <a:rPr lang="en-US">
                <a:solidFill>
                  <a:srgbClr val="FFFFFF"/>
                </a:solidFill>
              </a:rPr>
              <a:t>c</a:t>
            </a:r>
            <a:r>
              <a:rPr lang="en-US">
                <a:solidFill>
                  <a:srgbClr val="FFFFFF"/>
                </a:solidFill>
              </a:rPr>
              <a:t>o</a:t>
            </a:r>
            <a:r>
              <a:rPr lang="en-US">
                <a:solidFill>
                  <a:srgbClr val="FFFFFF"/>
                </a:solidFill>
              </a:rPr>
              <a:t>p</a:t>
            </a:r>
            <a:r>
              <a:rPr lang="en-US">
                <a:solidFill>
                  <a:srgbClr val="FFFFFF"/>
                </a:solidFill>
              </a:rPr>
              <a:t>e</a:t>
            </a:r>
            <a:r>
              <a:rPr lang="en-US">
                <a:solidFill>
                  <a:srgbClr val="FFFFFF"/>
                </a:solidFill>
              </a:rPr>
              <a:t> </a:t>
            </a:r>
            <a:r>
              <a:rPr lang="en-US">
                <a:solidFill>
                  <a:srgbClr val="FFFFFF"/>
                </a:solidFill>
              </a:rPr>
              <a:t>S</a:t>
            </a:r>
            <a:r>
              <a:rPr lang="en-US">
                <a:solidFill>
                  <a:srgbClr val="FFFFFF"/>
                </a:solidFill>
              </a:rPr>
              <a:t>t</a:t>
            </a:r>
            <a:r>
              <a:rPr lang="en-US">
                <a:solidFill>
                  <a:srgbClr val="FFFFFF"/>
                </a:solidFill>
              </a:rPr>
              <a:t>a</a:t>
            </a:r>
            <a:r>
              <a:rPr lang="en-US">
                <a:solidFill>
                  <a:srgbClr val="FFFFFF"/>
                </a:solidFill>
              </a:rPr>
              <a:t>t</a:t>
            </a:r>
            <a:r>
              <a:rPr lang="en-US">
                <a:solidFill>
                  <a:srgbClr val="FFFFFF"/>
                </a:solidFill>
              </a:rPr>
              <a:t>e</a:t>
            </a:r>
            <a:r>
              <a:rPr lang="en-US">
                <a:solidFill>
                  <a:srgbClr val="FFFFFF"/>
                </a:solidFill>
              </a:rPr>
              <a:t>ment </a:t>
            </a:r>
            <a:endParaRPr lang="en-US">
              <a:solidFill>
                <a:srgbClr val="FFFFFF"/>
              </a:solidFill>
            </a:endParaRPr>
          </a:p>
          <a:p>
            <a:pPr algn="l"/>
            <a:r>
              <a:rPr lang="en-US">
                <a:solidFill>
                  <a:srgbClr val="FFFFFF"/>
                </a:solidFill>
              </a:rPr>
              <a:t>3</a:t>
            </a:r>
            <a:r>
              <a:rPr lang="en-US">
                <a:solidFill>
                  <a:srgbClr val="FFFFFF"/>
                </a:solidFill>
              </a:rPr>
              <a:t>.</a:t>
            </a:r>
            <a:r>
              <a:rPr lang="en-US">
                <a:solidFill>
                  <a:srgbClr val="FFFFFF"/>
                </a:solidFill>
              </a:rPr>
              <a:t>P</a:t>
            </a:r>
            <a:r>
              <a:rPr lang="en-US">
                <a:solidFill>
                  <a:srgbClr val="FFFFFF"/>
                </a:solidFill>
              </a:rPr>
              <a:t>r</a:t>
            </a:r>
            <a:r>
              <a:rPr lang="en-US">
                <a:solidFill>
                  <a:srgbClr val="FFFFFF"/>
                </a:solidFill>
              </a:rPr>
              <a:t>o</a:t>
            </a:r>
            <a:r>
              <a:rPr lang="en-US">
                <a:solidFill>
                  <a:srgbClr val="FFFFFF"/>
                </a:solidFill>
              </a:rPr>
              <a:t>d</a:t>
            </a:r>
            <a:r>
              <a:rPr lang="en-US">
                <a:solidFill>
                  <a:srgbClr val="FFFFFF"/>
                </a:solidFill>
              </a:rPr>
              <a:t>u</a:t>
            </a:r>
            <a:r>
              <a:rPr lang="en-US">
                <a:solidFill>
                  <a:srgbClr val="FFFFFF"/>
                </a:solidFill>
              </a:rPr>
              <a:t>c</a:t>
            </a:r>
            <a:r>
              <a:rPr lang="en-US">
                <a:solidFill>
                  <a:srgbClr val="FFFFFF"/>
                </a:solidFill>
              </a:rPr>
              <a:t>t</a:t>
            </a:r>
            <a:r>
              <a:rPr lang="en-US">
                <a:solidFill>
                  <a:srgbClr val="FFFFFF"/>
                </a:solidFill>
              </a:rPr>
              <a:t> </a:t>
            </a:r>
            <a:r>
              <a:rPr lang="en-US">
                <a:solidFill>
                  <a:srgbClr val="FFFFFF"/>
                </a:solidFill>
              </a:rPr>
              <a:t>d</a:t>
            </a:r>
            <a:r>
              <a:rPr lang="en-US">
                <a:solidFill>
                  <a:srgbClr val="FFFFFF"/>
                </a:solidFill>
              </a:rPr>
              <a:t>e</a:t>
            </a:r>
            <a:r>
              <a:rPr lang="en-US">
                <a:solidFill>
                  <a:srgbClr val="FFFFFF"/>
                </a:solidFill>
              </a:rPr>
              <a:t>s</a:t>
            </a:r>
            <a:r>
              <a:rPr lang="en-US">
                <a:solidFill>
                  <a:srgbClr val="FFFFFF"/>
                </a:solidFill>
              </a:rPr>
              <a:t>c</a:t>
            </a:r>
            <a:r>
              <a:rPr lang="en-US">
                <a:solidFill>
                  <a:srgbClr val="FFFFFF"/>
                </a:solidFill>
              </a:rPr>
              <a:t>r</a:t>
            </a:r>
            <a:r>
              <a:rPr lang="en-US">
                <a:solidFill>
                  <a:srgbClr val="FFFFFF"/>
                </a:solidFill>
              </a:rPr>
              <a:t>iption </a:t>
            </a:r>
            <a:endParaRPr lang="en-US">
              <a:solidFill>
                <a:srgbClr val="FFFFFF"/>
              </a:solidFill>
            </a:endParaRPr>
          </a:p>
          <a:p>
            <a:pPr algn="l"/>
            <a:r>
              <a:rPr lang="en-US">
                <a:solidFill>
                  <a:srgbClr val="FFFFFF"/>
                </a:solidFill>
              </a:rPr>
              <a:t>4</a:t>
            </a:r>
            <a:r>
              <a:rPr lang="en-US">
                <a:solidFill>
                  <a:srgbClr val="FFFFFF"/>
                </a:solidFill>
              </a:rPr>
              <a:t>.</a:t>
            </a:r>
            <a:r>
              <a:rPr lang="en-US">
                <a:solidFill>
                  <a:srgbClr val="FFFFFF"/>
                </a:solidFill>
              </a:rPr>
              <a:t> </a:t>
            </a:r>
            <a:r>
              <a:rPr lang="en-US">
                <a:solidFill>
                  <a:srgbClr val="FFFFFF"/>
                </a:solidFill>
              </a:rPr>
              <a:t>S</a:t>
            </a:r>
            <a:r>
              <a:rPr lang="en-US">
                <a:solidFill>
                  <a:srgbClr val="FFFFFF"/>
                </a:solidFill>
              </a:rPr>
              <a:t>t</a:t>
            </a:r>
            <a:r>
              <a:rPr lang="en-US">
                <a:solidFill>
                  <a:srgbClr val="FFFFFF"/>
                </a:solidFill>
              </a:rPr>
              <a:t>a</a:t>
            </a:r>
            <a:r>
              <a:rPr lang="en-US">
                <a:solidFill>
                  <a:srgbClr val="FFFFFF"/>
                </a:solidFill>
              </a:rPr>
              <a:t>n</a:t>
            </a:r>
            <a:r>
              <a:rPr lang="en-US">
                <a:solidFill>
                  <a:srgbClr val="FFFFFF"/>
                </a:solidFill>
              </a:rPr>
              <a:t>d</a:t>
            </a:r>
            <a:r>
              <a:rPr lang="en-US">
                <a:solidFill>
                  <a:srgbClr val="FFFFFF"/>
                </a:solidFill>
              </a:rPr>
              <a:t>ard</a:t>
            </a:r>
            <a:r>
              <a:rPr lang="en-US">
                <a:solidFill>
                  <a:srgbClr val="FFFFFF"/>
                </a:solidFill>
              </a:rPr>
              <a:t>s</a:t>
            </a:r>
            <a:r>
              <a:rPr lang="en-US">
                <a:solidFill>
                  <a:srgbClr val="FFFFFF"/>
                </a:solidFill>
              </a:rPr>
              <a:t> </a:t>
            </a:r>
            <a:r>
              <a:rPr lang="en-US">
                <a:solidFill>
                  <a:srgbClr val="FFFFFF"/>
                </a:solidFill>
              </a:rPr>
              <a:t>a</a:t>
            </a:r>
            <a:r>
              <a:rPr lang="en-US">
                <a:solidFill>
                  <a:srgbClr val="FFFFFF"/>
                </a:solidFill>
              </a:rPr>
              <a:t>n</a:t>
            </a:r>
            <a:r>
              <a:rPr lang="en-US">
                <a:solidFill>
                  <a:srgbClr val="FFFFFF"/>
                </a:solidFill>
              </a:rPr>
              <a:t>d</a:t>
            </a:r>
            <a:r>
              <a:rPr lang="en-US">
                <a:solidFill>
                  <a:srgbClr val="FFFFFF"/>
                </a:solidFill>
              </a:rPr>
              <a:t> </a:t>
            </a:r>
            <a:r>
              <a:rPr lang="en-US">
                <a:solidFill>
                  <a:srgbClr val="FFFFFF"/>
                </a:solidFill>
              </a:rPr>
              <a:t>R</a:t>
            </a:r>
            <a:r>
              <a:rPr lang="en-US">
                <a:solidFill>
                  <a:srgbClr val="FFFFFF"/>
                </a:solidFill>
              </a:rPr>
              <a:t>e</a:t>
            </a:r>
            <a:r>
              <a:rPr lang="en-US">
                <a:solidFill>
                  <a:srgbClr val="FFFFFF"/>
                </a:solidFill>
              </a:rPr>
              <a:t>g</a:t>
            </a:r>
            <a:r>
              <a:rPr lang="en-US">
                <a:solidFill>
                  <a:srgbClr val="FFFFFF"/>
                </a:solidFill>
              </a:rPr>
              <a:t>u</a:t>
            </a:r>
            <a:r>
              <a:rPr lang="en-US">
                <a:solidFill>
                  <a:srgbClr val="FFFFFF"/>
                </a:solidFill>
              </a:rPr>
              <a:t>l</a:t>
            </a:r>
            <a:r>
              <a:rPr lang="en-US">
                <a:solidFill>
                  <a:srgbClr val="FFFFFF"/>
                </a:solidFill>
              </a:rPr>
              <a:t>a</a:t>
            </a:r>
            <a:r>
              <a:rPr lang="en-US">
                <a:solidFill>
                  <a:srgbClr val="FFFFFF"/>
                </a:solidFill>
              </a:rPr>
              <a:t>tions </a:t>
            </a:r>
            <a:endParaRPr lang="en-US">
              <a:solidFill>
                <a:srgbClr val="FFFFFF"/>
              </a:solidFill>
            </a:endParaRPr>
          </a:p>
          <a:p>
            <a:pPr algn="l"/>
            <a:r>
              <a:rPr lang="en-US">
                <a:solidFill>
                  <a:srgbClr val="FFFFFF"/>
                </a:solidFill>
              </a:rPr>
              <a:t>5</a:t>
            </a:r>
            <a:r>
              <a:rPr lang="en-US">
                <a:solidFill>
                  <a:srgbClr val="FFFFFF"/>
                </a:solidFill>
              </a:rPr>
              <a:t>.</a:t>
            </a:r>
            <a:r>
              <a:rPr lang="en-US">
                <a:solidFill>
                  <a:srgbClr val="FFFFFF"/>
                </a:solidFill>
              </a:rPr>
              <a:t>O</a:t>
            </a:r>
            <a:r>
              <a:rPr lang="en-US">
                <a:solidFill>
                  <a:srgbClr val="FFFFFF"/>
                </a:solidFill>
              </a:rPr>
              <a:t>t</a:t>
            </a:r>
            <a:r>
              <a:rPr lang="en-US">
                <a:solidFill>
                  <a:srgbClr val="FFFFFF"/>
                </a:solidFill>
              </a:rPr>
              <a:t>h</a:t>
            </a:r>
            <a:r>
              <a:rPr lang="en-US">
                <a:solidFill>
                  <a:srgbClr val="FFFFFF"/>
                </a:solidFill>
              </a:rPr>
              <a:t>e</a:t>
            </a:r>
            <a:r>
              <a:rPr lang="en-US">
                <a:solidFill>
                  <a:srgbClr val="FFFFFF"/>
                </a:solidFill>
              </a:rPr>
              <a:t>r</a:t>
            </a:r>
            <a:r>
              <a:rPr lang="en-US">
                <a:solidFill>
                  <a:srgbClr val="FFFFFF"/>
                </a:solidFill>
              </a:rPr>
              <a:t> </a:t>
            </a:r>
            <a:r>
              <a:rPr lang="en-US">
                <a:solidFill>
                  <a:srgbClr val="FFFFFF"/>
                </a:solidFill>
              </a:rPr>
              <a:t>p</a:t>
            </a:r>
            <a:r>
              <a:rPr lang="en-US">
                <a:solidFill>
                  <a:srgbClr val="FFFFFF"/>
                </a:solidFill>
              </a:rPr>
              <a:t>r</a:t>
            </a:r>
            <a:r>
              <a:rPr lang="en-US">
                <a:solidFill>
                  <a:srgbClr val="FFFFFF"/>
                </a:solidFill>
              </a:rPr>
              <a:t>o</a:t>
            </a:r>
            <a:r>
              <a:rPr lang="en-US">
                <a:solidFill>
                  <a:srgbClr val="FFFFFF"/>
                </a:solidFill>
              </a:rPr>
              <a:t>c</a:t>
            </a:r>
            <a:r>
              <a:rPr lang="en-US">
                <a:solidFill>
                  <a:srgbClr val="FFFFFF"/>
                </a:solidFill>
              </a:rPr>
              <a:t>ess </a:t>
            </a:r>
            <a:r>
              <a:rPr lang="en-US">
                <a:solidFill>
                  <a:srgbClr val="FFFFFF"/>
                </a:solidFill>
              </a:rPr>
              <a:t>o</a:t>
            </a:r>
            <a:r>
              <a:rPr lang="en-US">
                <a:solidFill>
                  <a:srgbClr val="FFFFFF"/>
                </a:solidFill>
              </a:rPr>
              <a:t>u</a:t>
            </a:r>
            <a:r>
              <a:rPr lang="en-US">
                <a:solidFill>
                  <a:srgbClr val="FFFFFF"/>
                </a:solidFill>
              </a:rPr>
              <a:t>t</a:t>
            </a:r>
            <a:r>
              <a:rPr lang="en-US">
                <a:solidFill>
                  <a:srgbClr val="FFFFFF"/>
                </a:solidFill>
              </a:rPr>
              <a:t>p</a:t>
            </a:r>
            <a:r>
              <a:rPr lang="en-US">
                <a:solidFill>
                  <a:srgbClr val="FFFFFF"/>
                </a:solidFill>
              </a:rPr>
              <a:t>u</a:t>
            </a:r>
            <a:r>
              <a:rPr lang="en-US">
                <a:solidFill>
                  <a:srgbClr val="FFFFFF"/>
                </a:solidFill>
              </a:rPr>
              <a:t>t</a:t>
            </a:r>
            <a:r>
              <a:rPr lang="en-US">
                <a:solidFill>
                  <a:srgbClr val="FFFFFF"/>
                </a:solidFill>
              </a:rPr>
              <a:t>s</a:t>
            </a:r>
            <a:endParaRPr lang="en-US">
              <a:solidFill>
                <a:srgbClr val="FFFFFF"/>
              </a:solidFill>
            </a:endParaRPr>
          </a:p>
        </p:txBody>
      </p:sp>
      <p:sp>
        <p:nvSpPr>
          <p:cNvPr id="1048674" name=""/>
          <p:cNvSpPr/>
          <p:nvPr/>
        </p:nvSpPr>
        <p:spPr>
          <a:xfrm>
            <a:off x="3762374" y="1844843"/>
            <a:ext cx="2633933" cy="4229582"/>
          </a:xfrm>
          <a:prstGeom prst="rect"/>
          <a:solidFill>
            <a:srgbClr val="808080"/>
          </a:solidFill>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l"/>
            <a:r>
              <a:rPr lang="en-US">
                <a:solidFill>
                  <a:srgbClr val="FFFFFF"/>
                </a:solidFill>
              </a:rPr>
              <a:t>1</a:t>
            </a:r>
            <a:r>
              <a:rPr lang="en-US">
                <a:solidFill>
                  <a:srgbClr val="FFFFFF"/>
                </a:solidFill>
              </a:rPr>
              <a:t>.</a:t>
            </a:r>
            <a:r>
              <a:rPr lang="en-US">
                <a:solidFill>
                  <a:srgbClr val="FFFFFF"/>
                </a:solidFill>
              </a:rPr>
              <a:t> </a:t>
            </a:r>
            <a:r>
              <a:rPr lang="en-US">
                <a:solidFill>
                  <a:srgbClr val="FFFFFF"/>
                </a:solidFill>
              </a:rPr>
              <a:t>B</a:t>
            </a:r>
            <a:r>
              <a:rPr lang="en-US">
                <a:solidFill>
                  <a:srgbClr val="FFFFFF"/>
                </a:solidFill>
              </a:rPr>
              <a:t>e</a:t>
            </a:r>
            <a:r>
              <a:rPr lang="en-US">
                <a:solidFill>
                  <a:srgbClr val="FFFFFF"/>
                </a:solidFill>
              </a:rPr>
              <a:t>n</a:t>
            </a:r>
            <a:r>
              <a:rPr lang="en-US">
                <a:solidFill>
                  <a:srgbClr val="FFFFFF"/>
                </a:solidFill>
              </a:rPr>
              <a:t>e</a:t>
            </a:r>
            <a:r>
              <a:rPr lang="en-US">
                <a:solidFill>
                  <a:srgbClr val="FFFFFF"/>
                </a:solidFill>
              </a:rPr>
              <a:t>fits</a:t>
            </a:r>
            <a:r>
              <a:rPr lang="en-US">
                <a:solidFill>
                  <a:srgbClr val="FFFFFF"/>
                </a:solidFill>
              </a:rPr>
              <a:t>/</a:t>
            </a:r>
            <a:r>
              <a:rPr lang="en-US">
                <a:solidFill>
                  <a:srgbClr val="FFFFFF"/>
                </a:solidFill>
              </a:rPr>
              <a:t>c</a:t>
            </a:r>
            <a:r>
              <a:rPr lang="en-US">
                <a:solidFill>
                  <a:srgbClr val="FFFFFF"/>
                </a:solidFill>
              </a:rPr>
              <a:t>o</a:t>
            </a:r>
            <a:r>
              <a:rPr lang="en-US">
                <a:solidFill>
                  <a:srgbClr val="FFFFFF"/>
                </a:solidFill>
              </a:rPr>
              <a:t>s</a:t>
            </a:r>
            <a:r>
              <a:rPr lang="en-US">
                <a:solidFill>
                  <a:srgbClr val="FFFFFF"/>
                </a:solidFill>
              </a:rPr>
              <a:t>t </a:t>
            </a:r>
            <a:r>
              <a:rPr lang="en-US">
                <a:solidFill>
                  <a:srgbClr val="FFFFFF"/>
                </a:solidFill>
              </a:rPr>
              <a:t>a</a:t>
            </a:r>
            <a:r>
              <a:rPr lang="en-US">
                <a:solidFill>
                  <a:srgbClr val="FFFFFF"/>
                </a:solidFill>
              </a:rPr>
              <a:t>n</a:t>
            </a:r>
            <a:r>
              <a:rPr lang="en-US">
                <a:solidFill>
                  <a:srgbClr val="FFFFFF"/>
                </a:solidFill>
              </a:rPr>
              <a:t>a</a:t>
            </a:r>
            <a:r>
              <a:rPr lang="en-US">
                <a:solidFill>
                  <a:srgbClr val="FFFFFF"/>
                </a:solidFill>
              </a:rPr>
              <a:t>l</a:t>
            </a:r>
            <a:r>
              <a:rPr lang="en-US">
                <a:solidFill>
                  <a:srgbClr val="FFFFFF"/>
                </a:solidFill>
              </a:rPr>
              <a:t>ysis </a:t>
            </a:r>
            <a:endParaRPr lang="en-US">
              <a:solidFill>
                <a:srgbClr val="FFFFFF"/>
              </a:solidFill>
            </a:endParaRPr>
          </a:p>
          <a:p>
            <a:pPr algn="l"/>
            <a:r>
              <a:rPr lang="en-US">
                <a:solidFill>
                  <a:srgbClr val="FFFFFF"/>
                </a:solidFill>
              </a:rPr>
              <a:t>2</a:t>
            </a:r>
            <a:r>
              <a:rPr lang="en-US">
                <a:solidFill>
                  <a:srgbClr val="FFFFFF"/>
                </a:solidFill>
              </a:rPr>
              <a:t>.</a:t>
            </a:r>
            <a:r>
              <a:rPr lang="en-US">
                <a:solidFill>
                  <a:srgbClr val="FFFFFF"/>
                </a:solidFill>
              </a:rPr>
              <a:t>B</a:t>
            </a:r>
            <a:r>
              <a:rPr lang="en-US">
                <a:solidFill>
                  <a:srgbClr val="FFFFFF"/>
                </a:solidFill>
              </a:rPr>
              <a:t>e</a:t>
            </a:r>
            <a:r>
              <a:rPr lang="en-US">
                <a:solidFill>
                  <a:srgbClr val="FFFFFF"/>
                </a:solidFill>
              </a:rPr>
              <a:t>n</a:t>
            </a:r>
            <a:r>
              <a:rPr lang="en-US">
                <a:solidFill>
                  <a:srgbClr val="FFFFFF"/>
                </a:solidFill>
              </a:rPr>
              <a:t>c</a:t>
            </a:r>
            <a:r>
              <a:rPr lang="en-US">
                <a:solidFill>
                  <a:srgbClr val="FFFFFF"/>
                </a:solidFill>
              </a:rPr>
              <a:t>h</a:t>
            </a:r>
            <a:r>
              <a:rPr lang="en-US">
                <a:solidFill>
                  <a:srgbClr val="FFFFFF"/>
                </a:solidFill>
              </a:rPr>
              <a:t>m</a:t>
            </a:r>
            <a:r>
              <a:rPr lang="en-US">
                <a:solidFill>
                  <a:srgbClr val="FFFFFF"/>
                </a:solidFill>
              </a:rPr>
              <a:t>a</a:t>
            </a:r>
            <a:r>
              <a:rPr lang="en-US">
                <a:solidFill>
                  <a:srgbClr val="FFFFFF"/>
                </a:solidFill>
              </a:rPr>
              <a:t>r</a:t>
            </a:r>
            <a:r>
              <a:rPr lang="en-US">
                <a:solidFill>
                  <a:srgbClr val="FFFFFF"/>
                </a:solidFill>
              </a:rPr>
              <a:t>k</a:t>
            </a:r>
            <a:r>
              <a:rPr lang="en-US">
                <a:solidFill>
                  <a:srgbClr val="FFFFFF"/>
                </a:solidFill>
              </a:rPr>
              <a:t>i</a:t>
            </a:r>
            <a:r>
              <a:rPr lang="en-US">
                <a:solidFill>
                  <a:srgbClr val="FFFFFF"/>
                </a:solidFill>
              </a:rPr>
              <a:t>n</a:t>
            </a:r>
            <a:r>
              <a:rPr lang="en-US">
                <a:solidFill>
                  <a:srgbClr val="FFFFFF"/>
                </a:solidFill>
              </a:rPr>
              <a:t>g</a:t>
            </a:r>
            <a:endParaRPr lang="en-US">
              <a:solidFill>
                <a:srgbClr val="FFFFFF"/>
              </a:solidFill>
            </a:endParaRPr>
          </a:p>
          <a:p>
            <a:pPr algn="l"/>
            <a:r>
              <a:rPr lang="en-US">
                <a:solidFill>
                  <a:srgbClr val="FFFFFF"/>
                </a:solidFill>
              </a:rPr>
              <a:t>3</a:t>
            </a:r>
            <a:r>
              <a:rPr lang="en-US">
                <a:solidFill>
                  <a:srgbClr val="FFFFFF"/>
                </a:solidFill>
              </a:rPr>
              <a:t>.</a:t>
            </a:r>
            <a:r>
              <a:rPr lang="en-US">
                <a:solidFill>
                  <a:srgbClr val="FFFFFF"/>
                </a:solidFill>
              </a:rPr>
              <a:t>F</a:t>
            </a:r>
            <a:r>
              <a:rPr lang="en-US">
                <a:solidFill>
                  <a:srgbClr val="FFFFFF"/>
                </a:solidFill>
              </a:rPr>
              <a:t>l</a:t>
            </a:r>
            <a:r>
              <a:rPr lang="en-US">
                <a:solidFill>
                  <a:srgbClr val="FFFFFF"/>
                </a:solidFill>
              </a:rPr>
              <a:t>o</a:t>
            </a:r>
            <a:r>
              <a:rPr lang="en-US">
                <a:solidFill>
                  <a:srgbClr val="FFFFFF"/>
                </a:solidFill>
              </a:rPr>
              <a:t>w</a:t>
            </a:r>
            <a:r>
              <a:rPr lang="en-US">
                <a:solidFill>
                  <a:srgbClr val="FFFFFF"/>
                </a:solidFill>
              </a:rPr>
              <a:t>c</a:t>
            </a:r>
            <a:r>
              <a:rPr lang="en-US">
                <a:solidFill>
                  <a:srgbClr val="FFFFFF"/>
                </a:solidFill>
              </a:rPr>
              <a:t>h</a:t>
            </a:r>
            <a:r>
              <a:rPr lang="en-US">
                <a:solidFill>
                  <a:srgbClr val="FFFFFF"/>
                </a:solidFill>
              </a:rPr>
              <a:t>a</a:t>
            </a:r>
            <a:r>
              <a:rPr lang="en-US">
                <a:solidFill>
                  <a:srgbClr val="FFFFFF"/>
                </a:solidFill>
              </a:rPr>
              <a:t>r</a:t>
            </a:r>
            <a:r>
              <a:rPr lang="en-US">
                <a:solidFill>
                  <a:srgbClr val="FFFFFF"/>
                </a:solidFill>
              </a:rPr>
              <a:t>t</a:t>
            </a:r>
            <a:r>
              <a:rPr lang="en-US">
                <a:solidFill>
                  <a:srgbClr val="FFFFFF"/>
                </a:solidFill>
              </a:rPr>
              <a:t>i</a:t>
            </a:r>
            <a:r>
              <a:rPr lang="en-US">
                <a:solidFill>
                  <a:srgbClr val="FFFFFF"/>
                </a:solidFill>
              </a:rPr>
              <a:t>n</a:t>
            </a:r>
            <a:r>
              <a:rPr lang="en-US">
                <a:solidFill>
                  <a:srgbClr val="FFFFFF"/>
                </a:solidFill>
              </a:rPr>
              <a:t>g</a:t>
            </a:r>
            <a:endParaRPr lang="en-US">
              <a:solidFill>
                <a:srgbClr val="FFFFFF"/>
              </a:solidFill>
            </a:endParaRPr>
          </a:p>
          <a:p>
            <a:pPr algn="l"/>
            <a:r>
              <a:rPr lang="en-US">
                <a:solidFill>
                  <a:srgbClr val="FFFFFF"/>
                </a:solidFill>
              </a:rPr>
              <a:t>4</a:t>
            </a:r>
            <a:r>
              <a:rPr lang="en-US">
                <a:solidFill>
                  <a:srgbClr val="FFFFFF"/>
                </a:solidFill>
              </a:rPr>
              <a:t>.</a:t>
            </a:r>
            <a:r>
              <a:rPr lang="en-US">
                <a:solidFill>
                  <a:srgbClr val="FFFFFF"/>
                </a:solidFill>
              </a:rPr>
              <a:t>D</a:t>
            </a:r>
            <a:r>
              <a:rPr lang="en-US">
                <a:solidFill>
                  <a:srgbClr val="FFFFFF"/>
                </a:solidFill>
              </a:rPr>
              <a:t>e</a:t>
            </a:r>
            <a:r>
              <a:rPr lang="en-US">
                <a:solidFill>
                  <a:srgbClr val="FFFFFF"/>
                </a:solidFill>
              </a:rPr>
              <a:t>s</a:t>
            </a:r>
            <a:r>
              <a:rPr lang="en-US">
                <a:solidFill>
                  <a:srgbClr val="FFFFFF"/>
                </a:solidFill>
              </a:rPr>
              <a:t>i</a:t>
            </a:r>
            <a:r>
              <a:rPr lang="en-US">
                <a:solidFill>
                  <a:srgbClr val="FFFFFF"/>
                </a:solidFill>
              </a:rPr>
              <a:t>g</a:t>
            </a:r>
            <a:r>
              <a:rPr lang="en-US">
                <a:solidFill>
                  <a:srgbClr val="FFFFFF"/>
                </a:solidFill>
              </a:rPr>
              <a:t>n</a:t>
            </a:r>
            <a:r>
              <a:rPr lang="en-US">
                <a:solidFill>
                  <a:srgbClr val="FFFFFF"/>
                </a:solidFill>
              </a:rPr>
              <a:t> </a:t>
            </a:r>
            <a:r>
              <a:rPr lang="en-US">
                <a:solidFill>
                  <a:srgbClr val="FFFFFF"/>
                </a:solidFill>
              </a:rPr>
              <a:t>o</a:t>
            </a:r>
            <a:r>
              <a:rPr lang="en-US">
                <a:solidFill>
                  <a:srgbClr val="FFFFFF"/>
                </a:solidFill>
              </a:rPr>
              <a:t>f</a:t>
            </a:r>
            <a:r>
              <a:rPr lang="en-US">
                <a:solidFill>
                  <a:srgbClr val="FFFFFF"/>
                </a:solidFill>
              </a:rPr>
              <a:t> </a:t>
            </a:r>
            <a:r>
              <a:rPr lang="en-US">
                <a:solidFill>
                  <a:srgbClr val="FFFFFF"/>
                </a:solidFill>
              </a:rPr>
              <a:t>e</a:t>
            </a:r>
            <a:r>
              <a:rPr lang="en-US">
                <a:solidFill>
                  <a:srgbClr val="FFFFFF"/>
                </a:solidFill>
              </a:rPr>
              <a:t>x</a:t>
            </a:r>
            <a:r>
              <a:rPr lang="en-US">
                <a:solidFill>
                  <a:srgbClr val="FFFFFF"/>
                </a:solidFill>
              </a:rPr>
              <a:t>p</a:t>
            </a:r>
            <a:r>
              <a:rPr lang="en-US">
                <a:solidFill>
                  <a:srgbClr val="FFFFFF"/>
                </a:solidFill>
              </a:rPr>
              <a:t>e</a:t>
            </a:r>
            <a:r>
              <a:rPr lang="en-US">
                <a:solidFill>
                  <a:srgbClr val="FFFFFF"/>
                </a:solidFill>
              </a:rPr>
              <a:t>r</a:t>
            </a:r>
            <a:r>
              <a:rPr lang="en-US">
                <a:solidFill>
                  <a:srgbClr val="FFFFFF"/>
                </a:solidFill>
              </a:rPr>
              <a:t>i</a:t>
            </a:r>
            <a:r>
              <a:rPr lang="en-US">
                <a:solidFill>
                  <a:srgbClr val="FFFFFF"/>
                </a:solidFill>
              </a:rPr>
              <a:t>m</a:t>
            </a:r>
            <a:r>
              <a:rPr lang="en-US">
                <a:solidFill>
                  <a:srgbClr val="FFFFFF"/>
                </a:solidFill>
              </a:rPr>
              <a:t>ents </a:t>
            </a:r>
            <a:endParaRPr lang="en-US">
              <a:solidFill>
                <a:srgbClr val="FFFFFF"/>
              </a:solidFill>
            </a:endParaRPr>
          </a:p>
        </p:txBody>
      </p:sp>
      <p:sp>
        <p:nvSpPr>
          <p:cNvPr id="1048675" name=""/>
          <p:cNvSpPr/>
          <p:nvPr/>
        </p:nvSpPr>
        <p:spPr>
          <a:xfrm>
            <a:off x="6769099" y="1844843"/>
            <a:ext cx="2633933" cy="4229582"/>
          </a:xfrm>
          <a:prstGeom prst="rect"/>
          <a:solidFill>
            <a:srgbClr val="808080"/>
          </a:solidFill>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l"/>
            <a:r>
              <a:rPr lang="en-US">
                <a:solidFill>
                  <a:srgbClr val="FFFFFF"/>
                </a:solidFill>
              </a:rPr>
              <a:t>1</a:t>
            </a:r>
            <a:r>
              <a:rPr lang="en-US">
                <a:solidFill>
                  <a:srgbClr val="FFFFFF"/>
                </a:solidFill>
              </a:rPr>
              <a:t>.</a:t>
            </a:r>
            <a:r>
              <a:rPr lang="en-US">
                <a:solidFill>
                  <a:srgbClr val="FFFFFF"/>
                </a:solidFill>
              </a:rPr>
              <a:t>Q</a:t>
            </a:r>
            <a:r>
              <a:rPr lang="en-US">
                <a:solidFill>
                  <a:srgbClr val="FFFFFF"/>
                </a:solidFill>
              </a:rPr>
              <a:t>u</a:t>
            </a:r>
            <a:r>
              <a:rPr lang="en-US">
                <a:solidFill>
                  <a:srgbClr val="FFFFFF"/>
                </a:solidFill>
              </a:rPr>
              <a:t>a</a:t>
            </a:r>
            <a:r>
              <a:rPr lang="en-US">
                <a:solidFill>
                  <a:srgbClr val="FFFFFF"/>
                </a:solidFill>
              </a:rPr>
              <a:t>l</a:t>
            </a:r>
            <a:r>
              <a:rPr lang="en-US">
                <a:solidFill>
                  <a:srgbClr val="FFFFFF"/>
                </a:solidFill>
              </a:rPr>
              <a:t>i</a:t>
            </a:r>
            <a:r>
              <a:rPr lang="en-US">
                <a:solidFill>
                  <a:srgbClr val="FFFFFF"/>
                </a:solidFill>
              </a:rPr>
              <a:t>t</a:t>
            </a:r>
            <a:r>
              <a:rPr lang="en-US">
                <a:solidFill>
                  <a:srgbClr val="FFFFFF"/>
                </a:solidFill>
              </a:rPr>
              <a:t>y</a:t>
            </a:r>
            <a:r>
              <a:rPr lang="en-US">
                <a:solidFill>
                  <a:srgbClr val="FFFFFF"/>
                </a:solidFill>
              </a:rPr>
              <a:t> </a:t>
            </a:r>
            <a:r>
              <a:rPr lang="en-US">
                <a:solidFill>
                  <a:srgbClr val="FFFFFF"/>
                </a:solidFill>
              </a:rPr>
              <a:t>M</a:t>
            </a:r>
            <a:r>
              <a:rPr lang="en-US">
                <a:solidFill>
                  <a:srgbClr val="FFFFFF"/>
                </a:solidFill>
              </a:rPr>
              <a:t>a</a:t>
            </a:r>
            <a:r>
              <a:rPr lang="en-US">
                <a:solidFill>
                  <a:srgbClr val="FFFFFF"/>
                </a:solidFill>
              </a:rPr>
              <a:t>n</a:t>
            </a:r>
            <a:r>
              <a:rPr lang="en-US">
                <a:solidFill>
                  <a:srgbClr val="FFFFFF"/>
                </a:solidFill>
              </a:rPr>
              <a:t>a</a:t>
            </a:r>
            <a:r>
              <a:rPr lang="en-US">
                <a:solidFill>
                  <a:srgbClr val="FFFFFF"/>
                </a:solidFill>
              </a:rPr>
              <a:t>gement </a:t>
            </a:r>
            <a:r>
              <a:rPr lang="en-US">
                <a:solidFill>
                  <a:srgbClr val="FFFFFF"/>
                </a:solidFill>
              </a:rPr>
              <a:t>p</a:t>
            </a:r>
            <a:r>
              <a:rPr lang="en-US">
                <a:solidFill>
                  <a:srgbClr val="FFFFFF"/>
                </a:solidFill>
              </a:rPr>
              <a:t>l</a:t>
            </a:r>
            <a:r>
              <a:rPr lang="en-US">
                <a:solidFill>
                  <a:srgbClr val="FFFFFF"/>
                </a:solidFill>
              </a:rPr>
              <a:t>a</a:t>
            </a:r>
            <a:r>
              <a:rPr lang="en-US">
                <a:solidFill>
                  <a:srgbClr val="FFFFFF"/>
                </a:solidFill>
              </a:rPr>
              <a:t>n</a:t>
            </a:r>
            <a:endParaRPr lang="en-US">
              <a:solidFill>
                <a:srgbClr val="FFFFFF"/>
              </a:solidFill>
            </a:endParaRPr>
          </a:p>
          <a:p>
            <a:pPr algn="l"/>
            <a:r>
              <a:rPr lang="en-US">
                <a:solidFill>
                  <a:srgbClr val="FFFFFF"/>
                </a:solidFill>
              </a:rPr>
              <a:t>2</a:t>
            </a:r>
            <a:r>
              <a:rPr lang="en-US">
                <a:solidFill>
                  <a:srgbClr val="FFFFFF"/>
                </a:solidFill>
              </a:rPr>
              <a:t>.</a:t>
            </a:r>
            <a:r>
              <a:rPr lang="en-US">
                <a:solidFill>
                  <a:srgbClr val="FFFFFF"/>
                </a:solidFill>
              </a:rPr>
              <a:t>O</a:t>
            </a:r>
            <a:r>
              <a:rPr lang="en-US">
                <a:solidFill>
                  <a:srgbClr val="FFFFFF"/>
                </a:solidFill>
              </a:rPr>
              <a:t>p</a:t>
            </a:r>
            <a:r>
              <a:rPr lang="en-US">
                <a:solidFill>
                  <a:srgbClr val="FFFFFF"/>
                </a:solidFill>
              </a:rPr>
              <a:t>e</a:t>
            </a:r>
            <a:r>
              <a:rPr lang="en-US">
                <a:solidFill>
                  <a:srgbClr val="FFFFFF"/>
                </a:solidFill>
              </a:rPr>
              <a:t>r</a:t>
            </a:r>
            <a:r>
              <a:rPr lang="en-US">
                <a:solidFill>
                  <a:srgbClr val="FFFFFF"/>
                </a:solidFill>
              </a:rPr>
              <a:t>a</a:t>
            </a:r>
            <a:r>
              <a:rPr lang="en-US">
                <a:solidFill>
                  <a:srgbClr val="FFFFFF"/>
                </a:solidFill>
              </a:rPr>
              <a:t>t</a:t>
            </a:r>
            <a:r>
              <a:rPr lang="en-US">
                <a:solidFill>
                  <a:srgbClr val="FFFFFF"/>
                </a:solidFill>
              </a:rPr>
              <a:t>i</a:t>
            </a:r>
            <a:r>
              <a:rPr lang="en-US">
                <a:solidFill>
                  <a:srgbClr val="FFFFFF"/>
                </a:solidFill>
              </a:rPr>
              <a:t>o</a:t>
            </a:r>
            <a:r>
              <a:rPr lang="en-US">
                <a:solidFill>
                  <a:srgbClr val="FFFFFF"/>
                </a:solidFill>
              </a:rPr>
              <a:t>n</a:t>
            </a:r>
            <a:r>
              <a:rPr lang="en-US">
                <a:solidFill>
                  <a:srgbClr val="FFFFFF"/>
                </a:solidFill>
              </a:rPr>
              <a:t>a</a:t>
            </a:r>
            <a:r>
              <a:rPr lang="en-US">
                <a:solidFill>
                  <a:srgbClr val="FFFFFF"/>
                </a:solidFill>
              </a:rPr>
              <a:t>l</a:t>
            </a:r>
            <a:r>
              <a:rPr lang="en-US">
                <a:solidFill>
                  <a:srgbClr val="FFFFFF"/>
                </a:solidFill>
              </a:rPr>
              <a:t> </a:t>
            </a:r>
            <a:r>
              <a:rPr lang="en-US">
                <a:solidFill>
                  <a:srgbClr val="FFFFFF"/>
                </a:solidFill>
              </a:rPr>
              <a:t>d</a:t>
            </a:r>
            <a:r>
              <a:rPr lang="en-US">
                <a:solidFill>
                  <a:srgbClr val="FFFFFF"/>
                </a:solidFill>
              </a:rPr>
              <a:t>e</a:t>
            </a:r>
            <a:r>
              <a:rPr lang="en-US">
                <a:solidFill>
                  <a:srgbClr val="FFFFFF"/>
                </a:solidFill>
              </a:rPr>
              <a:t>f</a:t>
            </a:r>
            <a:r>
              <a:rPr lang="en-US">
                <a:solidFill>
                  <a:srgbClr val="FFFFFF"/>
                </a:solidFill>
              </a:rPr>
              <a:t>i</a:t>
            </a:r>
            <a:r>
              <a:rPr lang="en-US">
                <a:solidFill>
                  <a:srgbClr val="FFFFFF"/>
                </a:solidFill>
              </a:rPr>
              <a:t>nition </a:t>
            </a:r>
            <a:endParaRPr lang="en-US">
              <a:solidFill>
                <a:srgbClr val="FFFFFF"/>
              </a:solidFill>
            </a:endParaRPr>
          </a:p>
          <a:p>
            <a:pPr algn="l"/>
            <a:r>
              <a:rPr lang="en-US">
                <a:solidFill>
                  <a:srgbClr val="FFFFFF"/>
                </a:solidFill>
              </a:rPr>
              <a:t>3</a:t>
            </a:r>
            <a:r>
              <a:rPr lang="en-US">
                <a:solidFill>
                  <a:srgbClr val="FFFFFF"/>
                </a:solidFill>
              </a:rPr>
              <a:t>.</a:t>
            </a:r>
            <a:r>
              <a:rPr lang="en-US">
                <a:solidFill>
                  <a:srgbClr val="FFFFFF"/>
                </a:solidFill>
              </a:rPr>
              <a:t>C</a:t>
            </a:r>
            <a:r>
              <a:rPr lang="en-US">
                <a:solidFill>
                  <a:srgbClr val="FFFFFF"/>
                </a:solidFill>
              </a:rPr>
              <a:t>h</a:t>
            </a:r>
            <a:r>
              <a:rPr lang="en-US">
                <a:solidFill>
                  <a:srgbClr val="FFFFFF"/>
                </a:solidFill>
              </a:rPr>
              <a:t>e</a:t>
            </a:r>
            <a:r>
              <a:rPr lang="en-US">
                <a:solidFill>
                  <a:srgbClr val="FFFFFF"/>
                </a:solidFill>
              </a:rPr>
              <a:t>c</a:t>
            </a:r>
            <a:r>
              <a:rPr lang="en-US">
                <a:solidFill>
                  <a:srgbClr val="FFFFFF"/>
                </a:solidFill>
              </a:rPr>
              <a:t>k</a:t>
            </a:r>
            <a:r>
              <a:rPr lang="en-US">
                <a:solidFill>
                  <a:srgbClr val="FFFFFF"/>
                </a:solidFill>
              </a:rPr>
              <a:t>l</a:t>
            </a:r>
            <a:r>
              <a:rPr lang="en-US">
                <a:solidFill>
                  <a:srgbClr val="FFFFFF"/>
                </a:solidFill>
              </a:rPr>
              <a:t>i</a:t>
            </a:r>
            <a:r>
              <a:rPr lang="en-US">
                <a:solidFill>
                  <a:srgbClr val="FFFFFF"/>
                </a:solidFill>
              </a:rPr>
              <a:t>s</a:t>
            </a:r>
            <a:r>
              <a:rPr lang="en-US">
                <a:solidFill>
                  <a:srgbClr val="FFFFFF"/>
                </a:solidFill>
              </a:rPr>
              <a:t>t</a:t>
            </a:r>
            <a:r>
              <a:rPr lang="en-US">
                <a:solidFill>
                  <a:srgbClr val="FFFFFF"/>
                </a:solidFill>
              </a:rPr>
              <a:t>s</a:t>
            </a:r>
            <a:endParaRPr lang="en-US">
              <a:solidFill>
                <a:srgbClr val="FFFFFF"/>
              </a:solidFill>
            </a:endParaRPr>
          </a:p>
          <a:p>
            <a:pPr algn="l"/>
            <a:r>
              <a:rPr lang="en-US">
                <a:solidFill>
                  <a:srgbClr val="FFFFFF"/>
                </a:solidFill>
              </a:rPr>
              <a:t>4</a:t>
            </a:r>
            <a:r>
              <a:rPr lang="en-US">
                <a:solidFill>
                  <a:srgbClr val="FFFFFF"/>
                </a:solidFill>
              </a:rPr>
              <a:t>.</a:t>
            </a:r>
            <a:r>
              <a:rPr lang="en-US">
                <a:solidFill>
                  <a:srgbClr val="FFFFFF"/>
                </a:solidFill>
              </a:rPr>
              <a:t>I</a:t>
            </a:r>
            <a:r>
              <a:rPr lang="en-US">
                <a:solidFill>
                  <a:srgbClr val="FFFFFF"/>
                </a:solidFill>
              </a:rPr>
              <a:t>n</a:t>
            </a:r>
            <a:r>
              <a:rPr lang="en-US">
                <a:solidFill>
                  <a:srgbClr val="FFFFFF"/>
                </a:solidFill>
              </a:rPr>
              <a:t>p</a:t>
            </a:r>
            <a:r>
              <a:rPr lang="en-US">
                <a:solidFill>
                  <a:srgbClr val="FFFFFF"/>
                </a:solidFill>
              </a:rPr>
              <a:t>u</a:t>
            </a:r>
            <a:r>
              <a:rPr lang="en-US">
                <a:solidFill>
                  <a:srgbClr val="FFFFFF"/>
                </a:solidFill>
              </a:rPr>
              <a:t>t</a:t>
            </a:r>
            <a:r>
              <a:rPr lang="en-US">
                <a:solidFill>
                  <a:srgbClr val="FFFFFF"/>
                </a:solidFill>
              </a:rPr>
              <a:t>s</a:t>
            </a:r>
            <a:r>
              <a:rPr lang="en-US">
                <a:solidFill>
                  <a:srgbClr val="FFFFFF"/>
                </a:solidFill>
              </a:rPr>
              <a:t> </a:t>
            </a:r>
            <a:r>
              <a:rPr lang="en-US">
                <a:solidFill>
                  <a:srgbClr val="FFFFFF"/>
                </a:solidFill>
              </a:rPr>
              <a:t>t</a:t>
            </a:r>
            <a:r>
              <a:rPr lang="en-US">
                <a:solidFill>
                  <a:srgbClr val="FFFFFF"/>
                </a:solidFill>
              </a:rPr>
              <a:t>o</a:t>
            </a:r>
            <a:r>
              <a:rPr lang="en-US">
                <a:solidFill>
                  <a:srgbClr val="FFFFFF"/>
                </a:solidFill>
              </a:rPr>
              <a:t> </a:t>
            </a:r>
            <a:r>
              <a:rPr lang="en-US">
                <a:solidFill>
                  <a:srgbClr val="FFFFFF"/>
                </a:solidFill>
              </a:rPr>
              <a:t>o</a:t>
            </a:r>
            <a:r>
              <a:rPr lang="en-US">
                <a:solidFill>
                  <a:srgbClr val="FFFFFF"/>
                </a:solidFill>
              </a:rPr>
              <a:t>t</a:t>
            </a:r>
            <a:r>
              <a:rPr lang="en-US">
                <a:solidFill>
                  <a:srgbClr val="FFFFFF"/>
                </a:solidFill>
              </a:rPr>
              <a:t>her </a:t>
            </a:r>
            <a:r>
              <a:rPr lang="en-US">
                <a:solidFill>
                  <a:srgbClr val="FFFFFF"/>
                </a:solidFill>
              </a:rPr>
              <a:t>p</a:t>
            </a:r>
            <a:r>
              <a:rPr lang="en-US">
                <a:solidFill>
                  <a:srgbClr val="FFFFFF"/>
                </a:solidFill>
              </a:rPr>
              <a:t>r</a:t>
            </a:r>
            <a:r>
              <a:rPr lang="en-US">
                <a:solidFill>
                  <a:srgbClr val="FFFFFF"/>
                </a:solidFill>
              </a:rPr>
              <a:t>o</a:t>
            </a:r>
            <a:r>
              <a:rPr lang="en-US">
                <a:solidFill>
                  <a:srgbClr val="FFFFFF"/>
                </a:solidFill>
              </a:rPr>
              <a:t>c</a:t>
            </a:r>
            <a:r>
              <a:rPr lang="en-US">
                <a:solidFill>
                  <a:srgbClr val="FFFFFF"/>
                </a:solidFill>
              </a:rPr>
              <a:t>e</a:t>
            </a:r>
            <a:r>
              <a:rPr lang="en-US">
                <a:solidFill>
                  <a:srgbClr val="FFFFFF"/>
                </a:solidFill>
              </a:rPr>
              <a:t>s</a:t>
            </a:r>
            <a:r>
              <a:rPr lang="en-US">
                <a:solidFill>
                  <a:srgbClr val="FFFFFF"/>
                </a:solidFill>
              </a:rPr>
              <a:t>s</a:t>
            </a:r>
            <a:r>
              <a:rPr lang="en-US">
                <a:solidFill>
                  <a:srgbClr val="FFFFFF"/>
                </a:solidFill>
              </a:rPr>
              <a:t>e</a:t>
            </a:r>
            <a:r>
              <a:rPr lang="en-US">
                <a:solidFill>
                  <a:srgbClr val="FFFFFF"/>
                </a:solidFill>
              </a:rPr>
              <a:t>s</a:t>
            </a:r>
            <a:endParaRPr lang="en-US">
              <a:solidFill>
                <a:srgbClr val="FFFFFF"/>
              </a:solidFill>
            </a:endParaRPr>
          </a:p>
        </p:txBody>
      </p:sp>
      <p:sp>
        <p:nvSpPr>
          <p:cNvPr id="1048676" name=""/>
          <p:cNvSpPr/>
          <p:nvPr/>
        </p:nvSpPr>
        <p:spPr>
          <a:xfrm>
            <a:off x="1035111" y="1994594"/>
            <a:ext cx="2357551" cy="968571"/>
          </a:xfrm>
          <a:prstGeom prst="rect"/>
          <a:solidFill>
            <a:srgbClr val="FFFFFF"/>
          </a:solidFill>
          <a:ln w="25400">
            <a:solidFill>
              <a:srgbClr val="3893E0"/>
            </a:solidFill>
          </a:ln>
        </p:spPr>
        <p:txBody>
          <a:bodyPr anchor="ctr"/>
          <a:p>
            <a:pPr algn="ctr"/>
            <a:r>
              <a:rPr b="1" lang="en-US"/>
              <a:t>I</a:t>
            </a:r>
            <a:r>
              <a:rPr b="1" lang="en-US"/>
              <a:t>N</a:t>
            </a:r>
            <a:r>
              <a:rPr b="1" lang="en-US"/>
              <a:t>P</a:t>
            </a:r>
            <a:r>
              <a:rPr b="1" lang="en-US"/>
              <a:t>U</a:t>
            </a:r>
            <a:r>
              <a:rPr b="1" lang="en-US"/>
              <a:t>T</a:t>
            </a:r>
            <a:r>
              <a:rPr b="1" lang="en-US"/>
              <a:t>S </a:t>
            </a:r>
            <a:endParaRPr lang="en-US"/>
          </a:p>
        </p:txBody>
      </p:sp>
      <p:sp>
        <p:nvSpPr>
          <p:cNvPr id="1048677" name=""/>
          <p:cNvSpPr/>
          <p:nvPr/>
        </p:nvSpPr>
        <p:spPr>
          <a:xfrm>
            <a:off x="3900564" y="2006502"/>
            <a:ext cx="2357551" cy="968571"/>
          </a:xfrm>
          <a:prstGeom prst="rect"/>
          <a:solidFill>
            <a:srgbClr val="FFFFFF"/>
          </a:solidFill>
          <a:ln w="25400">
            <a:solidFill>
              <a:srgbClr val="3893E0"/>
            </a:solidFill>
          </a:ln>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ctr"/>
            <a:r>
              <a:rPr b="1" lang="en-US"/>
              <a:t>T</a:t>
            </a:r>
            <a:r>
              <a:rPr b="1" lang="en-US"/>
              <a:t>O</a:t>
            </a:r>
            <a:r>
              <a:rPr b="1" lang="en-US"/>
              <a:t>O</a:t>
            </a:r>
            <a:r>
              <a:rPr b="1" lang="en-US"/>
              <a:t>L</a:t>
            </a:r>
            <a:r>
              <a:rPr b="1" lang="en-US"/>
              <a:t>S</a:t>
            </a:r>
            <a:r>
              <a:rPr b="1" lang="en-US"/>
              <a:t> </a:t>
            </a:r>
            <a:r>
              <a:rPr b="1" lang="en-US"/>
              <a:t>&amp;</a:t>
            </a:r>
            <a:r>
              <a:rPr b="1" lang="en-US"/>
              <a:t> </a:t>
            </a:r>
            <a:r>
              <a:rPr b="1" lang="en-US"/>
              <a:t>T</a:t>
            </a:r>
            <a:r>
              <a:rPr b="1" lang="en-US"/>
              <a:t>E</a:t>
            </a:r>
            <a:r>
              <a:rPr b="1" lang="en-US"/>
              <a:t>C</a:t>
            </a:r>
            <a:r>
              <a:rPr b="1" lang="en-US"/>
              <a:t>H</a:t>
            </a:r>
            <a:r>
              <a:rPr b="1" lang="en-US"/>
              <a:t>N</a:t>
            </a:r>
            <a:r>
              <a:rPr b="1" lang="en-US"/>
              <a:t>I</a:t>
            </a:r>
            <a:r>
              <a:rPr b="1" lang="en-US"/>
              <a:t>Q</a:t>
            </a:r>
            <a:r>
              <a:rPr b="1" lang="en-US"/>
              <a:t>UE</a:t>
            </a:r>
            <a:r>
              <a:rPr b="1" lang="en-US"/>
              <a:t>S</a:t>
            </a:r>
            <a:endParaRPr lang="en-US"/>
          </a:p>
        </p:txBody>
      </p:sp>
      <p:sp>
        <p:nvSpPr>
          <p:cNvPr id="1048678" name=""/>
          <p:cNvSpPr/>
          <p:nvPr/>
        </p:nvSpPr>
        <p:spPr>
          <a:xfrm>
            <a:off x="6799236" y="1994594"/>
            <a:ext cx="2357551" cy="968571"/>
          </a:xfrm>
          <a:prstGeom prst="rect"/>
          <a:solidFill>
            <a:srgbClr val="FFFFFF"/>
          </a:solidFill>
          <a:ln w="25400">
            <a:solidFill>
              <a:srgbClr val="3893E0"/>
            </a:solidFill>
          </a:ln>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ctr"/>
            <a:r>
              <a:rPr b="1" lang="en-US"/>
              <a:t>O</a:t>
            </a:r>
            <a:r>
              <a:rPr b="1" lang="en-US"/>
              <a:t>U</a:t>
            </a:r>
            <a:r>
              <a:rPr b="1" lang="en-US"/>
              <a:t>T</a:t>
            </a:r>
            <a:r>
              <a:rPr b="1" lang="en-US"/>
              <a:t>P</a:t>
            </a:r>
            <a:r>
              <a:rPr b="1" lang="en-US"/>
              <a:t>U</a:t>
            </a:r>
            <a:r>
              <a:rPr b="1" lang="en-US"/>
              <a:t>T</a:t>
            </a:r>
            <a:r>
              <a:rPr b="1" lang="en-US"/>
              <a:t>S</a:t>
            </a:r>
            <a:endParaRPr lang="en-US"/>
          </a:p>
        </p:txBody>
      </p:sp>
    </p:spTree>
  </p:cSld>
  <p:clrMapOvr>
    <a:masterClrMapping/>
  </p:clrMapOvr>
  <p:transition spd="slow" advClick="1">
    <p:wipe dir="l"/>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122" name=""/>
        <p:cNvGrpSpPr/>
        <p:nvPr/>
      </p:nvGrpSpPr>
      <p:grpSpPr>
        <a:xfrm>
          <a:off x="0" y="0"/>
          <a:ext cx="0" cy="0"/>
          <a:chOff x="0" y="0"/>
          <a:chExt cx="0" cy="0"/>
        </a:xfrm>
      </p:grpSpPr>
      <p:sp>
        <p:nvSpPr>
          <p:cNvPr id="1048679" name=""/>
          <p:cNvSpPr txBox="1"/>
          <p:nvPr/>
        </p:nvSpPr>
        <p:spPr>
          <a:xfrm>
            <a:off x="3003596" y="779018"/>
            <a:ext cx="5437409" cy="510540"/>
          </a:xfrm>
          <a:prstGeom prst="rect"/>
        </p:spPr>
        <p:txBody>
          <a:bodyPr rtlCol="0" wrap="square">
            <a:spAutoFit/>
          </a:bodyPr>
          <a:p>
            <a:r>
              <a:rPr b="1" sz="2800" lang="en-US">
                <a:solidFill>
                  <a:srgbClr val="FFFFFF"/>
                </a:solidFill>
              </a:rPr>
              <a:t>Q</a:t>
            </a:r>
            <a:r>
              <a:rPr b="1" sz="2800" lang="en-US">
                <a:solidFill>
                  <a:srgbClr val="FFFFFF"/>
                </a:solidFill>
              </a:rPr>
              <a:t>U</a:t>
            </a:r>
            <a:r>
              <a:rPr b="1" sz="2800" lang="en-US">
                <a:solidFill>
                  <a:srgbClr val="FFFFFF"/>
                </a:solidFill>
              </a:rPr>
              <a:t>A</a:t>
            </a:r>
            <a:r>
              <a:rPr b="1" sz="2800" lang="en-US">
                <a:solidFill>
                  <a:srgbClr val="FFFFFF"/>
                </a:solidFill>
              </a:rPr>
              <a:t>L</a:t>
            </a:r>
            <a:r>
              <a:rPr b="1" sz="2800" lang="en-US">
                <a:solidFill>
                  <a:srgbClr val="FFFFFF"/>
                </a:solidFill>
              </a:rPr>
              <a:t>I</a:t>
            </a:r>
            <a:r>
              <a:rPr b="1" sz="2800" lang="en-US">
                <a:solidFill>
                  <a:srgbClr val="FFFFFF"/>
                </a:solidFill>
              </a:rPr>
              <a:t>TY </a:t>
            </a:r>
            <a:r>
              <a:rPr b="1" sz="2800" lang="en-US">
                <a:solidFill>
                  <a:srgbClr val="FFFFFF"/>
                </a:solidFill>
              </a:rPr>
              <a:t>PLANNING </a:t>
            </a:r>
            <a:r>
              <a:rPr b="1" sz="2800" lang="en-US">
                <a:solidFill>
                  <a:srgbClr val="FFFFFF"/>
                </a:solidFill>
              </a:rPr>
              <a:t>I</a:t>
            </a:r>
            <a:r>
              <a:rPr b="1" sz="2800" lang="en-US">
                <a:solidFill>
                  <a:srgbClr val="FFFFFF"/>
                </a:solidFill>
              </a:rPr>
              <a:t>N</a:t>
            </a:r>
            <a:r>
              <a:rPr b="1" sz="2800" lang="en-US">
                <a:solidFill>
                  <a:srgbClr val="FFFFFF"/>
                </a:solidFill>
              </a:rPr>
              <a:t>P</a:t>
            </a:r>
            <a:r>
              <a:rPr b="1" sz="2800" lang="en-US">
                <a:solidFill>
                  <a:srgbClr val="FFFFFF"/>
                </a:solidFill>
              </a:rPr>
              <a:t>U</a:t>
            </a:r>
            <a:r>
              <a:rPr b="1" sz="2800" lang="en-US">
                <a:solidFill>
                  <a:srgbClr val="FFFFFF"/>
                </a:solidFill>
              </a:rPr>
              <a:t>TS </a:t>
            </a:r>
            <a:endParaRPr sz="2800" lang="en-US">
              <a:solidFill>
                <a:srgbClr val="000000"/>
              </a:solidFill>
            </a:endParaRPr>
          </a:p>
        </p:txBody>
      </p:sp>
      <p:sp>
        <p:nvSpPr>
          <p:cNvPr id="1048680" name=""/>
          <p:cNvSpPr txBox="1"/>
          <p:nvPr/>
        </p:nvSpPr>
        <p:spPr>
          <a:xfrm>
            <a:off x="0" y="2165565"/>
            <a:ext cx="3974762" cy="510540"/>
          </a:xfrm>
          <a:prstGeom prst="rect"/>
        </p:spPr>
        <p:txBody>
          <a:bodyPr rtlCol="0" wrap="square">
            <a:spAutoFit/>
          </a:bodyPr>
          <a:p>
            <a:r>
              <a:rPr b="1" sz="2800" lang="en-US">
                <a:solidFill>
                  <a:srgbClr val="FFFFFF"/>
                </a:solidFill>
              </a:rPr>
              <a:t>Q</a:t>
            </a:r>
            <a:r>
              <a:rPr b="1" sz="2800" lang="en-US">
                <a:solidFill>
                  <a:srgbClr val="FFFFFF"/>
                </a:solidFill>
              </a:rPr>
              <a:t>U</a:t>
            </a:r>
            <a:r>
              <a:rPr b="1" sz="2800" lang="en-US">
                <a:solidFill>
                  <a:srgbClr val="FFFFFF"/>
                </a:solidFill>
              </a:rPr>
              <a:t>A</a:t>
            </a:r>
            <a:r>
              <a:rPr b="1" sz="2800" lang="en-US">
                <a:solidFill>
                  <a:srgbClr val="FFFFFF"/>
                </a:solidFill>
              </a:rPr>
              <a:t>L</a:t>
            </a:r>
            <a:r>
              <a:rPr b="1" sz="2800" lang="en-US">
                <a:solidFill>
                  <a:srgbClr val="FFFFFF"/>
                </a:solidFill>
              </a:rPr>
              <a:t>I</a:t>
            </a:r>
            <a:r>
              <a:rPr b="1" sz="2800" lang="en-US">
                <a:solidFill>
                  <a:srgbClr val="FFFFFF"/>
                </a:solidFill>
              </a:rPr>
              <a:t>TY </a:t>
            </a:r>
            <a:r>
              <a:rPr b="1" sz="2800" lang="en-US">
                <a:solidFill>
                  <a:srgbClr val="FFFFFF"/>
                </a:solidFill>
              </a:rPr>
              <a:t>P</a:t>
            </a:r>
            <a:r>
              <a:rPr b="1" sz="2800" lang="en-US">
                <a:solidFill>
                  <a:srgbClr val="FFFFFF"/>
                </a:solidFill>
              </a:rPr>
              <a:t>O</a:t>
            </a:r>
            <a:r>
              <a:rPr b="1" sz="2800" lang="en-US">
                <a:solidFill>
                  <a:srgbClr val="FFFFFF"/>
                </a:solidFill>
              </a:rPr>
              <a:t>L</a:t>
            </a:r>
            <a:r>
              <a:rPr b="1" sz="2800" lang="en-US">
                <a:solidFill>
                  <a:srgbClr val="FFFFFF"/>
                </a:solidFill>
              </a:rPr>
              <a:t>I</a:t>
            </a:r>
            <a:r>
              <a:rPr b="1" sz="2800" lang="en-US">
                <a:solidFill>
                  <a:srgbClr val="FFFFFF"/>
                </a:solidFill>
              </a:rPr>
              <a:t>CY </a:t>
            </a:r>
            <a:endParaRPr sz="2800" lang="en-US">
              <a:solidFill>
                <a:srgbClr val="000000"/>
              </a:solidFill>
            </a:endParaRPr>
          </a:p>
        </p:txBody>
      </p:sp>
      <p:sp>
        <p:nvSpPr>
          <p:cNvPr id="1048681" name=""/>
          <p:cNvSpPr txBox="1"/>
          <p:nvPr/>
        </p:nvSpPr>
        <p:spPr>
          <a:xfrm>
            <a:off x="172023" y="2861349"/>
            <a:ext cx="11533640" cy="3025140"/>
          </a:xfrm>
          <a:prstGeom prst="rect"/>
        </p:spPr>
        <p:txBody>
          <a:bodyPr rtlCol="0" wrap="square">
            <a:spAutoFit/>
          </a:bodyPr>
          <a:p>
            <a:r>
              <a:rPr sz="2800" lang="en-US">
                <a:solidFill>
                  <a:srgbClr val="FFFFFF"/>
                </a:solidFill>
              </a:rPr>
              <a:t>•</a:t>
            </a:r>
            <a:r>
              <a:rPr sz="2800" lang="en-US">
                <a:solidFill>
                  <a:srgbClr val="FFFFFF"/>
                </a:solidFill>
              </a:rPr>
              <a:t>the over all intentions and direction of an organization with regard to quality, as formally expressed by the top management </a:t>
            </a:r>
            <a:endParaRPr sz="2800" lang="en-US">
              <a:solidFill>
                <a:srgbClr val="000000"/>
              </a:solidFill>
            </a:endParaRPr>
          </a:p>
          <a:p>
            <a:r>
              <a:rPr sz="2800" lang="en-US">
                <a:solidFill>
                  <a:srgbClr val="FFFFFF"/>
                </a:solidFill>
              </a:rPr>
              <a:t>•</a:t>
            </a:r>
            <a:r>
              <a:rPr sz="2800" lang="en-US">
                <a:solidFill>
                  <a:srgbClr val="FFFFFF"/>
                </a:solidFill>
              </a:rPr>
              <a:t>In the case of a joint venture, a quality policy for the individual project should be developed LJ </a:t>
            </a:r>
            <a:endParaRPr sz="2800" lang="en-US">
              <a:solidFill>
                <a:srgbClr val="000000"/>
              </a:solidFill>
            </a:endParaRPr>
          </a:p>
          <a:p>
            <a:r>
              <a:rPr sz="2800" lang="en-US">
                <a:solidFill>
                  <a:srgbClr val="FFFFFF"/>
                </a:solidFill>
              </a:rPr>
              <a:t>•</a:t>
            </a:r>
            <a:r>
              <a:rPr sz="2800" lang="en-US">
                <a:solidFill>
                  <a:srgbClr val="FFFFFF"/>
                </a:solidFill>
              </a:rPr>
              <a:t>The management team is responsible for dissipating the quality policy to all project stakeholders through appropriate information distribution channels</a:t>
            </a:r>
            <a:endParaRPr sz="2800" lang="en-US">
              <a:solidFill>
                <a:srgbClr val="000000"/>
              </a:solidFill>
            </a:endParaRPr>
          </a:p>
        </p:txBody>
      </p:sp>
    </p:spTree>
  </p:cSld>
  <p:clrMapOvr>
    <a:overrideClrMapping accent1="accent1" accent2="accent2" accent3="accent3" accent4="accent4" accent5="accent5" accent6="accent6" bg1="lt1" bg2="dk2" tx1="dk1" tx2="lt2"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123" name=""/>
        <p:cNvGrpSpPr/>
        <p:nvPr/>
      </p:nvGrpSpPr>
      <p:grpSpPr>
        <a:xfrm>
          <a:off x="0" y="0"/>
          <a:ext cx="0" cy="0"/>
          <a:chOff x="0" y="0"/>
          <a:chExt cx="0" cy="0"/>
        </a:xfrm>
      </p:grpSpPr>
      <p:sp>
        <p:nvSpPr>
          <p:cNvPr id="1048682" name=""/>
          <p:cNvSpPr txBox="1"/>
          <p:nvPr/>
        </p:nvSpPr>
        <p:spPr>
          <a:xfrm>
            <a:off x="230410" y="249178"/>
            <a:ext cx="4000000" cy="510540"/>
          </a:xfrm>
          <a:prstGeom prst="rect"/>
        </p:spPr>
        <p:txBody>
          <a:bodyPr rtlCol="0" wrap="square">
            <a:spAutoFit/>
          </a:bodyPr>
          <a:p>
            <a:r>
              <a:rPr b="1" sz="2800" lang="en-US">
                <a:solidFill>
                  <a:srgbClr val="FFFFFF"/>
                </a:solidFill>
              </a:rPr>
              <a:t>S</a:t>
            </a:r>
            <a:r>
              <a:rPr b="1" sz="2800" lang="en-US">
                <a:solidFill>
                  <a:srgbClr val="FFFFFF"/>
                </a:solidFill>
              </a:rPr>
              <a:t>C</a:t>
            </a:r>
            <a:r>
              <a:rPr b="1" sz="2800" lang="en-US">
                <a:solidFill>
                  <a:srgbClr val="FFFFFF"/>
                </a:solidFill>
              </a:rPr>
              <a:t>O</a:t>
            </a:r>
            <a:r>
              <a:rPr b="1" sz="2800" lang="en-US">
                <a:solidFill>
                  <a:srgbClr val="FFFFFF"/>
                </a:solidFill>
              </a:rPr>
              <a:t>P</a:t>
            </a:r>
            <a:r>
              <a:rPr b="1" sz="2800" lang="en-US">
                <a:solidFill>
                  <a:srgbClr val="FFFFFF"/>
                </a:solidFill>
              </a:rPr>
              <a:t>E</a:t>
            </a:r>
            <a:r>
              <a:rPr b="1" sz="2800" lang="en-US">
                <a:solidFill>
                  <a:srgbClr val="FFFFFF"/>
                </a:solidFill>
              </a:rPr>
              <a:t> </a:t>
            </a:r>
            <a:r>
              <a:rPr b="1" sz="2800" lang="en-US">
                <a:solidFill>
                  <a:srgbClr val="FFFFFF"/>
                </a:solidFill>
              </a:rPr>
              <a:t>S</a:t>
            </a:r>
            <a:r>
              <a:rPr b="1" sz="2800" lang="en-US">
                <a:solidFill>
                  <a:srgbClr val="FFFFFF"/>
                </a:solidFill>
              </a:rPr>
              <a:t>T</a:t>
            </a:r>
            <a:r>
              <a:rPr b="1" sz="2800" lang="en-US">
                <a:solidFill>
                  <a:srgbClr val="FFFFFF"/>
                </a:solidFill>
              </a:rPr>
              <a:t>A</a:t>
            </a:r>
            <a:r>
              <a:rPr b="1" sz="2800" lang="en-US">
                <a:solidFill>
                  <a:srgbClr val="FFFFFF"/>
                </a:solidFill>
              </a:rPr>
              <a:t>T</a:t>
            </a:r>
            <a:r>
              <a:rPr b="1" sz="2800" lang="en-US">
                <a:solidFill>
                  <a:srgbClr val="FFFFFF"/>
                </a:solidFill>
              </a:rPr>
              <a:t>E</a:t>
            </a:r>
            <a:r>
              <a:rPr b="1" sz="2800" lang="en-US">
                <a:solidFill>
                  <a:srgbClr val="FFFFFF"/>
                </a:solidFill>
              </a:rPr>
              <a:t>M</a:t>
            </a:r>
            <a:r>
              <a:rPr b="1" sz="2800" lang="en-US">
                <a:solidFill>
                  <a:srgbClr val="FFFFFF"/>
                </a:solidFill>
              </a:rPr>
              <a:t>ENT </a:t>
            </a:r>
            <a:endParaRPr sz="2800" lang="en-US">
              <a:solidFill>
                <a:srgbClr val="000000"/>
              </a:solidFill>
            </a:endParaRPr>
          </a:p>
        </p:txBody>
      </p:sp>
      <p:sp>
        <p:nvSpPr>
          <p:cNvPr id="1048683" name=""/>
          <p:cNvSpPr txBox="1"/>
          <p:nvPr/>
        </p:nvSpPr>
        <p:spPr>
          <a:xfrm>
            <a:off x="831490" y="926618"/>
            <a:ext cx="10754420" cy="1158240"/>
          </a:xfrm>
          <a:prstGeom prst="rect"/>
        </p:spPr>
        <p:txBody>
          <a:bodyPr rtlCol="0" wrap="square">
            <a:spAutoFit/>
          </a:bodyPr>
          <a:p>
            <a:r>
              <a:rPr sz="2400" lang="en-US">
                <a:solidFill>
                  <a:srgbClr val="FFFFFF"/>
                </a:solidFill>
              </a:rPr>
              <a:t>•</a:t>
            </a:r>
            <a:r>
              <a:rPr sz="2400" lang="en-US">
                <a:solidFill>
                  <a:srgbClr val="FFFFFF"/>
                </a:solidFill>
              </a:rPr>
              <a:t>The scope statement is a key input to quality planning because it documents major project deliverables as well as project objectives which serve to define important stakeholder requirements</a:t>
            </a:r>
            <a:endParaRPr sz="2800" lang="en-US">
              <a:solidFill>
                <a:srgbClr val="000000"/>
              </a:solidFill>
            </a:endParaRPr>
          </a:p>
        </p:txBody>
      </p:sp>
      <p:sp>
        <p:nvSpPr>
          <p:cNvPr id="1048684" name=""/>
          <p:cNvSpPr txBox="1"/>
          <p:nvPr/>
        </p:nvSpPr>
        <p:spPr>
          <a:xfrm>
            <a:off x="230409" y="2500900"/>
            <a:ext cx="5340798" cy="510540"/>
          </a:xfrm>
          <a:prstGeom prst="rect"/>
        </p:spPr>
        <p:txBody>
          <a:bodyPr rtlCol="0" wrap="square">
            <a:spAutoFit/>
          </a:bodyPr>
          <a:p>
            <a:r>
              <a:rPr b="1" sz="2800" lang="en-US">
                <a:solidFill>
                  <a:srgbClr val="FFFFFF"/>
                </a:solidFill>
              </a:rPr>
              <a:t>P</a:t>
            </a:r>
            <a:r>
              <a:rPr b="1" sz="2800" lang="en-US">
                <a:solidFill>
                  <a:srgbClr val="FFFFFF"/>
                </a:solidFill>
              </a:rPr>
              <a:t>R</a:t>
            </a:r>
            <a:r>
              <a:rPr b="1" sz="2800" lang="en-US">
                <a:solidFill>
                  <a:srgbClr val="FFFFFF"/>
                </a:solidFill>
              </a:rPr>
              <a:t>O</a:t>
            </a:r>
            <a:r>
              <a:rPr b="1" sz="2800" lang="en-US">
                <a:solidFill>
                  <a:srgbClr val="FFFFFF"/>
                </a:solidFill>
              </a:rPr>
              <a:t>D</a:t>
            </a:r>
            <a:r>
              <a:rPr b="1" sz="2800" lang="en-US">
                <a:solidFill>
                  <a:srgbClr val="FFFFFF"/>
                </a:solidFill>
              </a:rPr>
              <a:t>U</a:t>
            </a:r>
            <a:r>
              <a:rPr b="1" sz="2800" lang="en-US">
                <a:solidFill>
                  <a:srgbClr val="FFFFFF"/>
                </a:solidFill>
              </a:rPr>
              <a:t>CT</a:t>
            </a:r>
            <a:r>
              <a:rPr b="1" sz="2800" lang="en-US">
                <a:solidFill>
                  <a:srgbClr val="FFFFFF"/>
                </a:solidFill>
              </a:rPr>
              <a:t> </a:t>
            </a:r>
            <a:r>
              <a:rPr b="1" sz="2800" lang="en-US">
                <a:solidFill>
                  <a:srgbClr val="FFFFFF"/>
                </a:solidFill>
              </a:rPr>
              <a:t>D</a:t>
            </a:r>
            <a:r>
              <a:rPr b="1" sz="2800" lang="en-US">
                <a:solidFill>
                  <a:srgbClr val="FFFFFF"/>
                </a:solidFill>
              </a:rPr>
              <a:t>E</a:t>
            </a:r>
            <a:r>
              <a:rPr b="1" sz="2800" lang="en-US">
                <a:solidFill>
                  <a:srgbClr val="FFFFFF"/>
                </a:solidFill>
              </a:rPr>
              <a:t>S</a:t>
            </a:r>
            <a:r>
              <a:rPr b="1" sz="2800" lang="en-US">
                <a:solidFill>
                  <a:srgbClr val="FFFFFF"/>
                </a:solidFill>
              </a:rPr>
              <a:t>C</a:t>
            </a:r>
            <a:r>
              <a:rPr b="1" sz="2800" lang="en-US">
                <a:solidFill>
                  <a:srgbClr val="FFFFFF"/>
                </a:solidFill>
              </a:rPr>
              <a:t>R</a:t>
            </a:r>
            <a:r>
              <a:rPr b="1" sz="2800" lang="en-US">
                <a:solidFill>
                  <a:srgbClr val="FFFFFF"/>
                </a:solidFill>
              </a:rPr>
              <a:t>IPTION </a:t>
            </a:r>
            <a:endParaRPr sz="2800" lang="en-US">
              <a:solidFill>
                <a:srgbClr val="000000"/>
              </a:solidFill>
            </a:endParaRPr>
          </a:p>
        </p:txBody>
      </p:sp>
      <p:sp>
        <p:nvSpPr>
          <p:cNvPr id="1048685" name=""/>
          <p:cNvSpPr txBox="1"/>
          <p:nvPr/>
        </p:nvSpPr>
        <p:spPr>
          <a:xfrm>
            <a:off x="581836" y="3427481"/>
            <a:ext cx="10415906" cy="1158240"/>
          </a:xfrm>
          <a:prstGeom prst="rect"/>
        </p:spPr>
        <p:txBody>
          <a:bodyPr rtlCol="0" wrap="square">
            <a:spAutoFit/>
          </a:bodyPr>
          <a:p>
            <a:r>
              <a:rPr sz="2400" lang="en-US">
                <a:solidFill>
                  <a:srgbClr val="FFFFFF"/>
                </a:solidFill>
              </a:rPr>
              <a:t>•</a:t>
            </a:r>
            <a:r>
              <a:rPr sz="2400" lang="en-US">
                <a:solidFill>
                  <a:srgbClr val="FFFFFF"/>
                </a:solidFill>
              </a:rPr>
              <a:t>Although the elements of the product description may be embodied in the scope statement, the product description often contains details of technical issues and other concerns that may affect quality planning</a:t>
            </a:r>
            <a:endParaRPr sz="2800" lang="en-US">
              <a:solidFill>
                <a:srgbClr val="000000"/>
              </a:solidFill>
            </a:endParaRPr>
          </a:p>
        </p:txBody>
      </p:sp>
    </p:spTree>
  </p:cSld>
  <p:clrMapOvr>
    <a:overrideClrMapping accent1="accent1" accent2="accent2" accent3="accent3" accent4="accent4" accent5="accent5" accent6="accent6" bg1="lt1" bg2="dk2" tx1="dk1" tx2="lt2"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124" name=""/>
        <p:cNvGrpSpPr/>
        <p:nvPr/>
      </p:nvGrpSpPr>
      <p:grpSpPr>
        <a:xfrm>
          <a:off x="0" y="0"/>
          <a:ext cx="0" cy="0"/>
          <a:chOff x="0" y="0"/>
          <a:chExt cx="0" cy="0"/>
        </a:xfrm>
      </p:grpSpPr>
      <p:sp>
        <p:nvSpPr>
          <p:cNvPr id="1048686" name=""/>
          <p:cNvSpPr txBox="1"/>
          <p:nvPr/>
        </p:nvSpPr>
        <p:spPr>
          <a:xfrm>
            <a:off x="269369" y="584534"/>
            <a:ext cx="6240460" cy="510540"/>
          </a:xfrm>
          <a:prstGeom prst="rect"/>
        </p:spPr>
        <p:txBody>
          <a:bodyPr rtlCol="0" wrap="square">
            <a:spAutoFit/>
          </a:bodyPr>
          <a:p>
            <a:r>
              <a:rPr b="1" sz="2800" lang="en-US">
                <a:solidFill>
                  <a:srgbClr val="FFFFFF"/>
                </a:solidFill>
              </a:rPr>
              <a:t>S</a:t>
            </a:r>
            <a:r>
              <a:rPr b="1" sz="2800" lang="en-US">
                <a:solidFill>
                  <a:srgbClr val="FFFFFF"/>
                </a:solidFill>
              </a:rPr>
              <a:t>T</a:t>
            </a:r>
            <a:r>
              <a:rPr b="1" sz="2800" lang="en-US">
                <a:solidFill>
                  <a:srgbClr val="FFFFFF"/>
                </a:solidFill>
              </a:rPr>
              <a:t>A</a:t>
            </a:r>
            <a:r>
              <a:rPr b="1" sz="2800" lang="en-US">
                <a:solidFill>
                  <a:srgbClr val="FFFFFF"/>
                </a:solidFill>
              </a:rPr>
              <a:t>N</a:t>
            </a:r>
            <a:r>
              <a:rPr b="1" sz="2800" lang="en-US">
                <a:solidFill>
                  <a:srgbClr val="FFFFFF"/>
                </a:solidFill>
              </a:rPr>
              <a:t>DARDS </a:t>
            </a:r>
            <a:r>
              <a:rPr b="1" sz="2800" lang="en-US">
                <a:solidFill>
                  <a:srgbClr val="FFFFFF"/>
                </a:solidFill>
              </a:rPr>
              <a:t>A</a:t>
            </a:r>
            <a:r>
              <a:rPr b="1" sz="2800" lang="en-US">
                <a:solidFill>
                  <a:srgbClr val="FFFFFF"/>
                </a:solidFill>
              </a:rPr>
              <a:t>N</a:t>
            </a:r>
            <a:r>
              <a:rPr b="1" sz="2800" lang="en-US">
                <a:solidFill>
                  <a:srgbClr val="FFFFFF"/>
                </a:solidFill>
              </a:rPr>
              <a:t>D</a:t>
            </a:r>
            <a:r>
              <a:rPr b="1" sz="2800" lang="en-US">
                <a:solidFill>
                  <a:srgbClr val="FFFFFF"/>
                </a:solidFill>
              </a:rPr>
              <a:t> </a:t>
            </a:r>
            <a:r>
              <a:rPr b="1" sz="2800" lang="en-US">
                <a:solidFill>
                  <a:srgbClr val="FFFFFF"/>
                </a:solidFill>
              </a:rPr>
              <a:t>R</a:t>
            </a:r>
            <a:r>
              <a:rPr b="1" sz="2800" lang="en-US">
                <a:solidFill>
                  <a:srgbClr val="FFFFFF"/>
                </a:solidFill>
              </a:rPr>
              <a:t>E</a:t>
            </a:r>
            <a:r>
              <a:rPr b="1" sz="2800" lang="en-US">
                <a:solidFill>
                  <a:srgbClr val="FFFFFF"/>
                </a:solidFill>
              </a:rPr>
              <a:t>G</a:t>
            </a:r>
            <a:r>
              <a:rPr b="1" sz="2800" lang="en-US">
                <a:solidFill>
                  <a:srgbClr val="FFFFFF"/>
                </a:solidFill>
              </a:rPr>
              <a:t>U</a:t>
            </a:r>
            <a:r>
              <a:rPr b="1" sz="2800" lang="en-US">
                <a:solidFill>
                  <a:srgbClr val="FFFFFF"/>
                </a:solidFill>
              </a:rPr>
              <a:t>L</a:t>
            </a:r>
            <a:r>
              <a:rPr b="1" sz="2800" lang="en-US">
                <a:solidFill>
                  <a:srgbClr val="FFFFFF"/>
                </a:solidFill>
              </a:rPr>
              <a:t>A</a:t>
            </a:r>
            <a:r>
              <a:rPr b="1" sz="2800" lang="en-US">
                <a:solidFill>
                  <a:srgbClr val="FFFFFF"/>
                </a:solidFill>
              </a:rPr>
              <a:t>T</a:t>
            </a:r>
            <a:r>
              <a:rPr b="1" sz="2800" lang="en-US">
                <a:solidFill>
                  <a:srgbClr val="FFFFFF"/>
                </a:solidFill>
              </a:rPr>
              <a:t>I</a:t>
            </a:r>
            <a:r>
              <a:rPr b="1" sz="2800" lang="en-US">
                <a:solidFill>
                  <a:srgbClr val="FFFFFF"/>
                </a:solidFill>
              </a:rPr>
              <a:t>O</a:t>
            </a:r>
            <a:r>
              <a:rPr b="1" sz="2800" lang="en-US">
                <a:solidFill>
                  <a:srgbClr val="FFFFFF"/>
                </a:solidFill>
              </a:rPr>
              <a:t>NS </a:t>
            </a:r>
            <a:endParaRPr sz="2800" lang="en-US">
              <a:solidFill>
                <a:srgbClr val="000000"/>
              </a:solidFill>
            </a:endParaRPr>
          </a:p>
        </p:txBody>
      </p:sp>
      <p:sp>
        <p:nvSpPr>
          <p:cNvPr id="1048687" name=""/>
          <p:cNvSpPr txBox="1"/>
          <p:nvPr/>
        </p:nvSpPr>
        <p:spPr>
          <a:xfrm>
            <a:off x="1128962" y="1474662"/>
            <a:ext cx="10292256" cy="802640"/>
          </a:xfrm>
          <a:prstGeom prst="rect"/>
        </p:spPr>
        <p:txBody>
          <a:bodyPr rtlCol="0" wrap="square">
            <a:spAutoFit/>
          </a:bodyPr>
          <a:p>
            <a:r>
              <a:rPr sz="2400" lang="en-US">
                <a:solidFill>
                  <a:srgbClr val="FFFFFF"/>
                </a:solidFill>
              </a:rPr>
              <a:t>•</a:t>
            </a:r>
            <a:r>
              <a:rPr sz="2400" lang="en-US">
                <a:solidFill>
                  <a:srgbClr val="FFFFFF"/>
                </a:solidFill>
              </a:rPr>
              <a:t>The project management team any application-area-specific standards or regulations that may affect the project</a:t>
            </a:r>
            <a:endParaRPr sz="2800" lang="en-US">
              <a:solidFill>
                <a:srgbClr val="000000"/>
              </a:solidFill>
            </a:endParaRPr>
          </a:p>
        </p:txBody>
      </p:sp>
      <p:sp>
        <p:nvSpPr>
          <p:cNvPr id="1048688" name=""/>
          <p:cNvSpPr txBox="1"/>
          <p:nvPr/>
        </p:nvSpPr>
        <p:spPr>
          <a:xfrm>
            <a:off x="269368" y="2656889"/>
            <a:ext cx="5426707" cy="510540"/>
          </a:xfrm>
          <a:prstGeom prst="rect"/>
        </p:spPr>
        <p:txBody>
          <a:bodyPr rtlCol="0" wrap="square">
            <a:spAutoFit/>
          </a:bodyPr>
          <a:p>
            <a:r>
              <a:rPr b="1" sz="2800" lang="en-US">
                <a:solidFill>
                  <a:srgbClr val="FFFFFF"/>
                </a:solidFill>
              </a:rPr>
              <a:t>O</a:t>
            </a:r>
            <a:r>
              <a:rPr b="1" sz="2800" lang="en-US">
                <a:solidFill>
                  <a:srgbClr val="FFFFFF"/>
                </a:solidFill>
              </a:rPr>
              <a:t>T</a:t>
            </a:r>
            <a:r>
              <a:rPr b="1" sz="2800" lang="en-US">
                <a:solidFill>
                  <a:srgbClr val="FFFFFF"/>
                </a:solidFill>
              </a:rPr>
              <a:t>H</a:t>
            </a:r>
            <a:r>
              <a:rPr b="1" sz="2800" lang="en-US">
                <a:solidFill>
                  <a:srgbClr val="FFFFFF"/>
                </a:solidFill>
              </a:rPr>
              <a:t>E</a:t>
            </a:r>
            <a:r>
              <a:rPr b="1" sz="2800" lang="en-US">
                <a:solidFill>
                  <a:srgbClr val="FFFFFF"/>
                </a:solidFill>
              </a:rPr>
              <a:t>R </a:t>
            </a:r>
            <a:r>
              <a:rPr b="1" sz="2800" lang="en-US">
                <a:solidFill>
                  <a:srgbClr val="FFFFFF"/>
                </a:solidFill>
              </a:rPr>
              <a:t>P</a:t>
            </a:r>
            <a:r>
              <a:rPr b="1" sz="2800" lang="en-US">
                <a:solidFill>
                  <a:srgbClr val="FFFFFF"/>
                </a:solidFill>
              </a:rPr>
              <a:t>R</a:t>
            </a:r>
            <a:r>
              <a:rPr b="1" sz="2800" lang="en-US">
                <a:solidFill>
                  <a:srgbClr val="FFFFFF"/>
                </a:solidFill>
              </a:rPr>
              <a:t>O</a:t>
            </a:r>
            <a:r>
              <a:rPr b="1" sz="2800" lang="en-US">
                <a:solidFill>
                  <a:srgbClr val="FFFFFF"/>
                </a:solidFill>
              </a:rPr>
              <a:t>C</a:t>
            </a:r>
            <a:r>
              <a:rPr b="1" sz="2800" lang="en-US">
                <a:solidFill>
                  <a:srgbClr val="FFFFFF"/>
                </a:solidFill>
              </a:rPr>
              <a:t>E</a:t>
            </a:r>
            <a:r>
              <a:rPr b="1" sz="2800" lang="en-US">
                <a:solidFill>
                  <a:srgbClr val="FFFFFF"/>
                </a:solidFill>
              </a:rPr>
              <a:t>S</a:t>
            </a:r>
            <a:r>
              <a:rPr b="1" sz="2800" lang="en-US">
                <a:solidFill>
                  <a:srgbClr val="FFFFFF"/>
                </a:solidFill>
              </a:rPr>
              <a:t>S </a:t>
            </a:r>
            <a:r>
              <a:rPr b="1" sz="2800" lang="en-US">
                <a:solidFill>
                  <a:srgbClr val="FFFFFF"/>
                </a:solidFill>
              </a:rPr>
              <a:t>O</a:t>
            </a:r>
            <a:r>
              <a:rPr b="1" sz="2800" lang="en-US">
                <a:solidFill>
                  <a:srgbClr val="FFFFFF"/>
                </a:solidFill>
              </a:rPr>
              <a:t>U</a:t>
            </a:r>
            <a:r>
              <a:rPr b="1" sz="2800" lang="en-US">
                <a:solidFill>
                  <a:srgbClr val="FFFFFF"/>
                </a:solidFill>
              </a:rPr>
              <a:t>T</a:t>
            </a:r>
            <a:r>
              <a:rPr b="1" sz="2800" lang="en-US">
                <a:solidFill>
                  <a:srgbClr val="FFFFFF"/>
                </a:solidFill>
              </a:rPr>
              <a:t>P</a:t>
            </a:r>
            <a:r>
              <a:rPr b="1" sz="2800" lang="en-US">
                <a:solidFill>
                  <a:srgbClr val="FFFFFF"/>
                </a:solidFill>
              </a:rPr>
              <a:t>U</a:t>
            </a:r>
            <a:r>
              <a:rPr b="1" sz="2800" lang="en-US">
                <a:solidFill>
                  <a:srgbClr val="FFFFFF"/>
                </a:solidFill>
              </a:rPr>
              <a:t>T</a:t>
            </a:r>
            <a:r>
              <a:rPr b="1" sz="2800" lang="en-US">
                <a:solidFill>
                  <a:srgbClr val="FFFFFF"/>
                </a:solidFill>
              </a:rPr>
              <a:t>S</a:t>
            </a:r>
            <a:endParaRPr sz="2800" lang="en-US">
              <a:solidFill>
                <a:srgbClr val="000000"/>
              </a:solidFill>
            </a:endParaRPr>
          </a:p>
        </p:txBody>
      </p:sp>
      <p:sp>
        <p:nvSpPr>
          <p:cNvPr id="1048689" name=""/>
          <p:cNvSpPr txBox="1"/>
          <p:nvPr/>
        </p:nvSpPr>
        <p:spPr>
          <a:xfrm>
            <a:off x="1128961" y="3167429"/>
            <a:ext cx="10589061" cy="1348740"/>
          </a:xfrm>
          <a:prstGeom prst="rect"/>
        </p:spPr>
        <p:txBody>
          <a:bodyPr rtlCol="0" wrap="square">
            <a:spAutoFit/>
          </a:bodyPr>
          <a:p>
            <a:r>
              <a:rPr sz="2800" lang="en-US">
                <a:solidFill>
                  <a:srgbClr val="FFFFFF"/>
                </a:solidFill>
              </a:rPr>
              <a:t>•</a:t>
            </a:r>
            <a:r>
              <a:rPr sz="2800" lang="en-US">
                <a:solidFill>
                  <a:srgbClr val="FFFFFF"/>
                </a:solidFill>
              </a:rPr>
              <a:t>In addition to the scope statement and product description, processes in other knowledge areas may produce outputs that should be considered as part of the quality planning</a:t>
            </a:r>
            <a:endParaRPr sz="2800" lang="en-US">
              <a:solidFill>
                <a:srgbClr val="000000"/>
              </a:solidFill>
            </a:endParaRPr>
          </a:p>
        </p:txBody>
      </p:sp>
    </p:spTree>
  </p:cSld>
  <p:clrMapOvr>
    <a:overrideClrMapping accent1="accent1" accent2="accent2" accent3="accent3" accent4="accent4" accent5="accent5" accent6="accent6" bg1="lt1" bg2="dk2" tx1="dk1" tx2="lt2"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125" name=""/>
        <p:cNvGrpSpPr/>
        <p:nvPr/>
      </p:nvGrpSpPr>
      <p:grpSpPr>
        <a:xfrm>
          <a:off x="0" y="0"/>
          <a:ext cx="0" cy="0"/>
          <a:chOff x="0" y="0"/>
          <a:chExt cx="0" cy="0"/>
        </a:xfrm>
      </p:grpSpPr>
      <p:sp>
        <p:nvSpPr>
          <p:cNvPr id="1048690" name=""/>
          <p:cNvSpPr txBox="1"/>
          <p:nvPr/>
        </p:nvSpPr>
        <p:spPr>
          <a:xfrm>
            <a:off x="2974483" y="303777"/>
            <a:ext cx="6243034" cy="510540"/>
          </a:xfrm>
          <a:prstGeom prst="rect"/>
        </p:spPr>
        <p:txBody>
          <a:bodyPr rtlCol="0" wrap="square">
            <a:spAutoFit/>
          </a:bodyPr>
          <a:p>
            <a:r>
              <a:rPr b="1" sz="2800" lang="en-US">
                <a:solidFill>
                  <a:srgbClr val="FFFFFF"/>
                </a:solidFill>
              </a:rPr>
              <a:t>T</a:t>
            </a:r>
            <a:r>
              <a:rPr b="1" sz="2800" lang="en-US">
                <a:solidFill>
                  <a:srgbClr val="FFFFFF"/>
                </a:solidFill>
              </a:rPr>
              <a:t>O</a:t>
            </a:r>
            <a:r>
              <a:rPr b="1" sz="2800" lang="en-US">
                <a:solidFill>
                  <a:srgbClr val="FFFFFF"/>
                </a:solidFill>
              </a:rPr>
              <a:t>O</a:t>
            </a:r>
            <a:r>
              <a:rPr b="1" sz="2800" lang="en-US">
                <a:solidFill>
                  <a:srgbClr val="FFFFFF"/>
                </a:solidFill>
              </a:rPr>
              <a:t>L</a:t>
            </a:r>
            <a:r>
              <a:rPr b="1" sz="2800" lang="en-US">
                <a:solidFill>
                  <a:srgbClr val="FFFFFF"/>
                </a:solidFill>
              </a:rPr>
              <a:t>S</a:t>
            </a:r>
            <a:r>
              <a:rPr b="1" sz="2800" lang="en-US">
                <a:solidFill>
                  <a:srgbClr val="FFFFFF"/>
                </a:solidFill>
              </a:rPr>
              <a:t> </a:t>
            </a:r>
            <a:r>
              <a:rPr b="1" sz="2800" lang="en-US">
                <a:solidFill>
                  <a:srgbClr val="FFFFFF"/>
                </a:solidFill>
              </a:rPr>
              <a:t>A</a:t>
            </a:r>
            <a:r>
              <a:rPr b="1" sz="2800" lang="en-US">
                <a:solidFill>
                  <a:srgbClr val="FFFFFF"/>
                </a:solidFill>
              </a:rPr>
              <a:t>N</a:t>
            </a:r>
            <a:r>
              <a:rPr b="1" sz="2800" lang="en-US">
                <a:solidFill>
                  <a:srgbClr val="FFFFFF"/>
                </a:solidFill>
              </a:rPr>
              <a:t>D</a:t>
            </a:r>
            <a:r>
              <a:rPr b="1" sz="2800" lang="en-US">
                <a:solidFill>
                  <a:srgbClr val="FFFFFF"/>
                </a:solidFill>
              </a:rPr>
              <a:t> </a:t>
            </a:r>
            <a:r>
              <a:rPr b="1" sz="2800" lang="en-US">
                <a:solidFill>
                  <a:srgbClr val="FFFFFF"/>
                </a:solidFill>
              </a:rPr>
              <a:t>T</a:t>
            </a:r>
            <a:r>
              <a:rPr b="1" sz="2800" lang="en-US">
                <a:solidFill>
                  <a:srgbClr val="FFFFFF"/>
                </a:solidFill>
              </a:rPr>
              <a:t>E</a:t>
            </a:r>
            <a:r>
              <a:rPr b="1" sz="2800" lang="en-US">
                <a:solidFill>
                  <a:srgbClr val="FFFFFF"/>
                </a:solidFill>
              </a:rPr>
              <a:t>C</a:t>
            </a:r>
            <a:r>
              <a:rPr b="1" sz="2800" lang="en-US">
                <a:solidFill>
                  <a:srgbClr val="FFFFFF"/>
                </a:solidFill>
              </a:rPr>
              <a:t>H</a:t>
            </a:r>
            <a:r>
              <a:rPr b="1" sz="2800" lang="en-US">
                <a:solidFill>
                  <a:srgbClr val="FFFFFF"/>
                </a:solidFill>
              </a:rPr>
              <a:t>N</a:t>
            </a:r>
            <a:r>
              <a:rPr b="1" sz="2800" lang="en-US">
                <a:solidFill>
                  <a:srgbClr val="FFFFFF"/>
                </a:solidFill>
              </a:rPr>
              <a:t>I</a:t>
            </a:r>
            <a:r>
              <a:rPr b="1" sz="2800" lang="en-US">
                <a:solidFill>
                  <a:srgbClr val="FFFFFF"/>
                </a:solidFill>
              </a:rPr>
              <a:t>Q</a:t>
            </a:r>
            <a:r>
              <a:rPr b="1" sz="2800" lang="en-US">
                <a:solidFill>
                  <a:srgbClr val="FFFFFF"/>
                </a:solidFill>
              </a:rPr>
              <a:t>U</a:t>
            </a:r>
            <a:r>
              <a:rPr b="1" sz="2800" lang="en-US">
                <a:solidFill>
                  <a:srgbClr val="FFFFFF"/>
                </a:solidFill>
              </a:rPr>
              <a:t>ES </a:t>
            </a:r>
            <a:endParaRPr sz="2800" lang="en-US">
              <a:solidFill>
                <a:srgbClr val="000000"/>
              </a:solidFill>
            </a:endParaRPr>
          </a:p>
        </p:txBody>
      </p:sp>
      <p:sp>
        <p:nvSpPr>
          <p:cNvPr id="1048691" name=""/>
          <p:cNvSpPr txBox="1"/>
          <p:nvPr/>
        </p:nvSpPr>
        <p:spPr>
          <a:xfrm>
            <a:off x="348915" y="1547573"/>
            <a:ext cx="4581528" cy="510540"/>
          </a:xfrm>
          <a:prstGeom prst="rect"/>
        </p:spPr>
        <p:txBody>
          <a:bodyPr rtlCol="0" wrap="square">
            <a:spAutoFit/>
          </a:bodyPr>
          <a:p>
            <a:r>
              <a:rPr b="1" sz="2800" lang="en-US">
                <a:solidFill>
                  <a:srgbClr val="FFFFFF"/>
                </a:solidFill>
              </a:rPr>
              <a:t>B</a:t>
            </a:r>
            <a:r>
              <a:rPr b="1" sz="2800" lang="en-US">
                <a:solidFill>
                  <a:srgbClr val="FFFFFF"/>
                </a:solidFill>
              </a:rPr>
              <a:t>E</a:t>
            </a:r>
            <a:r>
              <a:rPr b="1" sz="2800" lang="en-US">
                <a:solidFill>
                  <a:srgbClr val="FFFFFF"/>
                </a:solidFill>
              </a:rPr>
              <a:t>N</a:t>
            </a:r>
            <a:r>
              <a:rPr b="1" sz="2800" lang="en-US">
                <a:solidFill>
                  <a:srgbClr val="FFFFFF"/>
                </a:solidFill>
              </a:rPr>
              <a:t>E</a:t>
            </a:r>
            <a:r>
              <a:rPr b="1" sz="2800" lang="en-US">
                <a:solidFill>
                  <a:srgbClr val="FFFFFF"/>
                </a:solidFill>
              </a:rPr>
              <a:t>FITS</a:t>
            </a:r>
            <a:r>
              <a:rPr b="1" sz="2800" lang="en-US">
                <a:solidFill>
                  <a:srgbClr val="FFFFFF"/>
                </a:solidFill>
              </a:rPr>
              <a:t>/</a:t>
            </a:r>
            <a:r>
              <a:rPr b="1" sz="2800" lang="en-US">
                <a:solidFill>
                  <a:srgbClr val="FFFFFF"/>
                </a:solidFill>
              </a:rPr>
              <a:t>C</a:t>
            </a:r>
            <a:r>
              <a:rPr b="1" sz="2800" lang="en-US">
                <a:solidFill>
                  <a:srgbClr val="FFFFFF"/>
                </a:solidFill>
              </a:rPr>
              <a:t>OST </a:t>
            </a:r>
            <a:r>
              <a:rPr b="1" sz="2800" lang="en-US">
                <a:solidFill>
                  <a:srgbClr val="FFFFFF"/>
                </a:solidFill>
              </a:rPr>
              <a:t>A</a:t>
            </a:r>
            <a:r>
              <a:rPr b="1" sz="2800" lang="en-US">
                <a:solidFill>
                  <a:srgbClr val="FFFFFF"/>
                </a:solidFill>
              </a:rPr>
              <a:t>N</a:t>
            </a:r>
            <a:r>
              <a:rPr b="1" sz="2800" lang="en-US">
                <a:solidFill>
                  <a:srgbClr val="FFFFFF"/>
                </a:solidFill>
              </a:rPr>
              <a:t>A</a:t>
            </a:r>
            <a:r>
              <a:rPr b="1" sz="2800" lang="en-US">
                <a:solidFill>
                  <a:srgbClr val="FFFFFF"/>
                </a:solidFill>
              </a:rPr>
              <a:t>LYSIS </a:t>
            </a:r>
            <a:endParaRPr sz="2800" lang="en-US">
              <a:solidFill>
                <a:srgbClr val="000000"/>
              </a:solidFill>
            </a:endParaRPr>
          </a:p>
        </p:txBody>
      </p:sp>
      <p:sp>
        <p:nvSpPr>
          <p:cNvPr id="1048692" name=""/>
          <p:cNvSpPr txBox="1"/>
          <p:nvPr/>
        </p:nvSpPr>
        <p:spPr>
          <a:xfrm>
            <a:off x="841820" y="2323674"/>
            <a:ext cx="10508360" cy="510540"/>
          </a:xfrm>
          <a:prstGeom prst="rect"/>
        </p:spPr>
        <p:txBody>
          <a:bodyPr rtlCol="0" wrap="square">
            <a:spAutoFit/>
          </a:bodyPr>
          <a:p>
            <a:r>
              <a:rPr sz="2800" lang="en-US">
                <a:solidFill>
                  <a:srgbClr val="FFFFFF"/>
                </a:solidFill>
              </a:rPr>
              <a:t>•</a:t>
            </a:r>
            <a:r>
              <a:rPr sz="2800" lang="en-US">
                <a:solidFill>
                  <a:srgbClr val="FFFFFF"/>
                </a:solidFill>
              </a:rPr>
              <a:t>The planning process must consider benefit/cost tradeoffs</a:t>
            </a:r>
            <a:endParaRPr sz="2800" lang="en-US">
              <a:solidFill>
                <a:srgbClr val="000000"/>
              </a:solidFill>
            </a:endParaRPr>
          </a:p>
        </p:txBody>
      </p:sp>
      <p:sp>
        <p:nvSpPr>
          <p:cNvPr id="1048693" name=""/>
          <p:cNvSpPr txBox="1"/>
          <p:nvPr/>
        </p:nvSpPr>
        <p:spPr>
          <a:xfrm>
            <a:off x="841820" y="2834214"/>
            <a:ext cx="10399173" cy="929640"/>
          </a:xfrm>
          <a:prstGeom prst="rect"/>
        </p:spPr>
        <p:txBody>
          <a:bodyPr rtlCol="0" wrap="square">
            <a:spAutoFit/>
          </a:bodyPr>
          <a:p>
            <a:r>
              <a:rPr sz="2800" lang="en-US">
                <a:solidFill>
                  <a:srgbClr val="FFFFFF"/>
                </a:solidFill>
              </a:rPr>
              <a:t>•</a:t>
            </a:r>
            <a:r>
              <a:rPr sz="2800" lang="en-US">
                <a:solidFill>
                  <a:srgbClr val="FFFFFF"/>
                </a:solidFill>
              </a:rPr>
              <a:t>The Primary Benefit: Is less work, higher productivity, lower costs, and increased stakeholder satisfaction</a:t>
            </a:r>
            <a:endParaRPr sz="2800" lang="en-US">
              <a:solidFill>
                <a:srgbClr val="000000"/>
              </a:solidFill>
            </a:endParaRPr>
          </a:p>
        </p:txBody>
      </p:sp>
      <p:sp>
        <p:nvSpPr>
          <p:cNvPr id="1048694" name=""/>
          <p:cNvSpPr txBox="1"/>
          <p:nvPr/>
        </p:nvSpPr>
        <p:spPr>
          <a:xfrm>
            <a:off x="841820" y="3763854"/>
            <a:ext cx="9561300" cy="929641"/>
          </a:xfrm>
          <a:prstGeom prst="rect"/>
        </p:spPr>
        <p:txBody>
          <a:bodyPr rtlCol="0" wrap="square">
            <a:spAutoFit/>
          </a:bodyPr>
          <a:p>
            <a:r>
              <a:rPr sz="2800" lang="en-US">
                <a:solidFill>
                  <a:srgbClr val="FFFFFF"/>
                </a:solidFill>
              </a:rPr>
              <a:t>•</a:t>
            </a:r>
            <a:r>
              <a:rPr sz="2800" lang="en-US">
                <a:solidFill>
                  <a:srgbClr val="FFFFFF"/>
                </a:solidFill>
              </a:rPr>
              <a:t>The Primary Cost: Is the expanses associated with PQM activities</a:t>
            </a:r>
            <a:endParaRPr sz="2800" lang="en-US">
              <a:solidFill>
                <a:srgbClr val="000000"/>
              </a:solidFill>
            </a:endParaRPr>
          </a:p>
        </p:txBody>
      </p:sp>
    </p:spTree>
  </p:cSld>
  <p:clrMapOvr>
    <a:overrideClrMapping accent1="accent1" accent2="accent2" accent3="accent3" accent4="accent4" accent5="accent5" accent6="accent6" bg1="lt1" bg2="dk2" tx1="dk1" tx2="lt2"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126" name=""/>
        <p:cNvGrpSpPr/>
        <p:nvPr/>
      </p:nvGrpSpPr>
      <p:grpSpPr>
        <a:xfrm>
          <a:off x="0" y="0"/>
          <a:ext cx="0" cy="0"/>
          <a:chOff x="0" y="0"/>
          <a:chExt cx="0" cy="0"/>
        </a:xfrm>
      </p:grpSpPr>
      <p:sp>
        <p:nvSpPr>
          <p:cNvPr id="1048695" name=""/>
          <p:cNvSpPr txBox="1"/>
          <p:nvPr/>
        </p:nvSpPr>
        <p:spPr>
          <a:xfrm>
            <a:off x="0" y="364615"/>
            <a:ext cx="4000000" cy="510540"/>
          </a:xfrm>
          <a:prstGeom prst="rect"/>
        </p:spPr>
        <p:txBody>
          <a:bodyPr rtlCol="0" wrap="square">
            <a:spAutoFit/>
          </a:bodyPr>
          <a:p>
            <a:r>
              <a:rPr b="1" sz="2800" lang="en-US">
                <a:solidFill>
                  <a:srgbClr val="FFFFFF"/>
                </a:solidFill>
              </a:rPr>
              <a:t>B</a:t>
            </a:r>
            <a:r>
              <a:rPr b="1" sz="2800" lang="en-US">
                <a:solidFill>
                  <a:srgbClr val="FFFFFF"/>
                </a:solidFill>
              </a:rPr>
              <a:t>E</a:t>
            </a:r>
            <a:r>
              <a:rPr b="1" sz="2800" lang="en-US">
                <a:solidFill>
                  <a:srgbClr val="FFFFFF"/>
                </a:solidFill>
              </a:rPr>
              <a:t>N</a:t>
            </a:r>
            <a:r>
              <a:rPr b="1" sz="2800" lang="en-US">
                <a:solidFill>
                  <a:srgbClr val="FFFFFF"/>
                </a:solidFill>
              </a:rPr>
              <a:t>C</a:t>
            </a:r>
            <a:r>
              <a:rPr b="1" sz="2800" lang="en-US">
                <a:solidFill>
                  <a:srgbClr val="FFFFFF"/>
                </a:solidFill>
              </a:rPr>
              <a:t>H</a:t>
            </a:r>
            <a:r>
              <a:rPr b="1" sz="2800" lang="en-US">
                <a:solidFill>
                  <a:srgbClr val="FFFFFF"/>
                </a:solidFill>
              </a:rPr>
              <a:t>M</a:t>
            </a:r>
            <a:r>
              <a:rPr b="1" sz="2800" lang="en-US">
                <a:solidFill>
                  <a:srgbClr val="FFFFFF"/>
                </a:solidFill>
              </a:rPr>
              <a:t>A</a:t>
            </a:r>
            <a:r>
              <a:rPr b="1" sz="2800" lang="en-US">
                <a:solidFill>
                  <a:srgbClr val="FFFFFF"/>
                </a:solidFill>
              </a:rPr>
              <a:t>R</a:t>
            </a:r>
            <a:r>
              <a:rPr b="1" sz="2800" lang="en-US">
                <a:solidFill>
                  <a:srgbClr val="FFFFFF"/>
                </a:solidFill>
              </a:rPr>
              <a:t>K</a:t>
            </a:r>
            <a:r>
              <a:rPr b="1" sz="2800" lang="en-US">
                <a:solidFill>
                  <a:srgbClr val="FFFFFF"/>
                </a:solidFill>
              </a:rPr>
              <a:t>I</a:t>
            </a:r>
            <a:r>
              <a:rPr b="1" sz="2800" lang="en-US">
                <a:solidFill>
                  <a:srgbClr val="FFFFFF"/>
                </a:solidFill>
              </a:rPr>
              <a:t>NG </a:t>
            </a:r>
            <a:endParaRPr sz="2800" lang="en-US">
              <a:solidFill>
                <a:srgbClr val="000000"/>
              </a:solidFill>
            </a:endParaRPr>
          </a:p>
        </p:txBody>
      </p:sp>
      <p:sp>
        <p:nvSpPr>
          <p:cNvPr id="1048696" name=""/>
          <p:cNvSpPr txBox="1"/>
          <p:nvPr/>
        </p:nvSpPr>
        <p:spPr>
          <a:xfrm>
            <a:off x="798418" y="875154"/>
            <a:ext cx="11512611" cy="929640"/>
          </a:xfrm>
          <a:prstGeom prst="rect"/>
        </p:spPr>
        <p:txBody>
          <a:bodyPr rtlCol="0" wrap="square">
            <a:spAutoFit/>
          </a:bodyPr>
          <a:p>
            <a:r>
              <a:rPr sz="2800" lang="en-US">
                <a:solidFill>
                  <a:srgbClr val="FFFFFF"/>
                </a:solidFill>
              </a:rPr>
              <a:t>Benchmarking involves comparing actual or planned project practices to those of other projects to generate ideas to:</a:t>
            </a:r>
            <a:endParaRPr sz="2800" lang="en-US">
              <a:solidFill>
                <a:srgbClr val="000000"/>
              </a:solidFill>
            </a:endParaRPr>
          </a:p>
        </p:txBody>
      </p:sp>
      <p:sp>
        <p:nvSpPr>
          <p:cNvPr id="1048697" name=""/>
          <p:cNvSpPr txBox="1"/>
          <p:nvPr/>
        </p:nvSpPr>
        <p:spPr>
          <a:xfrm>
            <a:off x="1070778" y="1850513"/>
            <a:ext cx="6639637" cy="1348740"/>
          </a:xfrm>
          <a:prstGeom prst="rect"/>
        </p:spPr>
        <p:txBody>
          <a:bodyPr rtlCol="0" wrap="square">
            <a:spAutoFit/>
          </a:bodyPr>
          <a:p>
            <a:r>
              <a:rPr sz="2800" lang="en-US">
                <a:solidFill>
                  <a:srgbClr val="FFFFFF"/>
                </a:solidFill>
              </a:rPr>
              <a:t>1- Generate ideas for improvement</a:t>
            </a:r>
            <a:endParaRPr sz="2800" lang="en-US">
              <a:solidFill>
                <a:srgbClr val="000000"/>
              </a:solidFill>
            </a:endParaRPr>
          </a:p>
          <a:p>
            <a:r>
              <a:rPr sz="2800" lang="en-US">
                <a:solidFill>
                  <a:srgbClr val="FFFFFF"/>
                </a:solidFill>
              </a:rPr>
              <a:t>2- provide a standard for measurement of performance</a:t>
            </a:r>
            <a:endParaRPr sz="2800" lang="en-US">
              <a:solidFill>
                <a:srgbClr val="000000"/>
              </a:solidFill>
            </a:endParaRPr>
          </a:p>
        </p:txBody>
      </p:sp>
      <p:sp>
        <p:nvSpPr>
          <p:cNvPr id="1048698" name=""/>
          <p:cNvSpPr txBox="1"/>
          <p:nvPr/>
        </p:nvSpPr>
        <p:spPr>
          <a:xfrm>
            <a:off x="379189" y="3477383"/>
            <a:ext cx="4006518" cy="510540"/>
          </a:xfrm>
          <a:prstGeom prst="rect"/>
        </p:spPr>
        <p:txBody>
          <a:bodyPr rtlCol="0" wrap="square">
            <a:spAutoFit/>
          </a:bodyPr>
          <a:p>
            <a:r>
              <a:rPr b="1" sz="2800" lang="en-US">
                <a:solidFill>
                  <a:srgbClr val="FFFFFF"/>
                </a:solidFill>
              </a:rPr>
              <a:t>F</a:t>
            </a:r>
            <a:r>
              <a:rPr b="1" sz="2800" lang="en-US">
                <a:solidFill>
                  <a:srgbClr val="FFFFFF"/>
                </a:solidFill>
              </a:rPr>
              <a:t>L</a:t>
            </a:r>
            <a:r>
              <a:rPr b="1" sz="2800" lang="en-US">
                <a:solidFill>
                  <a:srgbClr val="FFFFFF"/>
                </a:solidFill>
              </a:rPr>
              <a:t>O</a:t>
            </a:r>
            <a:r>
              <a:rPr b="1" sz="2800" lang="en-US">
                <a:solidFill>
                  <a:srgbClr val="FFFFFF"/>
                </a:solidFill>
              </a:rPr>
              <a:t>W</a:t>
            </a:r>
            <a:r>
              <a:rPr b="1" sz="2800" lang="en-US">
                <a:solidFill>
                  <a:srgbClr val="FFFFFF"/>
                </a:solidFill>
              </a:rPr>
              <a:t> </a:t>
            </a:r>
            <a:r>
              <a:rPr b="1" sz="2800" lang="en-US">
                <a:solidFill>
                  <a:srgbClr val="FFFFFF"/>
                </a:solidFill>
              </a:rPr>
              <a:t>C</a:t>
            </a:r>
            <a:r>
              <a:rPr b="1" sz="2800" lang="en-US">
                <a:solidFill>
                  <a:srgbClr val="FFFFFF"/>
                </a:solidFill>
              </a:rPr>
              <a:t>H</a:t>
            </a:r>
            <a:r>
              <a:rPr b="1" sz="2800" lang="en-US">
                <a:solidFill>
                  <a:srgbClr val="FFFFFF"/>
                </a:solidFill>
              </a:rPr>
              <a:t>A</a:t>
            </a:r>
            <a:r>
              <a:rPr b="1" sz="2800" lang="en-US">
                <a:solidFill>
                  <a:srgbClr val="FFFFFF"/>
                </a:solidFill>
              </a:rPr>
              <a:t>R</a:t>
            </a:r>
            <a:r>
              <a:rPr b="1" sz="2800" lang="en-US">
                <a:solidFill>
                  <a:srgbClr val="FFFFFF"/>
                </a:solidFill>
              </a:rPr>
              <a:t>T</a:t>
            </a:r>
            <a:r>
              <a:rPr b="1" sz="2800" lang="en-US">
                <a:solidFill>
                  <a:srgbClr val="FFFFFF"/>
                </a:solidFill>
              </a:rPr>
              <a:t>I</a:t>
            </a:r>
            <a:r>
              <a:rPr b="1" sz="2800" lang="en-US">
                <a:solidFill>
                  <a:srgbClr val="FFFFFF"/>
                </a:solidFill>
              </a:rPr>
              <a:t>N</a:t>
            </a:r>
            <a:r>
              <a:rPr b="1" sz="2800" lang="en-US">
                <a:solidFill>
                  <a:srgbClr val="FFFFFF"/>
                </a:solidFill>
              </a:rPr>
              <a:t>G </a:t>
            </a:r>
            <a:endParaRPr sz="2800" lang="en-US">
              <a:solidFill>
                <a:srgbClr val="000000"/>
              </a:solidFill>
            </a:endParaRPr>
          </a:p>
        </p:txBody>
      </p:sp>
      <p:sp>
        <p:nvSpPr>
          <p:cNvPr id="1048699" name=""/>
          <p:cNvSpPr txBox="1"/>
          <p:nvPr/>
        </p:nvSpPr>
        <p:spPr>
          <a:xfrm>
            <a:off x="781788" y="3942203"/>
            <a:ext cx="10628422" cy="929640"/>
          </a:xfrm>
          <a:prstGeom prst="rect"/>
        </p:spPr>
        <p:txBody>
          <a:bodyPr rtlCol="0" wrap="square">
            <a:spAutoFit/>
          </a:bodyPr>
          <a:p>
            <a:r>
              <a:rPr sz="2800" lang="en-US">
                <a:solidFill>
                  <a:srgbClr val="FFFFFF"/>
                </a:solidFill>
              </a:rPr>
              <a:t>The flowcharting techniques in quality management generally include</a:t>
            </a:r>
            <a:r>
              <a:rPr sz="2800" lang="en-US">
                <a:solidFill>
                  <a:srgbClr val="FFFFFF"/>
                </a:solidFill>
              </a:rPr>
              <a:t>:</a:t>
            </a:r>
            <a:endParaRPr sz="2800" lang="en-US">
              <a:solidFill>
                <a:srgbClr val="000000"/>
              </a:solidFill>
            </a:endParaRPr>
          </a:p>
        </p:txBody>
      </p:sp>
      <p:sp>
        <p:nvSpPr>
          <p:cNvPr id="1048700" name=""/>
          <p:cNvSpPr txBox="1"/>
          <p:nvPr/>
        </p:nvSpPr>
        <p:spPr>
          <a:xfrm>
            <a:off x="2382448" y="4871843"/>
            <a:ext cx="6600532" cy="929640"/>
          </a:xfrm>
          <a:prstGeom prst="rect"/>
        </p:spPr>
        <p:txBody>
          <a:bodyPr rtlCol="0" wrap="square">
            <a:spAutoFit/>
          </a:bodyPr>
          <a:p>
            <a:r>
              <a:rPr sz="2800" lang="en-US">
                <a:solidFill>
                  <a:srgbClr val="FFFFFF"/>
                </a:solidFill>
              </a:rPr>
              <a:t>cause and effect diagram</a:t>
            </a:r>
            <a:endParaRPr sz="2800" lang="en-US">
              <a:solidFill>
                <a:srgbClr val="000000"/>
              </a:solidFill>
            </a:endParaRPr>
          </a:p>
          <a:p>
            <a:r>
              <a:rPr sz="2800" lang="en-US">
                <a:solidFill>
                  <a:srgbClr val="FFFFFF"/>
                </a:solidFill>
              </a:rPr>
              <a:t> System or process flow charts</a:t>
            </a:r>
            <a:endParaRPr sz="2800" lang="en-US">
              <a:solidFill>
                <a:srgbClr val="000000"/>
              </a:solidFill>
            </a:endParaRPr>
          </a:p>
        </p:txBody>
      </p:sp>
    </p:spTree>
  </p:cSld>
  <p:clrMapOvr>
    <a:overrideClrMapping accent1="accent1" accent2="accent2" accent3="accent3" accent4="accent4" accent5="accent5" accent6="accent6" bg1="lt1" bg2="dk2" tx1="dk1" tx2="lt2"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127" name=""/>
        <p:cNvGrpSpPr/>
        <p:nvPr/>
      </p:nvGrpSpPr>
      <p:grpSpPr>
        <a:xfrm>
          <a:off x="0" y="0"/>
          <a:ext cx="0" cy="0"/>
          <a:chOff x="0" y="0"/>
          <a:chExt cx="0" cy="0"/>
        </a:xfrm>
      </p:grpSpPr>
      <p:sp>
        <p:nvSpPr>
          <p:cNvPr id="1048701" name=""/>
          <p:cNvSpPr txBox="1"/>
          <p:nvPr/>
        </p:nvSpPr>
        <p:spPr>
          <a:xfrm>
            <a:off x="722360" y="609038"/>
            <a:ext cx="6294204" cy="510540"/>
          </a:xfrm>
          <a:prstGeom prst="rect"/>
        </p:spPr>
        <p:txBody>
          <a:bodyPr rtlCol="0" wrap="square">
            <a:spAutoFit/>
          </a:bodyPr>
          <a:p>
            <a:r>
              <a:rPr b="1" sz="2800" lang="en-US">
                <a:solidFill>
                  <a:srgbClr val="FFFFFF"/>
                </a:solidFill>
              </a:rPr>
              <a:t>D</a:t>
            </a:r>
            <a:r>
              <a:rPr b="1" sz="2800" lang="en-US">
                <a:solidFill>
                  <a:srgbClr val="FFFFFF"/>
                </a:solidFill>
              </a:rPr>
              <a:t>E</a:t>
            </a:r>
            <a:r>
              <a:rPr b="1" sz="2800" lang="en-US">
                <a:solidFill>
                  <a:srgbClr val="FFFFFF"/>
                </a:solidFill>
              </a:rPr>
              <a:t>S</a:t>
            </a:r>
            <a:r>
              <a:rPr b="1" sz="2800" lang="en-US">
                <a:solidFill>
                  <a:srgbClr val="FFFFFF"/>
                </a:solidFill>
              </a:rPr>
              <a:t>I</a:t>
            </a:r>
            <a:r>
              <a:rPr b="1" sz="2800" lang="en-US">
                <a:solidFill>
                  <a:srgbClr val="FFFFFF"/>
                </a:solidFill>
              </a:rPr>
              <a:t>GN </a:t>
            </a:r>
            <a:r>
              <a:rPr b="1" sz="2800" lang="en-US">
                <a:solidFill>
                  <a:srgbClr val="FFFFFF"/>
                </a:solidFill>
              </a:rPr>
              <a:t>OF </a:t>
            </a:r>
            <a:r>
              <a:rPr b="1" sz="2800" lang="en-US">
                <a:solidFill>
                  <a:srgbClr val="FFFFFF"/>
                </a:solidFill>
              </a:rPr>
              <a:t>E</a:t>
            </a:r>
            <a:r>
              <a:rPr b="1" sz="2800" lang="en-US">
                <a:solidFill>
                  <a:srgbClr val="FFFFFF"/>
                </a:solidFill>
              </a:rPr>
              <a:t>X</a:t>
            </a:r>
            <a:r>
              <a:rPr b="1" sz="2800" lang="en-US">
                <a:solidFill>
                  <a:srgbClr val="FFFFFF"/>
                </a:solidFill>
              </a:rPr>
              <a:t>P</a:t>
            </a:r>
            <a:r>
              <a:rPr b="1" sz="2800" lang="en-US">
                <a:solidFill>
                  <a:srgbClr val="FFFFFF"/>
                </a:solidFill>
              </a:rPr>
              <a:t>E</a:t>
            </a:r>
            <a:r>
              <a:rPr b="1" sz="2800" lang="en-US">
                <a:solidFill>
                  <a:srgbClr val="FFFFFF"/>
                </a:solidFill>
              </a:rPr>
              <a:t>R</a:t>
            </a:r>
            <a:r>
              <a:rPr b="1" sz="2800" lang="en-US">
                <a:solidFill>
                  <a:srgbClr val="FFFFFF"/>
                </a:solidFill>
              </a:rPr>
              <a:t>I</a:t>
            </a:r>
            <a:r>
              <a:rPr b="1" sz="2800" lang="en-US">
                <a:solidFill>
                  <a:srgbClr val="FFFFFF"/>
                </a:solidFill>
              </a:rPr>
              <a:t>MENT</a:t>
            </a:r>
            <a:r>
              <a:rPr b="1" sz="2800" lang="en-US">
                <a:solidFill>
                  <a:srgbClr val="FFFFFF"/>
                </a:solidFill>
              </a:rPr>
              <a:t>S</a:t>
            </a:r>
            <a:endParaRPr sz="2800" lang="en-US">
              <a:solidFill>
                <a:srgbClr val="000000"/>
              </a:solidFill>
            </a:endParaRPr>
          </a:p>
        </p:txBody>
      </p:sp>
      <p:sp>
        <p:nvSpPr>
          <p:cNvPr id="1048702" name=""/>
          <p:cNvSpPr txBox="1"/>
          <p:nvPr/>
        </p:nvSpPr>
        <p:spPr>
          <a:xfrm>
            <a:off x="963632" y="1119577"/>
            <a:ext cx="9768096" cy="1767840"/>
          </a:xfrm>
          <a:prstGeom prst="rect"/>
        </p:spPr>
        <p:txBody>
          <a:bodyPr rtlCol="0" wrap="square">
            <a:spAutoFit/>
          </a:bodyPr>
          <a:p>
            <a:r>
              <a:rPr sz="2800" lang="en-US">
                <a:solidFill>
                  <a:srgbClr val="FFFFFF"/>
                </a:solidFill>
              </a:rPr>
              <a:t>•</a:t>
            </a:r>
            <a:r>
              <a:rPr sz="2800" lang="en-US">
                <a:solidFill>
                  <a:srgbClr val="FFFFFF"/>
                </a:solidFill>
              </a:rPr>
              <a:t>This is an analytical technique which aims to define variables that have most influence on the overall outcome</a:t>
            </a:r>
            <a:endParaRPr sz="2800" lang="en-US">
              <a:solidFill>
                <a:srgbClr val="000000"/>
              </a:solidFill>
            </a:endParaRPr>
          </a:p>
          <a:p>
            <a:r>
              <a:rPr sz="2800" lang="en-US">
                <a:solidFill>
                  <a:srgbClr val="FFFFFF"/>
                </a:solidFill>
              </a:rPr>
              <a:t>•</a:t>
            </a:r>
            <a:r>
              <a:rPr sz="2800" lang="en-US">
                <a:solidFill>
                  <a:srgbClr val="FFFFFF"/>
                </a:solidFill>
              </a:rPr>
              <a:t>This technique is commonly applicable to the product of the project issues.</a:t>
            </a:r>
            <a:endParaRPr sz="2800" lang="en-US">
              <a:solidFill>
                <a:srgbClr val="000000"/>
              </a:solidFill>
            </a:endParaRPr>
          </a:p>
        </p:txBody>
      </p:sp>
    </p:spTree>
  </p:cSld>
  <p:clrMapOvr>
    <a:overrideClrMapping accent1="accent1" accent2="accent2" accent3="accent3" accent4="accent4" accent5="accent5" accent6="accent6" bg1="lt1" bg2="dk2" tx1="dk1" tx2="lt2"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128" name=""/>
        <p:cNvGrpSpPr/>
        <p:nvPr/>
      </p:nvGrpSpPr>
      <p:grpSpPr>
        <a:xfrm>
          <a:off x="0" y="0"/>
          <a:ext cx="0" cy="0"/>
          <a:chOff x="0" y="0"/>
          <a:chExt cx="0" cy="0"/>
        </a:xfrm>
      </p:grpSpPr>
      <p:sp>
        <p:nvSpPr>
          <p:cNvPr id="1048703" name=""/>
          <p:cNvSpPr txBox="1"/>
          <p:nvPr/>
        </p:nvSpPr>
        <p:spPr>
          <a:xfrm>
            <a:off x="2323447" y="510850"/>
            <a:ext cx="5878093" cy="510540"/>
          </a:xfrm>
          <a:prstGeom prst="rect"/>
        </p:spPr>
        <p:txBody>
          <a:bodyPr rtlCol="0" wrap="square">
            <a:spAutoFit/>
          </a:bodyPr>
          <a:p>
            <a:r>
              <a:rPr b="1" sz="2800" lang="en-US">
                <a:solidFill>
                  <a:srgbClr val="FFFFFF"/>
                </a:solidFill>
              </a:rPr>
              <a:t>Q</a:t>
            </a:r>
            <a:r>
              <a:rPr b="1" sz="2800" lang="en-US">
                <a:solidFill>
                  <a:srgbClr val="FFFFFF"/>
                </a:solidFill>
              </a:rPr>
              <a:t>U</a:t>
            </a:r>
            <a:r>
              <a:rPr b="1" sz="2800" lang="en-US">
                <a:solidFill>
                  <a:srgbClr val="FFFFFF"/>
                </a:solidFill>
              </a:rPr>
              <a:t>A</a:t>
            </a:r>
            <a:r>
              <a:rPr b="1" sz="2800" lang="en-US">
                <a:solidFill>
                  <a:srgbClr val="FFFFFF"/>
                </a:solidFill>
              </a:rPr>
              <a:t>L</a:t>
            </a:r>
            <a:r>
              <a:rPr b="1" sz="2800" lang="en-US">
                <a:solidFill>
                  <a:srgbClr val="FFFFFF"/>
                </a:solidFill>
              </a:rPr>
              <a:t>I</a:t>
            </a:r>
            <a:r>
              <a:rPr b="1" sz="2800" lang="en-US">
                <a:solidFill>
                  <a:srgbClr val="FFFFFF"/>
                </a:solidFill>
              </a:rPr>
              <a:t>TY </a:t>
            </a:r>
            <a:r>
              <a:rPr b="1" sz="2800" lang="en-US">
                <a:solidFill>
                  <a:srgbClr val="FFFFFF"/>
                </a:solidFill>
              </a:rPr>
              <a:t>PLANNING </a:t>
            </a:r>
            <a:r>
              <a:rPr b="1" sz="2800" lang="en-US">
                <a:solidFill>
                  <a:srgbClr val="FFFFFF"/>
                </a:solidFill>
              </a:rPr>
              <a:t>O</a:t>
            </a:r>
            <a:r>
              <a:rPr b="1" sz="2800" lang="en-US">
                <a:solidFill>
                  <a:srgbClr val="FFFFFF"/>
                </a:solidFill>
              </a:rPr>
              <a:t>U</a:t>
            </a:r>
            <a:r>
              <a:rPr b="1" sz="2800" lang="en-US">
                <a:solidFill>
                  <a:srgbClr val="FFFFFF"/>
                </a:solidFill>
              </a:rPr>
              <a:t>T</a:t>
            </a:r>
            <a:r>
              <a:rPr b="1" sz="2800" lang="en-US">
                <a:solidFill>
                  <a:srgbClr val="FFFFFF"/>
                </a:solidFill>
              </a:rPr>
              <a:t>P</a:t>
            </a:r>
            <a:r>
              <a:rPr b="1" sz="2800" lang="en-US">
                <a:solidFill>
                  <a:srgbClr val="FFFFFF"/>
                </a:solidFill>
              </a:rPr>
              <a:t>U</a:t>
            </a:r>
            <a:r>
              <a:rPr b="1" sz="2800" lang="en-US">
                <a:solidFill>
                  <a:srgbClr val="FFFFFF"/>
                </a:solidFill>
              </a:rPr>
              <a:t>TS </a:t>
            </a:r>
            <a:endParaRPr sz="2800" lang="en-US">
              <a:solidFill>
                <a:srgbClr val="000000"/>
              </a:solidFill>
            </a:endParaRPr>
          </a:p>
        </p:txBody>
      </p:sp>
      <p:sp>
        <p:nvSpPr>
          <p:cNvPr id="1048704" name=""/>
          <p:cNvSpPr txBox="1"/>
          <p:nvPr/>
        </p:nvSpPr>
        <p:spPr>
          <a:xfrm>
            <a:off x="301582" y="1388950"/>
            <a:ext cx="7265011" cy="510540"/>
          </a:xfrm>
          <a:prstGeom prst="rect"/>
        </p:spPr>
        <p:txBody>
          <a:bodyPr rtlCol="0" wrap="square">
            <a:spAutoFit/>
          </a:bodyPr>
          <a:p>
            <a:r>
              <a:rPr b="1" sz="2800" lang="en-US">
                <a:solidFill>
                  <a:srgbClr val="FFFFFF"/>
                </a:solidFill>
              </a:rPr>
              <a:t>Q</a:t>
            </a:r>
            <a:r>
              <a:rPr b="1" sz="2800" lang="en-US">
                <a:solidFill>
                  <a:srgbClr val="FFFFFF"/>
                </a:solidFill>
              </a:rPr>
              <a:t>U</a:t>
            </a:r>
            <a:r>
              <a:rPr b="1" sz="2800" lang="en-US">
                <a:solidFill>
                  <a:srgbClr val="FFFFFF"/>
                </a:solidFill>
              </a:rPr>
              <a:t>A</a:t>
            </a:r>
            <a:r>
              <a:rPr b="1" sz="2800" lang="en-US">
                <a:solidFill>
                  <a:srgbClr val="FFFFFF"/>
                </a:solidFill>
              </a:rPr>
              <a:t>L</a:t>
            </a:r>
            <a:r>
              <a:rPr b="1" sz="2800" lang="en-US">
                <a:solidFill>
                  <a:srgbClr val="FFFFFF"/>
                </a:solidFill>
              </a:rPr>
              <a:t>ITY </a:t>
            </a:r>
            <a:r>
              <a:rPr b="1" sz="2800" lang="en-US">
                <a:solidFill>
                  <a:srgbClr val="FFFFFF"/>
                </a:solidFill>
              </a:rPr>
              <a:t>M</a:t>
            </a:r>
            <a:r>
              <a:rPr b="1" sz="2800" lang="en-US">
                <a:solidFill>
                  <a:srgbClr val="FFFFFF"/>
                </a:solidFill>
              </a:rPr>
              <a:t>A</a:t>
            </a:r>
            <a:r>
              <a:rPr b="1" sz="2800" lang="en-US">
                <a:solidFill>
                  <a:srgbClr val="FFFFFF"/>
                </a:solidFill>
              </a:rPr>
              <a:t>N</a:t>
            </a:r>
            <a:r>
              <a:rPr b="1" sz="2800" lang="en-US">
                <a:solidFill>
                  <a:srgbClr val="FFFFFF"/>
                </a:solidFill>
              </a:rPr>
              <a:t>A</a:t>
            </a:r>
            <a:r>
              <a:rPr b="1" sz="2800" lang="en-US">
                <a:solidFill>
                  <a:srgbClr val="FFFFFF"/>
                </a:solidFill>
              </a:rPr>
              <a:t>G</a:t>
            </a:r>
            <a:r>
              <a:rPr b="1" sz="2800" lang="en-US">
                <a:solidFill>
                  <a:srgbClr val="FFFFFF"/>
                </a:solidFill>
              </a:rPr>
              <a:t>E</a:t>
            </a:r>
            <a:r>
              <a:rPr b="1" sz="2800" lang="en-US">
                <a:solidFill>
                  <a:srgbClr val="FFFFFF"/>
                </a:solidFill>
              </a:rPr>
              <a:t>MENT </a:t>
            </a:r>
            <a:r>
              <a:rPr b="1" sz="2800" lang="en-US">
                <a:solidFill>
                  <a:srgbClr val="FFFFFF"/>
                </a:solidFill>
              </a:rPr>
              <a:t>P</a:t>
            </a:r>
            <a:r>
              <a:rPr b="1" sz="2800" lang="en-US">
                <a:solidFill>
                  <a:srgbClr val="FFFFFF"/>
                </a:solidFill>
              </a:rPr>
              <a:t>L</a:t>
            </a:r>
            <a:r>
              <a:rPr b="1" sz="2800" lang="en-US">
                <a:solidFill>
                  <a:srgbClr val="FFFFFF"/>
                </a:solidFill>
              </a:rPr>
              <a:t>A</a:t>
            </a:r>
            <a:r>
              <a:rPr b="1" sz="2800" lang="en-US">
                <a:solidFill>
                  <a:srgbClr val="FFFFFF"/>
                </a:solidFill>
              </a:rPr>
              <a:t>N</a:t>
            </a:r>
            <a:endParaRPr sz="2800" lang="en-US">
              <a:solidFill>
                <a:srgbClr val="000000"/>
              </a:solidFill>
            </a:endParaRPr>
          </a:p>
        </p:txBody>
      </p:sp>
      <p:sp>
        <p:nvSpPr>
          <p:cNvPr id="1048705" name=""/>
          <p:cNvSpPr txBox="1"/>
          <p:nvPr/>
        </p:nvSpPr>
        <p:spPr>
          <a:xfrm>
            <a:off x="4096000" y="3219450"/>
            <a:ext cx="4000000" cy="510540"/>
          </a:xfrm>
          <a:prstGeom prst="rect"/>
        </p:spPr>
        <p:txBody>
          <a:bodyPr rtlCol="0" wrap="square">
            <a:spAutoFit/>
          </a:bodyPr>
          <a:p>
            <a:r>
              <a:rPr sz="2800" lang="en-US">
                <a:solidFill>
                  <a:srgbClr val="000000"/>
                </a:solidFill>
              </a:rPr>
              <a:t/>
            </a:r>
            <a:endParaRPr sz="2800" lang="en-US">
              <a:solidFill>
                <a:srgbClr val="000000"/>
              </a:solidFill>
            </a:endParaRPr>
          </a:p>
        </p:txBody>
      </p:sp>
      <p:sp>
        <p:nvSpPr>
          <p:cNvPr id="1048706" name=""/>
          <p:cNvSpPr txBox="1"/>
          <p:nvPr/>
        </p:nvSpPr>
        <p:spPr>
          <a:xfrm>
            <a:off x="1024187" y="2061209"/>
            <a:ext cx="10143625" cy="1767840"/>
          </a:xfrm>
          <a:prstGeom prst="rect"/>
        </p:spPr>
        <p:txBody>
          <a:bodyPr rtlCol="0" wrap="square">
            <a:spAutoFit/>
          </a:bodyPr>
          <a:p>
            <a:r>
              <a:rPr sz="2800" lang="en-US">
                <a:solidFill>
                  <a:srgbClr val="FFFFFF"/>
                </a:solidFill>
              </a:rPr>
              <a:t>•</a:t>
            </a:r>
            <a:r>
              <a:rPr sz="2800" lang="en-US">
                <a:solidFill>
                  <a:srgbClr val="FFFFFF"/>
                </a:solidFill>
              </a:rPr>
              <a:t>The quality management plan should describe how a project management team will implement its quality policy</a:t>
            </a:r>
            <a:endParaRPr sz="3200" lang="en-US">
              <a:solidFill>
                <a:srgbClr val="000000"/>
              </a:solidFill>
            </a:endParaRPr>
          </a:p>
          <a:p>
            <a:r>
              <a:rPr sz="2800" lang="en-US">
                <a:solidFill>
                  <a:srgbClr val="FFFFFF"/>
                </a:solidFill>
              </a:rPr>
              <a:t>•</a:t>
            </a:r>
            <a:r>
              <a:rPr sz="2800" lang="en-US">
                <a:solidFill>
                  <a:srgbClr val="FFFFFF"/>
                </a:solidFill>
              </a:rPr>
              <a:t>Also called Quality System, (in ISO terminology), the plan should define:</a:t>
            </a:r>
            <a:endParaRPr sz="2800" lang="en-US">
              <a:solidFill>
                <a:srgbClr val="000000"/>
              </a:solidFill>
            </a:endParaRPr>
          </a:p>
        </p:txBody>
      </p:sp>
      <p:sp>
        <p:nvSpPr>
          <p:cNvPr id="1048707" name=""/>
          <p:cNvSpPr txBox="1"/>
          <p:nvPr/>
        </p:nvSpPr>
        <p:spPr>
          <a:xfrm>
            <a:off x="1968026" y="4210407"/>
            <a:ext cx="8736522" cy="1158240"/>
          </a:xfrm>
          <a:prstGeom prst="rect"/>
        </p:spPr>
        <p:txBody>
          <a:bodyPr rtlCol="0" wrap="square">
            <a:spAutoFit/>
          </a:bodyPr>
          <a:p>
            <a:r>
              <a:rPr sz="2400" lang="en-US">
                <a:solidFill>
                  <a:srgbClr val="FFFFFF"/>
                </a:solidFill>
              </a:rPr>
              <a:t>-</a:t>
            </a:r>
            <a:r>
              <a:rPr sz="2400" lang="en-US">
                <a:solidFill>
                  <a:srgbClr val="FFFFFF"/>
                </a:solidFill>
              </a:rPr>
              <a:t>The organizational structure</a:t>
            </a:r>
            <a:endParaRPr sz="2000" lang="en-US">
              <a:solidFill>
                <a:srgbClr val="000000"/>
              </a:solidFill>
            </a:endParaRPr>
          </a:p>
          <a:p>
            <a:r>
              <a:rPr sz="2400" lang="en-US">
                <a:solidFill>
                  <a:srgbClr val="FFFFFF"/>
                </a:solidFill>
              </a:rPr>
              <a:t>-</a:t>
            </a:r>
            <a:r>
              <a:rPr sz="2400" lang="en-US">
                <a:solidFill>
                  <a:srgbClr val="FFFFFF"/>
                </a:solidFill>
              </a:rPr>
              <a:t>Roles and responsibilities</a:t>
            </a:r>
            <a:endParaRPr sz="2000" lang="en-US">
              <a:solidFill>
                <a:srgbClr val="000000"/>
              </a:solidFill>
            </a:endParaRPr>
          </a:p>
          <a:p>
            <a:r>
              <a:rPr sz="2400" lang="en-US">
                <a:solidFill>
                  <a:srgbClr val="FFFFFF"/>
                </a:solidFill>
              </a:rPr>
              <a:t>-</a:t>
            </a:r>
            <a:r>
              <a:rPr sz="2400" lang="en-US">
                <a:solidFill>
                  <a:srgbClr val="FFFFFF"/>
                </a:solidFill>
              </a:rPr>
              <a:t>Resources needed for implementation of quality management</a:t>
            </a:r>
            <a:endParaRPr sz="2800" lang="en-US">
              <a:solidFill>
                <a:srgbClr val="000000"/>
              </a:solidFill>
            </a:endParaRPr>
          </a:p>
        </p:txBody>
      </p:sp>
    </p:spTree>
  </p:cSld>
  <p:clrMapOvr>
    <a:overrideClrMapping accent1="accent1" accent2="accent2" accent3="accent3" accent4="accent4" accent5="accent5" accent6="accent6" bg1="lt1" bg2="dk2" tx1="dk1" tx2="lt2"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129" name=""/>
        <p:cNvGrpSpPr/>
        <p:nvPr/>
      </p:nvGrpSpPr>
      <p:grpSpPr>
        <a:xfrm>
          <a:off x="0" y="0"/>
          <a:ext cx="0" cy="0"/>
          <a:chOff x="0" y="0"/>
          <a:chExt cx="0" cy="0"/>
        </a:xfrm>
      </p:grpSpPr>
      <p:sp>
        <p:nvSpPr>
          <p:cNvPr id="1048708" name=""/>
          <p:cNvSpPr txBox="1"/>
          <p:nvPr/>
        </p:nvSpPr>
        <p:spPr>
          <a:xfrm>
            <a:off x="400484" y="289616"/>
            <a:ext cx="7141086" cy="929640"/>
          </a:xfrm>
          <a:prstGeom prst="rect"/>
        </p:spPr>
        <p:txBody>
          <a:bodyPr rtlCol="0" wrap="square">
            <a:spAutoFit/>
          </a:bodyPr>
          <a:p>
            <a:r>
              <a:rPr b="1" sz="2800" lang="en-US">
                <a:solidFill>
                  <a:srgbClr val="FFFFFF"/>
                </a:solidFill>
              </a:rPr>
              <a:t>Q</a:t>
            </a:r>
            <a:r>
              <a:rPr b="1" sz="2800" lang="en-US">
                <a:solidFill>
                  <a:srgbClr val="FFFFFF"/>
                </a:solidFill>
              </a:rPr>
              <a:t>U</a:t>
            </a:r>
            <a:r>
              <a:rPr b="1" sz="2800" lang="en-US">
                <a:solidFill>
                  <a:srgbClr val="FFFFFF"/>
                </a:solidFill>
              </a:rPr>
              <a:t>A</a:t>
            </a:r>
            <a:r>
              <a:rPr b="1" sz="2800" lang="en-US">
                <a:solidFill>
                  <a:srgbClr val="FFFFFF"/>
                </a:solidFill>
              </a:rPr>
              <a:t>L</a:t>
            </a:r>
            <a:r>
              <a:rPr b="1" sz="2800" lang="en-US">
                <a:solidFill>
                  <a:srgbClr val="FFFFFF"/>
                </a:solidFill>
              </a:rPr>
              <a:t>ITY </a:t>
            </a:r>
            <a:r>
              <a:rPr b="1" sz="2800" lang="en-US">
                <a:solidFill>
                  <a:srgbClr val="FFFFFF"/>
                </a:solidFill>
              </a:rPr>
              <a:t>M</a:t>
            </a:r>
            <a:r>
              <a:rPr b="1" sz="2800" lang="en-US">
                <a:solidFill>
                  <a:srgbClr val="FFFFFF"/>
                </a:solidFill>
              </a:rPr>
              <a:t>A</a:t>
            </a:r>
            <a:r>
              <a:rPr b="1" sz="2800" lang="en-US">
                <a:solidFill>
                  <a:srgbClr val="FFFFFF"/>
                </a:solidFill>
              </a:rPr>
              <a:t>N</a:t>
            </a:r>
            <a:r>
              <a:rPr b="1" sz="2800" lang="en-US">
                <a:solidFill>
                  <a:srgbClr val="FFFFFF"/>
                </a:solidFill>
              </a:rPr>
              <a:t>A</a:t>
            </a:r>
            <a:r>
              <a:rPr b="1" sz="2800" lang="en-US">
                <a:solidFill>
                  <a:srgbClr val="FFFFFF"/>
                </a:solidFill>
              </a:rPr>
              <a:t>GEMENT </a:t>
            </a:r>
            <a:r>
              <a:rPr b="1" sz="2800" lang="en-US">
                <a:solidFill>
                  <a:srgbClr val="FFFFFF"/>
                </a:solidFill>
              </a:rPr>
              <a:t>P</a:t>
            </a:r>
            <a:r>
              <a:rPr b="1" sz="2800" lang="en-US">
                <a:solidFill>
                  <a:srgbClr val="FFFFFF"/>
                </a:solidFill>
              </a:rPr>
              <a:t>L</a:t>
            </a:r>
            <a:r>
              <a:rPr b="1" sz="2800" lang="en-US">
                <a:solidFill>
                  <a:srgbClr val="FFFFFF"/>
                </a:solidFill>
              </a:rPr>
              <a:t>A</a:t>
            </a:r>
            <a:r>
              <a:rPr b="1" sz="2800" lang="en-US">
                <a:solidFill>
                  <a:srgbClr val="FFFFFF"/>
                </a:solidFill>
              </a:rPr>
              <a:t>N</a:t>
            </a:r>
            <a:r>
              <a:rPr b="1" sz="2800" lang="en-US">
                <a:solidFill>
                  <a:srgbClr val="FFFFFF"/>
                </a:solidFill>
              </a:rPr>
              <a:t> </a:t>
            </a:r>
            <a:r>
              <a:rPr b="1" sz="2800" lang="en-US">
                <a:solidFill>
                  <a:srgbClr val="FFFFFF"/>
                </a:solidFill>
              </a:rPr>
              <a:t>(</a:t>
            </a:r>
            <a:r>
              <a:rPr b="1" sz="2800" lang="en-US">
                <a:solidFill>
                  <a:srgbClr val="FFFFFF"/>
                </a:solidFill>
              </a:rPr>
              <a:t>C</a:t>
            </a:r>
            <a:r>
              <a:rPr b="1" sz="2800" lang="en-US">
                <a:solidFill>
                  <a:srgbClr val="FFFFFF"/>
                </a:solidFill>
              </a:rPr>
              <a:t>O</a:t>
            </a:r>
            <a:r>
              <a:rPr b="1" sz="2800" lang="en-US">
                <a:solidFill>
                  <a:srgbClr val="FFFFFF"/>
                </a:solidFill>
              </a:rPr>
              <a:t>N</a:t>
            </a:r>
            <a:r>
              <a:rPr b="1" sz="2800" lang="en-US">
                <a:solidFill>
                  <a:srgbClr val="FFFFFF"/>
                </a:solidFill>
              </a:rPr>
              <a:t>T</a:t>
            </a:r>
            <a:r>
              <a:rPr b="1" sz="2800" lang="en-US">
                <a:solidFill>
                  <a:srgbClr val="FFFFFF"/>
                </a:solidFill>
              </a:rPr>
              <a:t>I</a:t>
            </a:r>
            <a:r>
              <a:rPr b="1" sz="2800" lang="en-US">
                <a:solidFill>
                  <a:srgbClr val="FFFFFF"/>
                </a:solidFill>
              </a:rPr>
              <a:t>N</a:t>
            </a:r>
            <a:r>
              <a:rPr b="1" sz="2800" lang="en-US">
                <a:solidFill>
                  <a:srgbClr val="FFFFFF"/>
                </a:solidFill>
              </a:rPr>
              <a:t>U</a:t>
            </a:r>
            <a:r>
              <a:rPr b="1" sz="2800" lang="en-US">
                <a:solidFill>
                  <a:srgbClr val="FFFFFF"/>
                </a:solidFill>
              </a:rPr>
              <a:t>E</a:t>
            </a:r>
            <a:r>
              <a:rPr b="1" sz="2800" lang="en-US">
                <a:solidFill>
                  <a:srgbClr val="FFFFFF"/>
                </a:solidFill>
              </a:rPr>
              <a:t>D</a:t>
            </a:r>
            <a:r>
              <a:rPr b="1" sz="2800" lang="en-US">
                <a:solidFill>
                  <a:srgbClr val="FFFFFF"/>
                </a:solidFill>
              </a:rPr>
              <a:t>)</a:t>
            </a:r>
            <a:endParaRPr sz="2800" lang="en-US">
              <a:solidFill>
                <a:srgbClr val="000000"/>
              </a:solidFill>
            </a:endParaRPr>
          </a:p>
        </p:txBody>
      </p:sp>
      <p:sp>
        <p:nvSpPr>
          <p:cNvPr id="1048709" name=""/>
          <p:cNvSpPr txBox="1"/>
          <p:nvPr/>
        </p:nvSpPr>
        <p:spPr>
          <a:xfrm>
            <a:off x="1340242" y="1661159"/>
            <a:ext cx="10163111" cy="1513841"/>
          </a:xfrm>
          <a:prstGeom prst="rect"/>
        </p:spPr>
        <p:txBody>
          <a:bodyPr rtlCol="0" wrap="square">
            <a:spAutoFit/>
          </a:bodyPr>
          <a:p>
            <a:r>
              <a:rPr sz="2400" lang="en-US">
                <a:solidFill>
                  <a:srgbClr val="FFFFFF"/>
                </a:solidFill>
              </a:rPr>
              <a:t>The Quality Plan should address:</a:t>
            </a:r>
            <a:endParaRPr sz="2000" lang="en-US">
              <a:solidFill>
                <a:srgbClr val="000000"/>
              </a:solidFill>
            </a:endParaRPr>
          </a:p>
          <a:p>
            <a:r>
              <a:rPr sz="2400" lang="en-US">
                <a:solidFill>
                  <a:srgbClr val="FFFFFF"/>
                </a:solidFill>
              </a:rPr>
              <a:t>-</a:t>
            </a:r>
            <a:r>
              <a:rPr sz="2400" lang="en-US">
                <a:solidFill>
                  <a:srgbClr val="FFFFFF"/>
                </a:solidFill>
              </a:rPr>
              <a:t>Quality Control of the project</a:t>
            </a:r>
            <a:endParaRPr sz="2000" lang="en-US">
              <a:solidFill>
                <a:srgbClr val="000000"/>
              </a:solidFill>
            </a:endParaRPr>
          </a:p>
          <a:p>
            <a:r>
              <a:rPr sz="2400" lang="en-US">
                <a:solidFill>
                  <a:srgbClr val="FFFFFF"/>
                </a:solidFill>
              </a:rPr>
              <a:t>-</a:t>
            </a:r>
            <a:r>
              <a:rPr sz="2400" lang="en-US">
                <a:solidFill>
                  <a:srgbClr val="FFFFFF"/>
                </a:solidFill>
              </a:rPr>
              <a:t>Quality Assurance</a:t>
            </a:r>
            <a:endParaRPr sz="2000" lang="en-US">
              <a:solidFill>
                <a:srgbClr val="000000"/>
              </a:solidFill>
            </a:endParaRPr>
          </a:p>
          <a:p>
            <a:r>
              <a:rPr sz="2400" lang="en-US">
                <a:solidFill>
                  <a:srgbClr val="FFFFFF"/>
                </a:solidFill>
              </a:rPr>
              <a:t>-</a:t>
            </a:r>
            <a:r>
              <a:rPr sz="2400" lang="en-US">
                <a:solidFill>
                  <a:srgbClr val="FFFFFF"/>
                </a:solidFill>
              </a:rPr>
              <a:t>Quality Improvement of the project</a:t>
            </a:r>
            <a:endParaRPr sz="2800" lang="en-US">
              <a:solidFill>
                <a:srgbClr val="000000"/>
              </a:solidFill>
            </a:endParaRPr>
          </a:p>
        </p:txBody>
      </p:sp>
      <p:sp>
        <p:nvSpPr>
          <p:cNvPr id="1048710" name=""/>
          <p:cNvSpPr txBox="1"/>
          <p:nvPr/>
        </p:nvSpPr>
        <p:spPr>
          <a:xfrm>
            <a:off x="400484" y="3616902"/>
            <a:ext cx="7119438" cy="510540"/>
          </a:xfrm>
          <a:prstGeom prst="rect"/>
        </p:spPr>
        <p:txBody>
          <a:bodyPr rtlCol="0" wrap="square">
            <a:spAutoFit/>
          </a:bodyPr>
          <a:p>
            <a:r>
              <a:rPr b="1" sz="2800" lang="en-US">
                <a:solidFill>
                  <a:srgbClr val="FFFFFF"/>
                </a:solidFill>
              </a:rPr>
              <a:t>O</a:t>
            </a:r>
            <a:r>
              <a:rPr b="1" sz="2800" lang="en-US">
                <a:solidFill>
                  <a:srgbClr val="FFFFFF"/>
                </a:solidFill>
              </a:rPr>
              <a:t>P</a:t>
            </a:r>
            <a:r>
              <a:rPr b="1" sz="2800" lang="en-US">
                <a:solidFill>
                  <a:srgbClr val="FFFFFF"/>
                </a:solidFill>
              </a:rPr>
              <a:t>E</a:t>
            </a:r>
            <a:r>
              <a:rPr b="1" sz="2800" lang="en-US">
                <a:solidFill>
                  <a:srgbClr val="FFFFFF"/>
                </a:solidFill>
              </a:rPr>
              <a:t>R</a:t>
            </a:r>
            <a:r>
              <a:rPr b="1" sz="2800" lang="en-US">
                <a:solidFill>
                  <a:srgbClr val="FFFFFF"/>
                </a:solidFill>
              </a:rPr>
              <a:t>A</a:t>
            </a:r>
            <a:r>
              <a:rPr b="1" sz="2800" lang="en-US">
                <a:solidFill>
                  <a:srgbClr val="FFFFFF"/>
                </a:solidFill>
              </a:rPr>
              <a:t>TION</a:t>
            </a:r>
            <a:r>
              <a:rPr b="1" sz="2800" lang="en-US">
                <a:solidFill>
                  <a:srgbClr val="FFFFFF"/>
                </a:solidFill>
              </a:rPr>
              <a:t>A</a:t>
            </a:r>
            <a:r>
              <a:rPr b="1" sz="2800" lang="en-US">
                <a:solidFill>
                  <a:srgbClr val="FFFFFF"/>
                </a:solidFill>
              </a:rPr>
              <a:t>L</a:t>
            </a:r>
            <a:r>
              <a:rPr b="1" sz="2800" lang="en-US">
                <a:solidFill>
                  <a:srgbClr val="FFFFFF"/>
                </a:solidFill>
              </a:rPr>
              <a:t> </a:t>
            </a:r>
            <a:r>
              <a:rPr b="1" sz="2800" lang="en-US">
                <a:solidFill>
                  <a:srgbClr val="FFFFFF"/>
                </a:solidFill>
              </a:rPr>
              <a:t>D</a:t>
            </a:r>
            <a:r>
              <a:rPr b="1" sz="2800" lang="en-US">
                <a:solidFill>
                  <a:srgbClr val="FFFFFF"/>
                </a:solidFill>
              </a:rPr>
              <a:t>E</a:t>
            </a:r>
            <a:r>
              <a:rPr b="1" sz="2800" lang="en-US">
                <a:solidFill>
                  <a:srgbClr val="FFFFFF"/>
                </a:solidFill>
              </a:rPr>
              <a:t>F</a:t>
            </a:r>
            <a:r>
              <a:rPr b="1" sz="2800" lang="en-US">
                <a:solidFill>
                  <a:srgbClr val="FFFFFF"/>
                </a:solidFill>
              </a:rPr>
              <a:t>INITION</a:t>
            </a:r>
            <a:r>
              <a:rPr b="1" sz="2800" lang="en-US">
                <a:solidFill>
                  <a:srgbClr val="FFFFFF"/>
                </a:solidFill>
              </a:rPr>
              <a:t>S</a:t>
            </a:r>
            <a:endParaRPr sz="2800" lang="en-US">
              <a:solidFill>
                <a:srgbClr val="000000"/>
              </a:solidFill>
            </a:endParaRPr>
          </a:p>
        </p:txBody>
      </p:sp>
      <p:sp>
        <p:nvSpPr>
          <p:cNvPr id="1048711" name=""/>
          <p:cNvSpPr txBox="1"/>
          <p:nvPr/>
        </p:nvSpPr>
        <p:spPr>
          <a:xfrm>
            <a:off x="677820" y="4127442"/>
            <a:ext cx="8985470" cy="929640"/>
          </a:xfrm>
          <a:prstGeom prst="rect"/>
        </p:spPr>
        <p:txBody>
          <a:bodyPr rtlCol="0" wrap="square">
            <a:spAutoFit/>
          </a:bodyPr>
          <a:p>
            <a:r>
              <a:rPr sz="2800" lang="en-US">
                <a:solidFill>
                  <a:srgbClr val="FFFFFF"/>
                </a:solidFill>
              </a:rPr>
              <a:t>An operational definition describes what something is and how it is measured by the quality control process.</a:t>
            </a:r>
            <a:endParaRPr sz="2800" lang="en-US">
              <a:solidFill>
                <a:srgbClr val="000000"/>
              </a:solidFill>
            </a:endParaRPr>
          </a:p>
        </p:txBody>
      </p:sp>
    </p:spTree>
  </p:cSld>
  <p:clrMapOvr>
    <a:overrideClrMapping accent1="accent1" accent2="accent2" accent3="accent3" accent4="accent4" accent5="accent5" accent6="accent6" bg1="lt1" bg2="dk2" tx1="dk1" tx2="lt2"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130" name=""/>
        <p:cNvGrpSpPr/>
        <p:nvPr/>
      </p:nvGrpSpPr>
      <p:grpSpPr>
        <a:xfrm>
          <a:off x="0" y="0"/>
          <a:ext cx="0" cy="0"/>
          <a:chOff x="0" y="0"/>
          <a:chExt cx="0" cy="0"/>
        </a:xfrm>
      </p:grpSpPr>
      <p:sp>
        <p:nvSpPr>
          <p:cNvPr id="1048712" name=""/>
          <p:cNvSpPr txBox="1"/>
          <p:nvPr/>
        </p:nvSpPr>
        <p:spPr>
          <a:xfrm>
            <a:off x="314141" y="410838"/>
            <a:ext cx="2750926" cy="510540"/>
          </a:xfrm>
          <a:prstGeom prst="rect"/>
        </p:spPr>
        <p:txBody>
          <a:bodyPr rtlCol="0" wrap="square">
            <a:spAutoFit/>
          </a:bodyPr>
          <a:p>
            <a:r>
              <a:rPr b="1" sz="2800" lang="en-US">
                <a:solidFill>
                  <a:srgbClr val="FFFFFF"/>
                </a:solidFill>
              </a:rPr>
              <a:t>C</a:t>
            </a:r>
            <a:r>
              <a:rPr b="1" sz="2800" lang="en-US">
                <a:solidFill>
                  <a:srgbClr val="FFFFFF"/>
                </a:solidFill>
              </a:rPr>
              <a:t>H</a:t>
            </a:r>
            <a:r>
              <a:rPr b="1" sz="2800" lang="en-US">
                <a:solidFill>
                  <a:srgbClr val="FFFFFF"/>
                </a:solidFill>
              </a:rPr>
              <a:t>E</a:t>
            </a:r>
            <a:r>
              <a:rPr b="1" sz="2800" lang="en-US">
                <a:solidFill>
                  <a:srgbClr val="FFFFFF"/>
                </a:solidFill>
              </a:rPr>
              <a:t>C</a:t>
            </a:r>
            <a:r>
              <a:rPr b="1" sz="2800" lang="en-US">
                <a:solidFill>
                  <a:srgbClr val="FFFFFF"/>
                </a:solidFill>
              </a:rPr>
              <a:t>K</a:t>
            </a:r>
            <a:r>
              <a:rPr b="1" sz="2800" lang="en-US">
                <a:solidFill>
                  <a:srgbClr val="FFFFFF"/>
                </a:solidFill>
              </a:rPr>
              <a:t>L</a:t>
            </a:r>
            <a:r>
              <a:rPr b="1" sz="2800" lang="en-US">
                <a:solidFill>
                  <a:srgbClr val="FFFFFF"/>
                </a:solidFill>
              </a:rPr>
              <a:t>I</a:t>
            </a:r>
            <a:r>
              <a:rPr b="1" sz="2800" lang="en-US">
                <a:solidFill>
                  <a:srgbClr val="FFFFFF"/>
                </a:solidFill>
              </a:rPr>
              <a:t>STS </a:t>
            </a:r>
            <a:endParaRPr sz="2800" lang="en-US">
              <a:solidFill>
                <a:srgbClr val="000000"/>
              </a:solidFill>
            </a:endParaRPr>
          </a:p>
        </p:txBody>
      </p:sp>
      <p:sp>
        <p:nvSpPr>
          <p:cNvPr id="1048713" name=""/>
          <p:cNvSpPr txBox="1"/>
          <p:nvPr/>
        </p:nvSpPr>
        <p:spPr>
          <a:xfrm>
            <a:off x="1260978" y="1242059"/>
            <a:ext cx="9972607" cy="1513841"/>
          </a:xfrm>
          <a:prstGeom prst="rect"/>
        </p:spPr>
        <p:txBody>
          <a:bodyPr rtlCol="0" wrap="square">
            <a:spAutoFit/>
          </a:bodyPr>
          <a:p>
            <a:r>
              <a:rPr sz="2400" lang="en-US">
                <a:solidFill>
                  <a:srgbClr val="FFFFFF"/>
                </a:solidFill>
              </a:rPr>
              <a:t>•</a:t>
            </a:r>
            <a:r>
              <a:rPr sz="2400" lang="en-US">
                <a:solidFill>
                  <a:srgbClr val="FFFFFF"/>
                </a:solidFill>
              </a:rPr>
              <a:t>A checklist is a structured tool used to verify that a set of required steps or requirements have been performed.</a:t>
            </a:r>
            <a:endParaRPr sz="2000" lang="en-US">
              <a:solidFill>
                <a:srgbClr val="000000"/>
              </a:solidFill>
            </a:endParaRPr>
          </a:p>
          <a:p>
            <a:r>
              <a:rPr sz="2400" lang="en-US">
                <a:solidFill>
                  <a:srgbClr val="FFFFFF"/>
                </a:solidFill>
              </a:rPr>
              <a:t>•</a:t>
            </a:r>
            <a:r>
              <a:rPr sz="2400" lang="en-US">
                <a:solidFill>
                  <a:srgbClr val="FFFFFF"/>
                </a:solidFill>
              </a:rPr>
              <a:t>Many organizations have standard checklists to ensure consistency of frequently performed activities</a:t>
            </a:r>
            <a:endParaRPr sz="2800" lang="en-US">
              <a:solidFill>
                <a:srgbClr val="000000"/>
              </a:solidFill>
            </a:endParaRPr>
          </a:p>
        </p:txBody>
      </p:sp>
      <p:sp>
        <p:nvSpPr>
          <p:cNvPr id="1048714" name=""/>
          <p:cNvSpPr txBox="1"/>
          <p:nvPr/>
        </p:nvSpPr>
        <p:spPr>
          <a:xfrm>
            <a:off x="314141" y="3173729"/>
            <a:ext cx="6762250" cy="510540"/>
          </a:xfrm>
          <a:prstGeom prst="rect"/>
        </p:spPr>
        <p:txBody>
          <a:bodyPr rtlCol="0" wrap="square">
            <a:spAutoFit/>
          </a:bodyPr>
          <a:p>
            <a:r>
              <a:rPr b="1" sz="2800" lang="en-US">
                <a:solidFill>
                  <a:srgbClr val="FFFFFF"/>
                </a:solidFill>
              </a:rPr>
              <a:t>I</a:t>
            </a:r>
            <a:r>
              <a:rPr b="1" sz="2800" lang="en-US">
                <a:solidFill>
                  <a:srgbClr val="FFFFFF"/>
                </a:solidFill>
              </a:rPr>
              <a:t>N</a:t>
            </a:r>
            <a:r>
              <a:rPr b="1" sz="2800" lang="en-US">
                <a:solidFill>
                  <a:srgbClr val="FFFFFF"/>
                </a:solidFill>
              </a:rPr>
              <a:t>P</a:t>
            </a:r>
            <a:r>
              <a:rPr b="1" sz="2800" lang="en-US">
                <a:solidFill>
                  <a:srgbClr val="FFFFFF"/>
                </a:solidFill>
              </a:rPr>
              <a:t>U</a:t>
            </a:r>
            <a:r>
              <a:rPr b="1" sz="2800" lang="en-US">
                <a:solidFill>
                  <a:srgbClr val="FFFFFF"/>
                </a:solidFill>
              </a:rPr>
              <a:t>TS </a:t>
            </a:r>
            <a:r>
              <a:rPr b="1" sz="2800" lang="en-US">
                <a:solidFill>
                  <a:srgbClr val="FFFFFF"/>
                </a:solidFill>
              </a:rPr>
              <a:t>T</a:t>
            </a:r>
            <a:r>
              <a:rPr b="1" sz="2800" lang="en-US">
                <a:solidFill>
                  <a:srgbClr val="FFFFFF"/>
                </a:solidFill>
              </a:rPr>
              <a:t>O</a:t>
            </a:r>
            <a:r>
              <a:rPr b="1" sz="2800" lang="en-US">
                <a:solidFill>
                  <a:srgbClr val="FFFFFF"/>
                </a:solidFill>
              </a:rPr>
              <a:t> </a:t>
            </a:r>
            <a:r>
              <a:rPr b="1" sz="2800" lang="en-US">
                <a:solidFill>
                  <a:srgbClr val="FFFFFF"/>
                </a:solidFill>
              </a:rPr>
              <a:t>O</a:t>
            </a:r>
            <a:r>
              <a:rPr b="1" sz="2800" lang="en-US">
                <a:solidFill>
                  <a:srgbClr val="FFFFFF"/>
                </a:solidFill>
              </a:rPr>
              <a:t>T</a:t>
            </a:r>
            <a:r>
              <a:rPr b="1" sz="2800" lang="en-US">
                <a:solidFill>
                  <a:srgbClr val="FFFFFF"/>
                </a:solidFill>
              </a:rPr>
              <a:t>H</a:t>
            </a:r>
            <a:r>
              <a:rPr b="1" sz="2800" lang="en-US">
                <a:solidFill>
                  <a:srgbClr val="FFFFFF"/>
                </a:solidFill>
              </a:rPr>
              <a:t>E</a:t>
            </a:r>
            <a:r>
              <a:rPr b="1" sz="2800" lang="en-US">
                <a:solidFill>
                  <a:srgbClr val="FFFFFF"/>
                </a:solidFill>
              </a:rPr>
              <a:t>R </a:t>
            </a:r>
            <a:r>
              <a:rPr b="1" sz="2800" lang="en-US">
                <a:solidFill>
                  <a:srgbClr val="FFFFFF"/>
                </a:solidFill>
              </a:rPr>
              <a:t>PROCESS</a:t>
            </a:r>
            <a:r>
              <a:rPr b="1" sz="2800" lang="en-US">
                <a:solidFill>
                  <a:srgbClr val="FFFFFF"/>
                </a:solidFill>
              </a:rPr>
              <a:t>S</a:t>
            </a:r>
            <a:endParaRPr b="1" sz="2800" lang="en-US">
              <a:solidFill>
                <a:srgbClr val="000000"/>
              </a:solidFill>
            </a:endParaRPr>
          </a:p>
        </p:txBody>
      </p:sp>
      <p:sp>
        <p:nvSpPr>
          <p:cNvPr id="1048715" name=""/>
          <p:cNvSpPr txBox="1"/>
          <p:nvPr/>
        </p:nvSpPr>
        <p:spPr>
          <a:xfrm>
            <a:off x="1305357" y="4102097"/>
            <a:ext cx="8673744" cy="929640"/>
          </a:xfrm>
          <a:prstGeom prst="rect"/>
        </p:spPr>
        <p:txBody>
          <a:bodyPr rtlCol="0" wrap="square">
            <a:spAutoFit/>
          </a:bodyPr>
          <a:p>
            <a:r>
              <a:rPr sz="2800" lang="en-US">
                <a:solidFill>
                  <a:srgbClr val="FFFFFF"/>
                </a:solidFill>
              </a:rPr>
              <a:t>The quality planning process may identify need for further activity in another area</a:t>
            </a:r>
            <a:endParaRPr sz="2800" lang="en-US">
              <a:solidFill>
                <a:srgbClr val="000000"/>
              </a:solidFill>
            </a:endParaRPr>
          </a:p>
        </p:txBody>
      </p:sp>
    </p:spTree>
  </p:cSld>
  <p:clrMapOvr>
    <a:overrideClrMapping accent1="accent1" accent2="accent2" accent3="accent3" accent4="accent4" accent5="accent5" accent6="accent6" bg1="lt1" bg2="dk2" tx1="dk1" tx2="lt2"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131" name=""/>
        <p:cNvGrpSpPr/>
        <p:nvPr/>
      </p:nvGrpSpPr>
      <p:grpSpPr>
        <a:xfrm rot="0">
          <a:off x="0" y="0"/>
          <a:ext cx="0" cy="0"/>
          <a:chOff x="0" y="0"/>
          <a:chExt cx="0" cy="0"/>
        </a:xfrm>
      </p:grpSpPr>
      <p:sp>
        <p:nvSpPr>
          <p:cNvPr id="1048716" name=""/>
          <p:cNvSpPr txBox="1"/>
          <p:nvPr/>
        </p:nvSpPr>
        <p:spPr>
          <a:xfrm>
            <a:off x="1337586" y="454576"/>
            <a:ext cx="4145507" cy="510540"/>
          </a:xfrm>
          <a:prstGeom prst="rect"/>
        </p:spPr>
        <p:txBody>
          <a:bodyPr rtlCol="0" wrap="square">
            <a:spAutoFit/>
          </a:bodyPr>
          <a:p>
            <a:r>
              <a:rPr b="1" sz="2800" lang="en-US">
                <a:solidFill>
                  <a:srgbClr val="FFFFFF"/>
                </a:solidFill>
              </a:rPr>
              <a:t>Q</a:t>
            </a:r>
            <a:r>
              <a:rPr b="1" sz="2800" lang="en-US">
                <a:solidFill>
                  <a:srgbClr val="FFFFFF"/>
                </a:solidFill>
              </a:rPr>
              <a:t>UALITY </a:t>
            </a:r>
            <a:r>
              <a:rPr b="1" sz="2800" lang="en-US">
                <a:solidFill>
                  <a:srgbClr val="FFFFFF"/>
                </a:solidFill>
              </a:rPr>
              <a:t>ASSURANCE </a:t>
            </a:r>
            <a:endParaRPr sz="2800" lang="en-US">
              <a:solidFill>
                <a:srgbClr val="000000"/>
              </a:solidFill>
            </a:endParaRPr>
          </a:p>
        </p:txBody>
      </p:sp>
      <p:sp>
        <p:nvSpPr>
          <p:cNvPr id="1048717" name=""/>
          <p:cNvSpPr txBox="1"/>
          <p:nvPr/>
        </p:nvSpPr>
        <p:spPr>
          <a:xfrm>
            <a:off x="960827" y="1242056"/>
            <a:ext cx="9615141" cy="1348741"/>
          </a:xfrm>
          <a:prstGeom prst="rect"/>
        </p:spPr>
        <p:txBody>
          <a:bodyPr rtlCol="0" wrap="square">
            <a:spAutoFit/>
          </a:bodyPr>
          <a:p>
            <a:r>
              <a:rPr sz="2800" lang="en-US">
                <a:solidFill>
                  <a:srgbClr val="FFFFFF"/>
                </a:solidFill>
              </a:rPr>
              <a:t>•</a:t>
            </a:r>
            <a:r>
              <a:rPr sz="2800" lang="en-US">
                <a:solidFill>
                  <a:srgbClr val="FFFFFF"/>
                </a:solidFill>
              </a:rPr>
              <a:t>Quality Assurance (QA) is a proactive process that ensures products, services, or processes meet specified requirements and standards.</a:t>
            </a:r>
            <a:endParaRPr sz="2800" lang="en-US">
              <a:solidFill>
                <a:srgbClr val="000000"/>
              </a:solidFill>
            </a:endParaRPr>
          </a:p>
        </p:txBody>
      </p:sp>
      <p:sp>
        <p:nvSpPr>
          <p:cNvPr id="1048718" name=""/>
          <p:cNvSpPr txBox="1"/>
          <p:nvPr/>
        </p:nvSpPr>
        <p:spPr>
          <a:xfrm>
            <a:off x="4096000" y="3219450"/>
            <a:ext cx="4000000" cy="510540"/>
          </a:xfrm>
          <a:prstGeom prst="rect"/>
        </p:spPr>
        <p:txBody>
          <a:bodyPr rtlCol="0" wrap="square">
            <a:spAutoFit/>
          </a:bodyPr>
          <a:p>
            <a:r>
              <a:rPr sz="2800" lang="en-US">
                <a:solidFill>
                  <a:srgbClr val="000000"/>
                </a:solidFill>
              </a:rPr>
              <a:t/>
            </a:r>
            <a:endParaRPr sz="2800" lang="en-US">
              <a:solidFill>
                <a:srgbClr val="000000"/>
              </a:solidFill>
            </a:endParaRPr>
          </a:p>
        </p:txBody>
      </p:sp>
      <p:sp>
        <p:nvSpPr>
          <p:cNvPr id="1048719" name=""/>
          <p:cNvSpPr txBox="1"/>
          <p:nvPr/>
        </p:nvSpPr>
        <p:spPr>
          <a:xfrm>
            <a:off x="4096000" y="3219450"/>
            <a:ext cx="4000000" cy="510540"/>
          </a:xfrm>
          <a:prstGeom prst="rect"/>
        </p:spPr>
        <p:txBody>
          <a:bodyPr rtlCol="0" wrap="square">
            <a:spAutoFit/>
          </a:bodyPr>
          <a:p>
            <a:r>
              <a:rPr sz="2800" lang="en-US">
                <a:solidFill>
                  <a:srgbClr val="000000"/>
                </a:solidFill>
              </a:rPr>
              <a:t/>
            </a:r>
            <a:endParaRPr sz="2800" lang="en-US">
              <a:solidFill>
                <a:srgbClr val="000000"/>
              </a:solidFill>
            </a:endParaRPr>
          </a:p>
        </p:txBody>
      </p:sp>
      <p:sp>
        <p:nvSpPr>
          <p:cNvPr id="1048720" name=""/>
          <p:cNvSpPr txBox="1"/>
          <p:nvPr/>
        </p:nvSpPr>
        <p:spPr>
          <a:xfrm>
            <a:off x="960827" y="2590797"/>
            <a:ext cx="8407653" cy="929640"/>
          </a:xfrm>
          <a:prstGeom prst="rect"/>
        </p:spPr>
        <p:txBody>
          <a:bodyPr rtlCol="0" wrap="square">
            <a:spAutoFit/>
          </a:bodyPr>
          <a:p>
            <a:r>
              <a:rPr sz="2800" lang="en-US">
                <a:solidFill>
                  <a:srgbClr val="FFFFFF"/>
                </a:solidFill>
              </a:rPr>
              <a:t> </a:t>
            </a:r>
            <a:r>
              <a:rPr sz="2800" lang="en-US">
                <a:solidFill>
                  <a:srgbClr val="FFFFFF"/>
                </a:solidFill>
              </a:rPr>
              <a:t> </a:t>
            </a:r>
            <a:r>
              <a:rPr sz="2800" lang="en-US">
                <a:solidFill>
                  <a:srgbClr val="FFFFFF"/>
                </a:solidFill>
              </a:rPr>
              <a:t>•</a:t>
            </a:r>
            <a:r>
              <a:rPr sz="2800" lang="en-US">
                <a:solidFill>
                  <a:srgbClr val="FFFFFF"/>
                </a:solidFill>
              </a:rPr>
              <a:t>Quality assurance is provided by a Quality </a:t>
            </a:r>
            <a:r>
              <a:rPr sz="2800" lang="en-US">
                <a:solidFill>
                  <a:srgbClr val="FFFFFF"/>
                </a:solidFill>
              </a:rPr>
              <a:t> </a:t>
            </a:r>
            <a:r>
              <a:rPr sz="2800" lang="en-US">
                <a:solidFill>
                  <a:srgbClr val="FFFFFF"/>
                </a:solidFill>
              </a:rPr>
              <a:t> </a:t>
            </a:r>
            <a:r>
              <a:rPr sz="2800" lang="en-US">
                <a:solidFill>
                  <a:srgbClr val="FFFFFF"/>
                </a:solidFill>
              </a:rPr>
              <a:t>Assurance dept.</a:t>
            </a:r>
            <a:endParaRPr sz="2800" lang="en-US">
              <a:solidFill>
                <a:srgbClr val="000000"/>
              </a:solidFill>
            </a:endParaRPr>
          </a:p>
        </p:txBody>
      </p:sp>
      <p:sp>
        <p:nvSpPr>
          <p:cNvPr id="1048721" name=""/>
          <p:cNvSpPr txBox="1"/>
          <p:nvPr/>
        </p:nvSpPr>
        <p:spPr>
          <a:xfrm>
            <a:off x="960828" y="3474716"/>
            <a:ext cx="7196363" cy="1348740"/>
          </a:xfrm>
          <a:prstGeom prst="rect"/>
        </p:spPr>
        <p:txBody>
          <a:bodyPr rtlCol="0" wrap="square">
            <a:spAutoFit/>
          </a:bodyPr>
          <a:p>
            <a:r>
              <a:rPr sz="2800" lang="en-US">
                <a:solidFill>
                  <a:srgbClr val="FFFFFF"/>
                </a:solidFill>
              </a:rPr>
              <a:t>•</a:t>
            </a:r>
            <a:r>
              <a:rPr sz="2800" lang="en-US">
                <a:solidFill>
                  <a:srgbClr val="FFFFFF"/>
                </a:solidFill>
              </a:rPr>
              <a:t>Quality assurance can be INERNAL (from the project management team to the performing organization)</a:t>
            </a:r>
            <a:endParaRPr sz="2800" lang="en-US">
              <a:solidFill>
                <a:srgbClr val="000000"/>
              </a:solidFill>
            </a:endParaRPr>
          </a:p>
        </p:txBody>
      </p:sp>
      <p:sp>
        <p:nvSpPr>
          <p:cNvPr id="1048722" name=""/>
          <p:cNvSpPr txBox="1"/>
          <p:nvPr/>
        </p:nvSpPr>
        <p:spPr>
          <a:xfrm>
            <a:off x="960828" y="4823456"/>
            <a:ext cx="7557008" cy="1348740"/>
          </a:xfrm>
          <a:prstGeom prst="rect"/>
        </p:spPr>
        <p:txBody>
          <a:bodyPr rtlCol="0" wrap="square">
            <a:spAutoFit/>
          </a:bodyPr>
          <a:p>
            <a:r>
              <a:rPr sz="2800" lang="en-US">
                <a:solidFill>
                  <a:srgbClr val="FFFFFF"/>
                </a:solidFill>
              </a:rPr>
              <a:t>•</a:t>
            </a:r>
            <a:r>
              <a:rPr sz="2800" lang="en-US">
                <a:solidFill>
                  <a:srgbClr val="FFFFFF"/>
                </a:solidFill>
              </a:rPr>
              <a:t>Quality assurance can be EXTERNAL (provided to the customer and other parties actively involved in the work of the project</a:t>
            </a:r>
            <a:endParaRPr sz="2800" lang="en-US">
              <a:solidFill>
                <a:srgbClr val="000000"/>
              </a:solidFill>
            </a:endParaRPr>
          </a:p>
        </p:txBody>
      </p:sp>
    </p:spTree>
  </p:cSld>
  <p:clrMapOvr>
    <a:masterClrMapping/>
  </p:clrMapOvr>
  <p:transition spd="slow" advClick="1">
    <p:wipe dir="l"/>
  </p:transition>
</p:sld>
</file>

<file path=ppt/slides/slide23.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132" name=""/>
        <p:cNvGrpSpPr/>
        <p:nvPr/>
      </p:nvGrpSpPr>
      <p:grpSpPr>
        <a:xfrm rot="0">
          <a:off x="0" y="0"/>
          <a:ext cx="0" cy="0"/>
          <a:chOff x="0" y="0"/>
          <a:chExt cx="0" cy="0"/>
        </a:xfrm>
      </p:grpSpPr>
      <p:sp>
        <p:nvSpPr>
          <p:cNvPr id="1048723" name=""/>
          <p:cNvSpPr txBox="1"/>
          <p:nvPr/>
        </p:nvSpPr>
        <p:spPr>
          <a:xfrm>
            <a:off x="953397" y="670970"/>
            <a:ext cx="6668029" cy="510540"/>
          </a:xfrm>
          <a:prstGeom prst="rect"/>
        </p:spPr>
        <p:txBody>
          <a:bodyPr rtlCol="0" wrap="square">
            <a:spAutoFit/>
          </a:bodyPr>
          <a:p>
            <a:r>
              <a:rPr b="1" sz="2800" lang="en-US">
                <a:solidFill>
                  <a:srgbClr val="FFFFFF"/>
                </a:solidFill>
              </a:rPr>
              <a:t> </a:t>
            </a:r>
            <a:endParaRPr sz="2800" lang="en-US">
              <a:solidFill>
                <a:srgbClr val="000000"/>
              </a:solidFill>
            </a:endParaRPr>
          </a:p>
        </p:txBody>
      </p:sp>
      <p:sp>
        <p:nvSpPr>
          <p:cNvPr id="1048724" name=""/>
          <p:cNvSpPr txBox="1"/>
          <p:nvPr/>
        </p:nvSpPr>
        <p:spPr>
          <a:xfrm>
            <a:off x="953397" y="415700"/>
            <a:ext cx="6273945" cy="510540"/>
          </a:xfrm>
          <a:prstGeom prst="rect"/>
        </p:spPr>
        <p:txBody>
          <a:bodyPr rtlCol="0" wrap="square">
            <a:spAutoFit/>
          </a:bodyPr>
          <a:p>
            <a:r>
              <a:rPr b="1" sz="2800" lang="en-US">
                <a:solidFill>
                  <a:srgbClr val="FFFFFF"/>
                </a:solidFill>
              </a:rPr>
              <a:t>Q</a:t>
            </a:r>
            <a:r>
              <a:rPr b="1" sz="2800" lang="en-US">
                <a:solidFill>
                  <a:srgbClr val="FFFFFF"/>
                </a:solidFill>
              </a:rPr>
              <a:t>U</a:t>
            </a:r>
            <a:r>
              <a:rPr b="1" sz="2800" lang="en-US">
                <a:solidFill>
                  <a:srgbClr val="FFFFFF"/>
                </a:solidFill>
              </a:rPr>
              <a:t>A</a:t>
            </a:r>
            <a:r>
              <a:rPr b="1" sz="2800" lang="en-US">
                <a:solidFill>
                  <a:srgbClr val="FFFFFF"/>
                </a:solidFill>
              </a:rPr>
              <a:t>LITY </a:t>
            </a:r>
            <a:r>
              <a:rPr b="1" sz="2800" lang="en-US">
                <a:solidFill>
                  <a:srgbClr val="FFFFFF"/>
                </a:solidFill>
              </a:rPr>
              <a:t>ASSURANCE </a:t>
            </a:r>
            <a:r>
              <a:rPr b="1" sz="2800" lang="en-US">
                <a:solidFill>
                  <a:srgbClr val="FFFFFF"/>
                </a:solidFill>
              </a:rPr>
              <a:t>F</a:t>
            </a:r>
            <a:r>
              <a:rPr b="1" sz="2800" lang="en-US">
                <a:solidFill>
                  <a:srgbClr val="FFFFFF"/>
                </a:solidFill>
              </a:rPr>
              <a:t>L</a:t>
            </a:r>
            <a:r>
              <a:rPr b="1" sz="2800" lang="en-US">
                <a:solidFill>
                  <a:srgbClr val="FFFFFF"/>
                </a:solidFill>
              </a:rPr>
              <a:t>O</a:t>
            </a:r>
            <a:r>
              <a:rPr b="1" sz="2800" lang="en-US">
                <a:solidFill>
                  <a:srgbClr val="FFFFFF"/>
                </a:solidFill>
              </a:rPr>
              <a:t>W</a:t>
            </a:r>
            <a:r>
              <a:rPr b="1" sz="2800" lang="en-US">
                <a:solidFill>
                  <a:srgbClr val="FFFFFF"/>
                </a:solidFill>
              </a:rPr>
              <a:t>C</a:t>
            </a:r>
            <a:r>
              <a:rPr b="1" sz="2800" lang="en-US">
                <a:solidFill>
                  <a:srgbClr val="FFFFFF"/>
                </a:solidFill>
              </a:rPr>
              <a:t>H</a:t>
            </a:r>
            <a:r>
              <a:rPr b="1" sz="2800" lang="en-US">
                <a:solidFill>
                  <a:srgbClr val="FFFFFF"/>
                </a:solidFill>
              </a:rPr>
              <a:t>A</a:t>
            </a:r>
            <a:r>
              <a:rPr b="1" sz="2800" lang="en-US">
                <a:solidFill>
                  <a:srgbClr val="FFFFFF"/>
                </a:solidFill>
              </a:rPr>
              <a:t>RT </a:t>
            </a:r>
            <a:endParaRPr sz="2800" lang="en-US">
              <a:solidFill>
                <a:srgbClr val="000000"/>
              </a:solidFill>
            </a:endParaRPr>
          </a:p>
        </p:txBody>
      </p:sp>
      <p:sp>
        <p:nvSpPr>
          <p:cNvPr id="1048725" name=""/>
          <p:cNvSpPr/>
          <p:nvPr/>
        </p:nvSpPr>
        <p:spPr>
          <a:xfrm>
            <a:off x="591950" y="2254681"/>
            <a:ext cx="10781186" cy="3828001"/>
          </a:xfrm>
          <a:prstGeom prst="rightArrow"/>
          <a:solidFill>
            <a:srgbClr val="C0C0C0"/>
          </a:solidFill>
          <a:ln w="25400">
            <a:solidFill>
              <a:srgbClr val="3893E0"/>
            </a:solidFill>
          </a:ln>
        </p:spPr>
        <p:txBody>
          <a:bodyPr anchor="ctr"/>
          <a:p>
            <a:pPr algn="ctr"/>
            <a:endParaRPr lang="en-US"/>
          </a:p>
        </p:txBody>
      </p:sp>
      <p:sp>
        <p:nvSpPr>
          <p:cNvPr id="1048726" name=""/>
          <p:cNvSpPr/>
          <p:nvPr/>
        </p:nvSpPr>
        <p:spPr>
          <a:xfrm>
            <a:off x="1029891" y="1905000"/>
            <a:ext cx="2528370" cy="4463930"/>
          </a:xfrm>
          <a:prstGeom prst="rect"/>
          <a:solidFill>
            <a:srgbClr val="808080"/>
          </a:solidFill>
        </p:spPr>
        <p:txBody>
          <a:bodyPr anchor="ctr"/>
          <a:p>
            <a:pPr algn="l"/>
            <a:r>
              <a:rPr lang="en-US">
                <a:solidFill>
                  <a:srgbClr val="FFFFFF"/>
                </a:solidFill>
              </a:rPr>
              <a:t>1</a:t>
            </a:r>
            <a:r>
              <a:rPr lang="en-US">
                <a:solidFill>
                  <a:srgbClr val="FFFFFF"/>
                </a:solidFill>
              </a:rPr>
              <a:t>.</a:t>
            </a:r>
            <a:r>
              <a:rPr lang="en-US">
                <a:solidFill>
                  <a:srgbClr val="FFFFFF"/>
                </a:solidFill>
              </a:rPr>
              <a:t>Q</a:t>
            </a:r>
            <a:r>
              <a:rPr lang="en-US">
                <a:solidFill>
                  <a:srgbClr val="FFFFFF"/>
                </a:solidFill>
              </a:rPr>
              <a:t>u</a:t>
            </a:r>
            <a:r>
              <a:rPr lang="en-US">
                <a:solidFill>
                  <a:srgbClr val="FFFFFF"/>
                </a:solidFill>
              </a:rPr>
              <a:t>a</a:t>
            </a:r>
            <a:r>
              <a:rPr lang="en-US">
                <a:solidFill>
                  <a:srgbClr val="FFFFFF"/>
                </a:solidFill>
              </a:rPr>
              <a:t>l</a:t>
            </a:r>
            <a:r>
              <a:rPr lang="en-US">
                <a:solidFill>
                  <a:srgbClr val="FFFFFF"/>
                </a:solidFill>
              </a:rPr>
              <a:t>i</a:t>
            </a:r>
            <a:r>
              <a:rPr lang="en-US">
                <a:solidFill>
                  <a:srgbClr val="FFFFFF"/>
                </a:solidFill>
              </a:rPr>
              <a:t>t</a:t>
            </a:r>
            <a:r>
              <a:rPr lang="en-US">
                <a:solidFill>
                  <a:srgbClr val="FFFFFF"/>
                </a:solidFill>
              </a:rPr>
              <a:t>y</a:t>
            </a:r>
            <a:r>
              <a:rPr lang="en-US">
                <a:solidFill>
                  <a:srgbClr val="FFFFFF"/>
                </a:solidFill>
              </a:rPr>
              <a:t> </a:t>
            </a:r>
            <a:r>
              <a:rPr lang="en-US">
                <a:solidFill>
                  <a:srgbClr val="FFFFFF"/>
                </a:solidFill>
              </a:rPr>
              <a:t> </a:t>
            </a:r>
            <a:r>
              <a:rPr lang="en-US">
                <a:solidFill>
                  <a:srgbClr val="FFFFFF"/>
                </a:solidFill>
              </a:rPr>
              <a:t>m</a:t>
            </a:r>
            <a:r>
              <a:rPr lang="en-US">
                <a:solidFill>
                  <a:srgbClr val="FFFFFF"/>
                </a:solidFill>
              </a:rPr>
              <a:t>a</a:t>
            </a:r>
            <a:r>
              <a:rPr lang="en-US">
                <a:solidFill>
                  <a:srgbClr val="FFFFFF"/>
                </a:solidFill>
              </a:rPr>
              <a:t>n</a:t>
            </a:r>
            <a:r>
              <a:rPr lang="en-US">
                <a:solidFill>
                  <a:srgbClr val="FFFFFF"/>
                </a:solidFill>
              </a:rPr>
              <a:t>a</a:t>
            </a:r>
            <a:r>
              <a:rPr lang="en-US">
                <a:solidFill>
                  <a:srgbClr val="FFFFFF"/>
                </a:solidFill>
              </a:rPr>
              <a:t>gement </a:t>
            </a:r>
            <a:r>
              <a:rPr lang="en-US">
                <a:solidFill>
                  <a:srgbClr val="FFFFFF"/>
                </a:solidFill>
              </a:rPr>
              <a:t>p</a:t>
            </a:r>
            <a:r>
              <a:rPr lang="en-US">
                <a:solidFill>
                  <a:srgbClr val="FFFFFF"/>
                </a:solidFill>
              </a:rPr>
              <a:t>l</a:t>
            </a:r>
            <a:r>
              <a:rPr lang="en-US">
                <a:solidFill>
                  <a:srgbClr val="FFFFFF"/>
                </a:solidFill>
              </a:rPr>
              <a:t>a</a:t>
            </a:r>
            <a:r>
              <a:rPr lang="en-US">
                <a:solidFill>
                  <a:srgbClr val="FFFFFF"/>
                </a:solidFill>
              </a:rPr>
              <a:t>n</a:t>
            </a:r>
            <a:endParaRPr lang="en-US">
              <a:solidFill>
                <a:srgbClr val="FFFFFF"/>
              </a:solidFill>
            </a:endParaRPr>
          </a:p>
          <a:p>
            <a:pPr algn="l"/>
            <a:r>
              <a:rPr lang="en-US">
                <a:solidFill>
                  <a:srgbClr val="FFFFFF"/>
                </a:solidFill>
              </a:rPr>
              <a:t>2</a:t>
            </a:r>
            <a:r>
              <a:rPr lang="en-US">
                <a:solidFill>
                  <a:srgbClr val="FFFFFF"/>
                </a:solidFill>
              </a:rPr>
              <a:t>.</a:t>
            </a:r>
            <a:r>
              <a:rPr lang="en-US">
                <a:solidFill>
                  <a:srgbClr val="FFFFFF"/>
                </a:solidFill>
              </a:rPr>
              <a:t>R</a:t>
            </a:r>
            <a:r>
              <a:rPr lang="en-US">
                <a:solidFill>
                  <a:srgbClr val="FFFFFF"/>
                </a:solidFill>
              </a:rPr>
              <a:t>e</a:t>
            </a:r>
            <a:r>
              <a:rPr lang="en-US">
                <a:solidFill>
                  <a:srgbClr val="FFFFFF"/>
                </a:solidFill>
              </a:rPr>
              <a:t>s</a:t>
            </a:r>
            <a:r>
              <a:rPr lang="en-US">
                <a:solidFill>
                  <a:srgbClr val="FFFFFF"/>
                </a:solidFill>
              </a:rPr>
              <a:t>u</a:t>
            </a:r>
            <a:r>
              <a:rPr lang="en-US">
                <a:solidFill>
                  <a:srgbClr val="FFFFFF"/>
                </a:solidFill>
              </a:rPr>
              <a:t>l</a:t>
            </a:r>
            <a:r>
              <a:rPr lang="en-US">
                <a:solidFill>
                  <a:srgbClr val="FFFFFF"/>
                </a:solidFill>
              </a:rPr>
              <a:t>t</a:t>
            </a:r>
            <a:r>
              <a:rPr lang="en-US">
                <a:solidFill>
                  <a:srgbClr val="FFFFFF"/>
                </a:solidFill>
              </a:rPr>
              <a:t>s</a:t>
            </a:r>
            <a:r>
              <a:rPr lang="en-US">
                <a:solidFill>
                  <a:srgbClr val="FFFFFF"/>
                </a:solidFill>
              </a:rPr>
              <a:t> </a:t>
            </a:r>
            <a:r>
              <a:rPr lang="en-US">
                <a:solidFill>
                  <a:srgbClr val="FFFFFF"/>
                </a:solidFill>
              </a:rPr>
              <a:t>o</a:t>
            </a:r>
            <a:r>
              <a:rPr lang="en-US">
                <a:solidFill>
                  <a:srgbClr val="FFFFFF"/>
                </a:solidFill>
              </a:rPr>
              <a:t>f</a:t>
            </a:r>
            <a:r>
              <a:rPr lang="en-US">
                <a:solidFill>
                  <a:srgbClr val="FFFFFF"/>
                </a:solidFill>
              </a:rPr>
              <a:t> </a:t>
            </a:r>
            <a:r>
              <a:rPr lang="en-US">
                <a:solidFill>
                  <a:srgbClr val="FFFFFF"/>
                </a:solidFill>
              </a:rPr>
              <a:t>q</a:t>
            </a:r>
            <a:r>
              <a:rPr lang="en-US">
                <a:solidFill>
                  <a:srgbClr val="FFFFFF"/>
                </a:solidFill>
              </a:rPr>
              <a:t>uality </a:t>
            </a:r>
            <a:r>
              <a:rPr lang="en-US">
                <a:solidFill>
                  <a:srgbClr val="FFFFFF"/>
                </a:solidFill>
              </a:rPr>
              <a:t>c</a:t>
            </a:r>
            <a:r>
              <a:rPr lang="en-US">
                <a:solidFill>
                  <a:srgbClr val="FFFFFF"/>
                </a:solidFill>
              </a:rPr>
              <a:t>o</a:t>
            </a:r>
            <a:r>
              <a:rPr lang="en-US">
                <a:solidFill>
                  <a:srgbClr val="FFFFFF"/>
                </a:solidFill>
              </a:rPr>
              <a:t>n</a:t>
            </a:r>
            <a:r>
              <a:rPr lang="en-US">
                <a:solidFill>
                  <a:srgbClr val="FFFFFF"/>
                </a:solidFill>
              </a:rPr>
              <a:t>t</a:t>
            </a:r>
            <a:r>
              <a:rPr lang="en-US">
                <a:solidFill>
                  <a:srgbClr val="FFFFFF"/>
                </a:solidFill>
              </a:rPr>
              <a:t>rol </a:t>
            </a:r>
            <a:r>
              <a:rPr lang="en-US">
                <a:solidFill>
                  <a:srgbClr val="FFFFFF"/>
                </a:solidFill>
              </a:rPr>
              <a:t>m</a:t>
            </a:r>
            <a:r>
              <a:rPr lang="en-US">
                <a:solidFill>
                  <a:srgbClr val="FFFFFF"/>
                </a:solidFill>
              </a:rPr>
              <a:t>e</a:t>
            </a:r>
            <a:r>
              <a:rPr lang="en-US">
                <a:solidFill>
                  <a:srgbClr val="FFFFFF"/>
                </a:solidFill>
              </a:rPr>
              <a:t>a</a:t>
            </a:r>
            <a:r>
              <a:rPr lang="en-US">
                <a:solidFill>
                  <a:srgbClr val="FFFFFF"/>
                </a:solidFill>
              </a:rPr>
              <a:t>s</a:t>
            </a:r>
            <a:r>
              <a:rPr lang="en-US">
                <a:solidFill>
                  <a:srgbClr val="FFFFFF"/>
                </a:solidFill>
              </a:rPr>
              <a:t>u</a:t>
            </a:r>
            <a:r>
              <a:rPr lang="en-US">
                <a:solidFill>
                  <a:srgbClr val="FFFFFF"/>
                </a:solidFill>
              </a:rPr>
              <a:t>r</a:t>
            </a:r>
            <a:r>
              <a:rPr lang="en-US">
                <a:solidFill>
                  <a:srgbClr val="FFFFFF"/>
                </a:solidFill>
              </a:rPr>
              <a:t>e</a:t>
            </a:r>
            <a:r>
              <a:rPr lang="en-US">
                <a:solidFill>
                  <a:srgbClr val="FFFFFF"/>
                </a:solidFill>
              </a:rPr>
              <a:t>m</a:t>
            </a:r>
            <a:r>
              <a:rPr lang="en-US">
                <a:solidFill>
                  <a:srgbClr val="FFFFFF"/>
                </a:solidFill>
              </a:rPr>
              <a:t>ents </a:t>
            </a:r>
            <a:endParaRPr lang="en-US">
              <a:solidFill>
                <a:srgbClr val="FFFFFF"/>
              </a:solidFill>
            </a:endParaRPr>
          </a:p>
          <a:p>
            <a:pPr algn="l"/>
            <a:r>
              <a:rPr lang="en-US">
                <a:solidFill>
                  <a:srgbClr val="FFFFFF"/>
                </a:solidFill>
              </a:rPr>
              <a:t>3</a:t>
            </a:r>
            <a:r>
              <a:rPr lang="en-US">
                <a:solidFill>
                  <a:srgbClr val="FFFFFF"/>
                </a:solidFill>
              </a:rPr>
              <a:t>.</a:t>
            </a:r>
            <a:r>
              <a:rPr lang="en-US">
                <a:solidFill>
                  <a:srgbClr val="FFFFFF"/>
                </a:solidFill>
              </a:rPr>
              <a:t>O</a:t>
            </a:r>
            <a:r>
              <a:rPr lang="en-US">
                <a:solidFill>
                  <a:srgbClr val="FFFFFF"/>
                </a:solidFill>
              </a:rPr>
              <a:t>p</a:t>
            </a:r>
            <a:r>
              <a:rPr lang="en-US">
                <a:solidFill>
                  <a:srgbClr val="FFFFFF"/>
                </a:solidFill>
              </a:rPr>
              <a:t>e</a:t>
            </a:r>
            <a:r>
              <a:rPr lang="en-US">
                <a:solidFill>
                  <a:srgbClr val="FFFFFF"/>
                </a:solidFill>
              </a:rPr>
              <a:t>r</a:t>
            </a:r>
            <a:r>
              <a:rPr lang="en-US">
                <a:solidFill>
                  <a:srgbClr val="FFFFFF"/>
                </a:solidFill>
              </a:rPr>
              <a:t>a</a:t>
            </a:r>
            <a:r>
              <a:rPr lang="en-US">
                <a:solidFill>
                  <a:srgbClr val="FFFFFF"/>
                </a:solidFill>
              </a:rPr>
              <a:t>t</a:t>
            </a:r>
            <a:r>
              <a:rPr lang="en-US">
                <a:solidFill>
                  <a:srgbClr val="FFFFFF"/>
                </a:solidFill>
              </a:rPr>
              <a:t>i</a:t>
            </a:r>
            <a:r>
              <a:rPr lang="en-US">
                <a:solidFill>
                  <a:srgbClr val="FFFFFF"/>
                </a:solidFill>
              </a:rPr>
              <a:t>o</a:t>
            </a:r>
            <a:r>
              <a:rPr lang="en-US">
                <a:solidFill>
                  <a:srgbClr val="FFFFFF"/>
                </a:solidFill>
              </a:rPr>
              <a:t>n</a:t>
            </a:r>
            <a:r>
              <a:rPr lang="en-US">
                <a:solidFill>
                  <a:srgbClr val="FFFFFF"/>
                </a:solidFill>
              </a:rPr>
              <a:t>a</a:t>
            </a:r>
            <a:r>
              <a:rPr lang="en-US">
                <a:solidFill>
                  <a:srgbClr val="FFFFFF"/>
                </a:solidFill>
              </a:rPr>
              <a:t>l</a:t>
            </a:r>
            <a:r>
              <a:rPr lang="en-US">
                <a:solidFill>
                  <a:srgbClr val="FFFFFF"/>
                </a:solidFill>
              </a:rPr>
              <a:t> </a:t>
            </a:r>
            <a:r>
              <a:rPr lang="en-US">
                <a:solidFill>
                  <a:srgbClr val="FFFFFF"/>
                </a:solidFill>
              </a:rPr>
              <a:t>d</a:t>
            </a:r>
            <a:r>
              <a:rPr lang="en-US">
                <a:solidFill>
                  <a:srgbClr val="FFFFFF"/>
                </a:solidFill>
              </a:rPr>
              <a:t>e</a:t>
            </a:r>
            <a:r>
              <a:rPr lang="en-US">
                <a:solidFill>
                  <a:srgbClr val="FFFFFF"/>
                </a:solidFill>
              </a:rPr>
              <a:t>f</a:t>
            </a:r>
            <a:r>
              <a:rPr lang="en-US">
                <a:solidFill>
                  <a:srgbClr val="FFFFFF"/>
                </a:solidFill>
              </a:rPr>
              <a:t>i</a:t>
            </a:r>
            <a:r>
              <a:rPr lang="en-US">
                <a:solidFill>
                  <a:srgbClr val="FFFFFF"/>
                </a:solidFill>
              </a:rPr>
              <a:t>n</a:t>
            </a:r>
            <a:r>
              <a:rPr lang="en-US">
                <a:solidFill>
                  <a:srgbClr val="FFFFFF"/>
                </a:solidFill>
              </a:rPr>
              <a:t>ition </a:t>
            </a:r>
            <a:endParaRPr lang="en-US">
              <a:solidFill>
                <a:srgbClr val="FFFFFF"/>
              </a:solidFill>
            </a:endParaRPr>
          </a:p>
        </p:txBody>
      </p:sp>
      <p:sp>
        <p:nvSpPr>
          <p:cNvPr id="1048727" name=""/>
          <p:cNvSpPr/>
          <p:nvPr/>
        </p:nvSpPr>
        <p:spPr>
          <a:xfrm>
            <a:off x="3745575" y="1936715"/>
            <a:ext cx="2528370" cy="4463930"/>
          </a:xfrm>
          <a:prstGeom prst="rect"/>
          <a:solidFill>
            <a:srgbClr val="808080"/>
          </a:solidFill>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l"/>
            <a:r>
              <a:rPr lang="en-US">
                <a:solidFill>
                  <a:srgbClr val="FFFFFF"/>
                </a:solidFill>
              </a:rPr>
              <a:t>1.Quality </a:t>
            </a:r>
            <a:r>
              <a:rPr lang="en-US">
                <a:solidFill>
                  <a:srgbClr val="FFFFFF"/>
                </a:solidFill>
              </a:rPr>
              <a:t>p</a:t>
            </a:r>
            <a:r>
              <a:rPr lang="en-US">
                <a:solidFill>
                  <a:srgbClr val="FFFFFF"/>
                </a:solidFill>
              </a:rPr>
              <a:t>l</a:t>
            </a:r>
            <a:r>
              <a:rPr lang="en-US">
                <a:solidFill>
                  <a:srgbClr val="FFFFFF"/>
                </a:solidFill>
              </a:rPr>
              <a:t>a</a:t>
            </a:r>
            <a:r>
              <a:rPr lang="en-US">
                <a:solidFill>
                  <a:srgbClr val="FFFFFF"/>
                </a:solidFill>
              </a:rPr>
              <a:t>n</a:t>
            </a:r>
            <a:r>
              <a:rPr lang="en-US">
                <a:solidFill>
                  <a:srgbClr val="FFFFFF"/>
                </a:solidFill>
              </a:rPr>
              <a:t>ing </a:t>
            </a:r>
            <a:r>
              <a:rPr lang="en-US">
                <a:solidFill>
                  <a:srgbClr val="FFFFFF"/>
                </a:solidFill>
              </a:rPr>
              <a:t>t</a:t>
            </a:r>
            <a:r>
              <a:rPr lang="en-US">
                <a:solidFill>
                  <a:srgbClr val="FFFFFF"/>
                </a:solidFill>
              </a:rPr>
              <a:t>o</a:t>
            </a:r>
            <a:r>
              <a:rPr lang="en-US">
                <a:solidFill>
                  <a:srgbClr val="FFFFFF"/>
                </a:solidFill>
              </a:rPr>
              <a:t>o</a:t>
            </a:r>
            <a:r>
              <a:rPr lang="en-US">
                <a:solidFill>
                  <a:srgbClr val="FFFFFF"/>
                </a:solidFill>
              </a:rPr>
              <a:t>l</a:t>
            </a:r>
            <a:r>
              <a:rPr lang="en-US">
                <a:solidFill>
                  <a:srgbClr val="FFFFFF"/>
                </a:solidFill>
              </a:rPr>
              <a:t>s</a:t>
            </a:r>
            <a:r>
              <a:rPr lang="en-US">
                <a:solidFill>
                  <a:srgbClr val="FFFFFF"/>
                </a:solidFill>
              </a:rPr>
              <a:t> </a:t>
            </a:r>
            <a:r>
              <a:rPr lang="en-US">
                <a:solidFill>
                  <a:srgbClr val="FFFFFF"/>
                </a:solidFill>
              </a:rPr>
              <a:t>a</a:t>
            </a:r>
            <a:r>
              <a:rPr lang="en-US">
                <a:solidFill>
                  <a:srgbClr val="FFFFFF"/>
                </a:solidFill>
              </a:rPr>
              <a:t>n</a:t>
            </a:r>
            <a:r>
              <a:rPr lang="en-US">
                <a:solidFill>
                  <a:srgbClr val="FFFFFF"/>
                </a:solidFill>
              </a:rPr>
              <a:t>d</a:t>
            </a:r>
            <a:r>
              <a:rPr lang="en-US">
                <a:solidFill>
                  <a:srgbClr val="FFFFFF"/>
                </a:solidFill>
              </a:rPr>
              <a:t> </a:t>
            </a:r>
            <a:r>
              <a:rPr lang="en-US">
                <a:solidFill>
                  <a:srgbClr val="FFFFFF"/>
                </a:solidFill>
              </a:rPr>
              <a:t>t</a:t>
            </a:r>
            <a:r>
              <a:rPr lang="en-US">
                <a:solidFill>
                  <a:srgbClr val="FFFFFF"/>
                </a:solidFill>
              </a:rPr>
              <a:t>e</a:t>
            </a:r>
            <a:r>
              <a:rPr lang="en-US">
                <a:solidFill>
                  <a:srgbClr val="FFFFFF"/>
                </a:solidFill>
              </a:rPr>
              <a:t>c</a:t>
            </a:r>
            <a:r>
              <a:rPr lang="en-US">
                <a:solidFill>
                  <a:srgbClr val="FFFFFF"/>
                </a:solidFill>
              </a:rPr>
              <a:t>h</a:t>
            </a:r>
            <a:r>
              <a:rPr lang="en-US">
                <a:solidFill>
                  <a:srgbClr val="FFFFFF"/>
                </a:solidFill>
              </a:rPr>
              <a:t>n</a:t>
            </a:r>
            <a:r>
              <a:rPr lang="en-US">
                <a:solidFill>
                  <a:srgbClr val="FFFFFF"/>
                </a:solidFill>
              </a:rPr>
              <a:t>i</a:t>
            </a:r>
            <a:r>
              <a:rPr lang="en-US">
                <a:solidFill>
                  <a:srgbClr val="FFFFFF"/>
                </a:solidFill>
              </a:rPr>
              <a:t>q</a:t>
            </a:r>
            <a:r>
              <a:rPr lang="en-US">
                <a:solidFill>
                  <a:srgbClr val="FFFFFF"/>
                </a:solidFill>
              </a:rPr>
              <a:t>ues </a:t>
            </a:r>
            <a:endParaRPr lang="en-US">
              <a:solidFill>
                <a:srgbClr val="FFFFFF"/>
              </a:solidFill>
            </a:endParaRPr>
          </a:p>
          <a:p>
            <a:pPr algn="l"/>
            <a:r>
              <a:rPr lang="en-US">
                <a:solidFill>
                  <a:srgbClr val="FFFFFF"/>
                </a:solidFill>
              </a:rPr>
              <a:t>2</a:t>
            </a:r>
            <a:r>
              <a:rPr lang="en-US">
                <a:solidFill>
                  <a:srgbClr val="FFFFFF"/>
                </a:solidFill>
              </a:rPr>
              <a:t>.</a:t>
            </a:r>
            <a:r>
              <a:rPr lang="en-US">
                <a:solidFill>
                  <a:srgbClr val="FFFFFF"/>
                </a:solidFill>
              </a:rPr>
              <a:t>Q</a:t>
            </a:r>
            <a:r>
              <a:rPr lang="en-US">
                <a:solidFill>
                  <a:srgbClr val="FFFFFF"/>
                </a:solidFill>
              </a:rPr>
              <a:t>u</a:t>
            </a:r>
            <a:r>
              <a:rPr lang="en-US">
                <a:solidFill>
                  <a:srgbClr val="FFFFFF"/>
                </a:solidFill>
              </a:rPr>
              <a:t>a</a:t>
            </a:r>
            <a:r>
              <a:rPr lang="en-US">
                <a:solidFill>
                  <a:srgbClr val="FFFFFF"/>
                </a:solidFill>
              </a:rPr>
              <a:t>l</a:t>
            </a:r>
            <a:r>
              <a:rPr lang="en-US">
                <a:solidFill>
                  <a:srgbClr val="FFFFFF"/>
                </a:solidFill>
              </a:rPr>
              <a:t>i</a:t>
            </a:r>
            <a:r>
              <a:rPr lang="en-US">
                <a:solidFill>
                  <a:srgbClr val="FFFFFF"/>
                </a:solidFill>
              </a:rPr>
              <a:t>t</a:t>
            </a:r>
            <a:r>
              <a:rPr lang="en-US">
                <a:solidFill>
                  <a:srgbClr val="FFFFFF"/>
                </a:solidFill>
              </a:rPr>
              <a:t>y</a:t>
            </a:r>
            <a:r>
              <a:rPr lang="en-US">
                <a:solidFill>
                  <a:srgbClr val="FFFFFF"/>
                </a:solidFill>
              </a:rPr>
              <a:t> </a:t>
            </a:r>
            <a:r>
              <a:rPr lang="en-US">
                <a:solidFill>
                  <a:srgbClr val="FFFFFF"/>
                </a:solidFill>
              </a:rPr>
              <a:t>a</a:t>
            </a:r>
            <a:r>
              <a:rPr lang="en-US">
                <a:solidFill>
                  <a:srgbClr val="FFFFFF"/>
                </a:solidFill>
              </a:rPr>
              <a:t>u</a:t>
            </a:r>
            <a:r>
              <a:rPr lang="en-US">
                <a:solidFill>
                  <a:srgbClr val="FFFFFF"/>
                </a:solidFill>
              </a:rPr>
              <a:t>d</a:t>
            </a:r>
            <a:r>
              <a:rPr lang="en-US">
                <a:solidFill>
                  <a:srgbClr val="FFFFFF"/>
                </a:solidFill>
              </a:rPr>
              <a:t>i</a:t>
            </a:r>
            <a:r>
              <a:rPr lang="en-US">
                <a:solidFill>
                  <a:srgbClr val="FFFFFF"/>
                </a:solidFill>
              </a:rPr>
              <a:t>t</a:t>
            </a:r>
            <a:r>
              <a:rPr lang="en-US">
                <a:solidFill>
                  <a:srgbClr val="FFFFFF"/>
                </a:solidFill>
              </a:rPr>
              <a:t>s</a:t>
            </a:r>
            <a:endParaRPr lang="en-US">
              <a:solidFill>
                <a:srgbClr val="FFFFFF"/>
              </a:solidFill>
            </a:endParaRPr>
          </a:p>
        </p:txBody>
      </p:sp>
      <p:sp>
        <p:nvSpPr>
          <p:cNvPr id="1048728" name=""/>
          <p:cNvSpPr/>
          <p:nvPr/>
        </p:nvSpPr>
        <p:spPr>
          <a:xfrm>
            <a:off x="6461258" y="1936715"/>
            <a:ext cx="2528370" cy="4463930"/>
          </a:xfrm>
          <a:prstGeom prst="rect"/>
          <a:solidFill>
            <a:srgbClr val="808080"/>
          </a:solidFill>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l"/>
            <a:r>
              <a:rPr lang="en-US">
                <a:solidFill>
                  <a:srgbClr val="FFFFFF"/>
                </a:solidFill>
              </a:rPr>
              <a:t>1.Quality </a:t>
            </a:r>
            <a:r>
              <a:rPr lang="en-US">
                <a:solidFill>
                  <a:srgbClr val="FFFFFF"/>
                </a:solidFill>
              </a:rPr>
              <a:t>i</a:t>
            </a:r>
            <a:r>
              <a:rPr lang="en-US">
                <a:solidFill>
                  <a:srgbClr val="FFFFFF"/>
                </a:solidFill>
              </a:rPr>
              <a:t>m</a:t>
            </a:r>
            <a:r>
              <a:rPr lang="en-US">
                <a:solidFill>
                  <a:srgbClr val="FFFFFF"/>
                </a:solidFill>
              </a:rPr>
              <a:t>p</a:t>
            </a:r>
            <a:r>
              <a:rPr lang="en-US">
                <a:solidFill>
                  <a:srgbClr val="FFFFFF"/>
                </a:solidFill>
              </a:rPr>
              <a:t>r</a:t>
            </a:r>
            <a:r>
              <a:rPr lang="en-US">
                <a:solidFill>
                  <a:srgbClr val="FFFFFF"/>
                </a:solidFill>
              </a:rPr>
              <a:t>o</a:t>
            </a:r>
            <a:r>
              <a:rPr lang="en-US">
                <a:solidFill>
                  <a:srgbClr val="FFFFFF"/>
                </a:solidFill>
              </a:rPr>
              <a:t>vement </a:t>
            </a:r>
            <a:endParaRPr lang="en-US">
              <a:solidFill>
                <a:srgbClr val="FFFFFF"/>
              </a:solidFill>
            </a:endParaRPr>
          </a:p>
        </p:txBody>
      </p:sp>
      <p:sp>
        <p:nvSpPr>
          <p:cNvPr id="1048729" name=""/>
          <p:cNvSpPr/>
          <p:nvPr/>
        </p:nvSpPr>
        <p:spPr>
          <a:xfrm>
            <a:off x="1147196" y="2253053"/>
            <a:ext cx="2293761" cy="1175947"/>
          </a:xfrm>
          <a:prstGeom prst="rect"/>
          <a:solidFill>
            <a:srgbClr val="FFFFFF"/>
          </a:solidFill>
          <a:ln w="25400">
            <a:solidFill>
              <a:srgbClr val="666666"/>
            </a:solidFill>
          </a:ln>
        </p:spPr>
        <p:txBody>
          <a:bodyPr anchor="ctr"/>
          <a:p>
            <a:pPr algn="ctr"/>
            <a:r>
              <a:rPr b="1" lang="en-US"/>
              <a:t>I</a:t>
            </a:r>
            <a:r>
              <a:rPr b="1" lang="en-US"/>
              <a:t>N</a:t>
            </a:r>
            <a:r>
              <a:rPr b="1" lang="en-US"/>
              <a:t>P</a:t>
            </a:r>
            <a:r>
              <a:rPr b="1" lang="en-US"/>
              <a:t>U</a:t>
            </a:r>
            <a:r>
              <a:rPr b="1" lang="en-US"/>
              <a:t>TS </a:t>
            </a:r>
            <a:endParaRPr lang="en-US"/>
          </a:p>
        </p:txBody>
      </p:sp>
      <p:sp>
        <p:nvSpPr>
          <p:cNvPr id="1048730" name=""/>
          <p:cNvSpPr/>
          <p:nvPr/>
        </p:nvSpPr>
        <p:spPr>
          <a:xfrm>
            <a:off x="3862880" y="2253052"/>
            <a:ext cx="2293761" cy="1175947"/>
          </a:xfrm>
          <a:prstGeom prst="rect"/>
          <a:solidFill>
            <a:srgbClr val="FFFFFF"/>
          </a:solidFill>
          <a:ln w="25400">
            <a:solidFill>
              <a:srgbClr val="666666"/>
            </a:solidFill>
          </a:ln>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ctr"/>
            <a:r>
              <a:rPr b="1" lang="en-US"/>
              <a:t>T</a:t>
            </a:r>
            <a:r>
              <a:rPr b="1" lang="en-US"/>
              <a:t>O</a:t>
            </a:r>
            <a:r>
              <a:rPr b="1" lang="en-US"/>
              <a:t>O</a:t>
            </a:r>
            <a:r>
              <a:rPr b="1" lang="en-US"/>
              <a:t>L</a:t>
            </a:r>
            <a:r>
              <a:rPr b="1" lang="en-US"/>
              <a:t>S </a:t>
            </a:r>
            <a:r>
              <a:rPr b="1" lang="en-US"/>
              <a:t>&amp;</a:t>
            </a:r>
            <a:r>
              <a:rPr b="1" lang="en-US"/>
              <a:t> </a:t>
            </a:r>
            <a:r>
              <a:rPr b="1" lang="en-US"/>
              <a:t>T</a:t>
            </a:r>
            <a:r>
              <a:rPr b="1" lang="en-US"/>
              <a:t>E</a:t>
            </a:r>
            <a:r>
              <a:rPr b="1" lang="en-US"/>
              <a:t>C</a:t>
            </a:r>
            <a:r>
              <a:rPr b="1" lang="en-US"/>
              <a:t>H</a:t>
            </a:r>
            <a:r>
              <a:rPr b="1" lang="en-US"/>
              <a:t>N</a:t>
            </a:r>
            <a:r>
              <a:rPr b="1" lang="en-US"/>
              <a:t>I</a:t>
            </a:r>
            <a:r>
              <a:rPr b="1" lang="en-US"/>
              <a:t>Q</a:t>
            </a:r>
            <a:r>
              <a:rPr b="1" lang="en-US"/>
              <a:t>U</a:t>
            </a:r>
            <a:r>
              <a:rPr b="1" lang="en-US"/>
              <a:t>ES </a:t>
            </a:r>
            <a:endParaRPr lang="en-US"/>
          </a:p>
        </p:txBody>
      </p:sp>
      <p:sp>
        <p:nvSpPr>
          <p:cNvPr id="1048731" name=""/>
          <p:cNvSpPr/>
          <p:nvPr/>
        </p:nvSpPr>
        <p:spPr>
          <a:xfrm>
            <a:off x="6590818" y="2253053"/>
            <a:ext cx="2246422" cy="1175947"/>
          </a:xfrm>
          <a:prstGeom prst="rect"/>
          <a:solidFill>
            <a:srgbClr val="FFFFFF"/>
          </a:solidFill>
          <a:ln w="25400">
            <a:solidFill>
              <a:srgbClr val="666666"/>
            </a:solidFill>
          </a:ln>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ctr"/>
            <a:r>
              <a:rPr b="1" lang="en-US"/>
              <a:t>O</a:t>
            </a:r>
            <a:r>
              <a:rPr b="1" lang="en-US"/>
              <a:t>U</a:t>
            </a:r>
            <a:r>
              <a:rPr b="1" lang="en-US"/>
              <a:t>T</a:t>
            </a:r>
            <a:r>
              <a:rPr b="1" lang="en-US"/>
              <a:t>P</a:t>
            </a:r>
            <a:r>
              <a:rPr b="1" lang="en-US"/>
              <a:t>U</a:t>
            </a:r>
            <a:r>
              <a:rPr b="1" lang="en-US"/>
              <a:t>T</a:t>
            </a:r>
            <a:r>
              <a:rPr b="1" lang="en-US"/>
              <a:t>S</a:t>
            </a:r>
            <a:endParaRPr lang="en-US"/>
          </a:p>
        </p:txBody>
      </p:sp>
    </p:spTree>
  </p:cSld>
  <p:clrMapOvr>
    <a:masterClrMapping/>
  </p:clrMapOvr>
  <p:transition spd="slow" advClick="1">
    <p:wipe dir="l"/>
  </p:transition>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133" name=""/>
        <p:cNvGrpSpPr/>
        <p:nvPr/>
      </p:nvGrpSpPr>
      <p:grpSpPr>
        <a:xfrm>
          <a:off x="0" y="0"/>
          <a:ext cx="0" cy="0"/>
          <a:chOff x="0" y="0"/>
          <a:chExt cx="0" cy="0"/>
        </a:xfrm>
      </p:grpSpPr>
      <p:sp>
        <p:nvSpPr>
          <p:cNvPr id="1048732" name=""/>
          <p:cNvSpPr txBox="1"/>
          <p:nvPr/>
        </p:nvSpPr>
        <p:spPr>
          <a:xfrm>
            <a:off x="2911867" y="220644"/>
            <a:ext cx="5653887" cy="510540"/>
          </a:xfrm>
          <a:prstGeom prst="rect"/>
        </p:spPr>
        <p:txBody>
          <a:bodyPr rtlCol="0" wrap="square">
            <a:spAutoFit/>
          </a:bodyPr>
          <a:p>
            <a:r>
              <a:rPr b="1" sz="2800" lang="en-US">
                <a:solidFill>
                  <a:srgbClr val="FFFFFF"/>
                </a:solidFill>
              </a:rPr>
              <a:t>Q</a:t>
            </a:r>
            <a:r>
              <a:rPr b="1" sz="2800" lang="en-US">
                <a:solidFill>
                  <a:srgbClr val="FFFFFF"/>
                </a:solidFill>
              </a:rPr>
              <a:t>U</a:t>
            </a:r>
            <a:r>
              <a:rPr b="1" sz="2800" lang="en-US">
                <a:solidFill>
                  <a:srgbClr val="FFFFFF"/>
                </a:solidFill>
              </a:rPr>
              <a:t>A</a:t>
            </a:r>
            <a:r>
              <a:rPr b="1" sz="2800" lang="en-US">
                <a:solidFill>
                  <a:srgbClr val="FFFFFF"/>
                </a:solidFill>
              </a:rPr>
              <a:t>LITY </a:t>
            </a:r>
            <a:r>
              <a:rPr b="1" sz="2800" lang="en-US">
                <a:solidFill>
                  <a:srgbClr val="FFFFFF"/>
                </a:solidFill>
              </a:rPr>
              <a:t>A</a:t>
            </a:r>
            <a:r>
              <a:rPr b="1" sz="2800" lang="en-US">
                <a:solidFill>
                  <a:srgbClr val="FFFFFF"/>
                </a:solidFill>
              </a:rPr>
              <a:t>S</a:t>
            </a:r>
            <a:r>
              <a:rPr b="1" sz="2800" lang="en-US">
                <a:solidFill>
                  <a:srgbClr val="FFFFFF"/>
                </a:solidFill>
              </a:rPr>
              <a:t>S</a:t>
            </a:r>
            <a:r>
              <a:rPr b="1" sz="2800" lang="en-US">
                <a:solidFill>
                  <a:srgbClr val="FFFFFF"/>
                </a:solidFill>
              </a:rPr>
              <a:t>U</a:t>
            </a:r>
            <a:r>
              <a:rPr b="1" sz="2800" lang="en-US">
                <a:solidFill>
                  <a:srgbClr val="FFFFFF"/>
                </a:solidFill>
              </a:rPr>
              <a:t>R</a:t>
            </a:r>
            <a:r>
              <a:rPr b="1" sz="2800" lang="en-US">
                <a:solidFill>
                  <a:srgbClr val="FFFFFF"/>
                </a:solidFill>
              </a:rPr>
              <a:t>ANCE </a:t>
            </a:r>
            <a:r>
              <a:rPr b="1" sz="2800" lang="en-US">
                <a:solidFill>
                  <a:srgbClr val="FFFFFF"/>
                </a:solidFill>
              </a:rPr>
              <a:t>I</a:t>
            </a:r>
            <a:r>
              <a:rPr b="1" sz="2800" lang="en-US">
                <a:solidFill>
                  <a:srgbClr val="FFFFFF"/>
                </a:solidFill>
              </a:rPr>
              <a:t>N</a:t>
            </a:r>
            <a:r>
              <a:rPr b="1" sz="2800" lang="en-US">
                <a:solidFill>
                  <a:srgbClr val="FFFFFF"/>
                </a:solidFill>
              </a:rPr>
              <a:t>P</a:t>
            </a:r>
            <a:r>
              <a:rPr b="1" sz="2800" lang="en-US">
                <a:solidFill>
                  <a:srgbClr val="FFFFFF"/>
                </a:solidFill>
              </a:rPr>
              <a:t>U</a:t>
            </a:r>
            <a:r>
              <a:rPr b="1" sz="2800" lang="en-US">
                <a:solidFill>
                  <a:srgbClr val="FFFFFF"/>
                </a:solidFill>
              </a:rPr>
              <a:t>TS </a:t>
            </a:r>
            <a:endParaRPr sz="2800" lang="en-US">
              <a:solidFill>
                <a:srgbClr val="000000"/>
              </a:solidFill>
            </a:endParaRPr>
          </a:p>
        </p:txBody>
      </p:sp>
      <p:sp>
        <p:nvSpPr>
          <p:cNvPr id="1048733" name=""/>
          <p:cNvSpPr txBox="1"/>
          <p:nvPr/>
        </p:nvSpPr>
        <p:spPr>
          <a:xfrm>
            <a:off x="2042240" y="1739843"/>
            <a:ext cx="9221432" cy="3444240"/>
          </a:xfrm>
          <a:prstGeom prst="rect"/>
        </p:spPr>
        <p:txBody>
          <a:bodyPr rtlCol="0" wrap="square">
            <a:spAutoFit/>
          </a:bodyPr>
          <a:p>
            <a:r>
              <a:rPr sz="2800" lang="en-US">
                <a:solidFill>
                  <a:srgbClr val="FFFFFF"/>
                </a:solidFill>
              </a:rPr>
              <a:t>•</a:t>
            </a:r>
            <a:r>
              <a:rPr sz="2800" lang="en-US">
                <a:solidFill>
                  <a:srgbClr val="FFFFFF"/>
                </a:solidFill>
              </a:rPr>
              <a:t>Quality management plan as previously described</a:t>
            </a:r>
            <a:endParaRPr sz="2800" lang="en-US">
              <a:solidFill>
                <a:srgbClr val="000000"/>
              </a:solidFill>
            </a:endParaRPr>
          </a:p>
          <a:p>
            <a:endParaRPr sz="2800" lang="en-US">
              <a:solidFill>
                <a:srgbClr val="000000"/>
              </a:solidFill>
            </a:endParaRPr>
          </a:p>
          <a:p>
            <a:r>
              <a:rPr sz="2800" lang="en-US">
                <a:solidFill>
                  <a:srgbClr val="FFFFFF"/>
                </a:solidFill>
              </a:rPr>
              <a:t>•</a:t>
            </a:r>
            <a:r>
              <a:rPr sz="2800" lang="en-US">
                <a:solidFill>
                  <a:srgbClr val="FFFFFF"/>
                </a:solidFill>
              </a:rPr>
              <a:t>Results of quality control measurements which are records of quality control testing and measurement in a format of comparison or analysis</a:t>
            </a:r>
            <a:endParaRPr sz="2800" lang="en-US">
              <a:solidFill>
                <a:srgbClr val="000000"/>
              </a:solidFill>
            </a:endParaRPr>
          </a:p>
          <a:p>
            <a:endParaRPr sz="2800" lang="en-US">
              <a:solidFill>
                <a:srgbClr val="000000"/>
              </a:solidFill>
            </a:endParaRPr>
          </a:p>
          <a:p>
            <a:r>
              <a:rPr sz="2800" lang="en-US">
                <a:solidFill>
                  <a:srgbClr val="FFFFFF"/>
                </a:solidFill>
              </a:rPr>
              <a:t>•</a:t>
            </a:r>
            <a:r>
              <a:rPr sz="2800" lang="en-US">
                <a:solidFill>
                  <a:srgbClr val="FFFFFF"/>
                </a:solidFill>
              </a:rPr>
              <a:t>Operational definitions as previously described in the output of the Quality Planning</a:t>
            </a:r>
            <a:endParaRPr sz="2800" lang="en-US">
              <a:solidFill>
                <a:srgbClr val="000000"/>
              </a:solidFill>
            </a:endParaRPr>
          </a:p>
        </p:txBody>
      </p:sp>
    </p:spTree>
  </p:cSld>
  <p:clrMapOvr>
    <a:overrideClrMapping accent1="accent1" accent2="accent2" accent3="accent3" accent4="accent4" accent5="accent5" accent6="accent6" bg1="lt1" bg2="dk2" tx1="dk1" tx2="lt2"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134" name=""/>
        <p:cNvGrpSpPr/>
        <p:nvPr/>
      </p:nvGrpSpPr>
      <p:grpSpPr>
        <a:xfrm>
          <a:off x="0" y="0"/>
          <a:ext cx="0" cy="0"/>
          <a:chOff x="0" y="0"/>
          <a:chExt cx="0" cy="0"/>
        </a:xfrm>
      </p:grpSpPr>
      <p:sp>
        <p:nvSpPr>
          <p:cNvPr id="1048734" name=""/>
          <p:cNvSpPr txBox="1"/>
          <p:nvPr/>
        </p:nvSpPr>
        <p:spPr>
          <a:xfrm>
            <a:off x="3677303" y="528415"/>
            <a:ext cx="6914346" cy="510540"/>
          </a:xfrm>
          <a:prstGeom prst="rect"/>
        </p:spPr>
        <p:txBody>
          <a:bodyPr rtlCol="0" wrap="square">
            <a:spAutoFit/>
          </a:bodyPr>
          <a:p>
            <a:r>
              <a:rPr b="1" sz="2800" lang="en-US">
                <a:solidFill>
                  <a:srgbClr val="FFFFFF"/>
                </a:solidFill>
              </a:rPr>
              <a:t>T</a:t>
            </a:r>
            <a:r>
              <a:rPr b="1" sz="2800" lang="en-US">
                <a:solidFill>
                  <a:srgbClr val="FFFFFF"/>
                </a:solidFill>
              </a:rPr>
              <a:t>O</a:t>
            </a:r>
            <a:r>
              <a:rPr b="1" sz="2800" lang="en-US">
                <a:solidFill>
                  <a:srgbClr val="FFFFFF"/>
                </a:solidFill>
              </a:rPr>
              <a:t>O</a:t>
            </a:r>
            <a:r>
              <a:rPr b="1" sz="2800" lang="en-US">
                <a:solidFill>
                  <a:srgbClr val="FFFFFF"/>
                </a:solidFill>
              </a:rPr>
              <a:t>L</a:t>
            </a:r>
            <a:r>
              <a:rPr b="1" sz="2800" lang="en-US">
                <a:solidFill>
                  <a:srgbClr val="FFFFFF"/>
                </a:solidFill>
              </a:rPr>
              <a:t>S </a:t>
            </a:r>
            <a:r>
              <a:rPr b="1" sz="2800" lang="en-US">
                <a:solidFill>
                  <a:srgbClr val="FFFFFF"/>
                </a:solidFill>
              </a:rPr>
              <a:t>AND </a:t>
            </a:r>
            <a:r>
              <a:rPr b="1" sz="2800" lang="en-US">
                <a:solidFill>
                  <a:srgbClr val="FFFFFF"/>
                </a:solidFill>
              </a:rPr>
              <a:t>TECHNIQUES </a:t>
            </a:r>
            <a:endParaRPr sz="2800" lang="en-US">
              <a:solidFill>
                <a:srgbClr val="000000"/>
              </a:solidFill>
            </a:endParaRPr>
          </a:p>
        </p:txBody>
      </p:sp>
      <p:sp>
        <p:nvSpPr>
          <p:cNvPr id="1048735" name=""/>
          <p:cNvSpPr txBox="1"/>
          <p:nvPr/>
        </p:nvSpPr>
        <p:spPr>
          <a:xfrm>
            <a:off x="373183" y="1427719"/>
            <a:ext cx="9352149" cy="4282440"/>
          </a:xfrm>
          <a:prstGeom prst="rect"/>
        </p:spPr>
        <p:txBody>
          <a:bodyPr rtlCol="0" wrap="square">
            <a:spAutoFit/>
          </a:bodyPr>
          <a:p>
            <a:r>
              <a:rPr sz="2800" lang="en-US">
                <a:solidFill>
                  <a:srgbClr val="FFFFFF"/>
                </a:solidFill>
              </a:rPr>
              <a:t>•</a:t>
            </a:r>
            <a:r>
              <a:rPr sz="2800" lang="en-US">
                <a:solidFill>
                  <a:srgbClr val="FFFFFF"/>
                </a:solidFill>
              </a:rPr>
              <a:t>Quality Planning tools and techniques, which can be used for quality assurance as well</a:t>
            </a:r>
            <a:endParaRPr sz="2800" lang="en-US">
              <a:solidFill>
                <a:srgbClr val="000000"/>
              </a:solidFill>
            </a:endParaRPr>
          </a:p>
          <a:p>
            <a:endParaRPr sz="2800" lang="en-US">
              <a:solidFill>
                <a:srgbClr val="000000"/>
              </a:solidFill>
            </a:endParaRPr>
          </a:p>
          <a:p>
            <a:r>
              <a:rPr sz="2800" lang="en-US">
                <a:solidFill>
                  <a:srgbClr val="FFFFFF"/>
                </a:solidFill>
              </a:rPr>
              <a:t>•</a:t>
            </a:r>
            <a:r>
              <a:rPr sz="2800" lang="en-US">
                <a:solidFill>
                  <a:srgbClr val="FFFFFF"/>
                </a:solidFill>
              </a:rPr>
              <a:t>Quality Audits which are a structured review of other quality management activities:</a:t>
            </a:r>
            <a:endParaRPr sz="2800" lang="en-US">
              <a:solidFill>
                <a:srgbClr val="000000"/>
              </a:solidFill>
            </a:endParaRPr>
          </a:p>
          <a:p>
            <a:endParaRPr sz="2800" lang="en-US">
              <a:solidFill>
                <a:srgbClr val="000000"/>
              </a:solidFill>
            </a:endParaRPr>
          </a:p>
          <a:p>
            <a:r>
              <a:rPr sz="2800" lang="en-US">
                <a:solidFill>
                  <a:srgbClr val="FFFFFF"/>
                </a:solidFill>
              </a:rPr>
              <a:t>-</a:t>
            </a:r>
            <a:r>
              <a:rPr sz="2800" lang="en-US">
                <a:solidFill>
                  <a:srgbClr val="FFFFFF"/>
                </a:solidFill>
              </a:rPr>
              <a:t>they may be timely or carried out randomly</a:t>
            </a:r>
            <a:endParaRPr sz="2800" lang="en-US">
              <a:solidFill>
                <a:srgbClr val="000000"/>
              </a:solidFill>
            </a:endParaRPr>
          </a:p>
          <a:p>
            <a:r>
              <a:rPr sz="2800" lang="en-US">
                <a:solidFill>
                  <a:srgbClr val="FFFFFF"/>
                </a:solidFill>
              </a:rPr>
              <a:t>-</a:t>
            </a:r>
            <a:r>
              <a:rPr sz="2800" lang="en-US">
                <a:solidFill>
                  <a:srgbClr val="FFFFFF"/>
                </a:solidFill>
              </a:rPr>
              <a:t>They may be carried out by properly trained Internal- auditors or by third parties such as quality systems registration agencies</a:t>
            </a:r>
            <a:endParaRPr sz="2800" lang="en-US">
              <a:solidFill>
                <a:srgbClr val="000000"/>
              </a:solidFill>
            </a:endParaRPr>
          </a:p>
        </p:txBody>
      </p:sp>
    </p:spTree>
  </p:cSld>
  <p:clrMapOvr>
    <a:overrideClrMapping accent1="accent1" accent2="accent2" accent3="accent3" accent4="accent4" accent5="accent5" accent6="accent6" bg1="lt1" bg2="dk2" tx1="dk1" tx2="lt2"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135" name=""/>
        <p:cNvGrpSpPr/>
        <p:nvPr/>
      </p:nvGrpSpPr>
      <p:grpSpPr>
        <a:xfrm>
          <a:off x="0" y="0"/>
          <a:ext cx="0" cy="0"/>
          <a:chOff x="0" y="0"/>
          <a:chExt cx="0" cy="0"/>
        </a:xfrm>
      </p:grpSpPr>
      <p:sp>
        <p:nvSpPr>
          <p:cNvPr id="1048736" name=""/>
          <p:cNvSpPr txBox="1"/>
          <p:nvPr/>
        </p:nvSpPr>
        <p:spPr>
          <a:xfrm>
            <a:off x="2670451" y="307256"/>
            <a:ext cx="6324906" cy="510540"/>
          </a:xfrm>
          <a:prstGeom prst="rect"/>
        </p:spPr>
        <p:txBody>
          <a:bodyPr rtlCol="0" wrap="square">
            <a:spAutoFit/>
          </a:bodyPr>
          <a:p>
            <a:r>
              <a:rPr b="1" sz="2800" lang="en-US">
                <a:solidFill>
                  <a:srgbClr val="FFFFFF"/>
                </a:solidFill>
              </a:rPr>
              <a:t>Q</a:t>
            </a:r>
            <a:r>
              <a:rPr b="1" sz="2800" lang="en-US">
                <a:solidFill>
                  <a:srgbClr val="FFFFFF"/>
                </a:solidFill>
              </a:rPr>
              <a:t>U</a:t>
            </a:r>
            <a:r>
              <a:rPr b="1" sz="2800" lang="en-US">
                <a:solidFill>
                  <a:srgbClr val="FFFFFF"/>
                </a:solidFill>
              </a:rPr>
              <a:t>A</a:t>
            </a:r>
            <a:r>
              <a:rPr b="1" sz="2800" lang="en-US">
                <a:solidFill>
                  <a:srgbClr val="FFFFFF"/>
                </a:solidFill>
              </a:rPr>
              <a:t>L</a:t>
            </a:r>
            <a:r>
              <a:rPr b="1" sz="2800" lang="en-US">
                <a:solidFill>
                  <a:srgbClr val="FFFFFF"/>
                </a:solidFill>
              </a:rPr>
              <a:t>ITY </a:t>
            </a:r>
            <a:r>
              <a:rPr b="1" sz="2800" lang="en-US">
                <a:solidFill>
                  <a:srgbClr val="FFFFFF"/>
                </a:solidFill>
              </a:rPr>
              <a:t>ASSURANCE </a:t>
            </a:r>
            <a:r>
              <a:rPr b="1" sz="2800" lang="en-US">
                <a:solidFill>
                  <a:srgbClr val="FFFFFF"/>
                </a:solidFill>
              </a:rPr>
              <a:t>O</a:t>
            </a:r>
            <a:r>
              <a:rPr b="1" sz="2800" lang="en-US">
                <a:solidFill>
                  <a:srgbClr val="FFFFFF"/>
                </a:solidFill>
              </a:rPr>
              <a:t>U</a:t>
            </a:r>
            <a:r>
              <a:rPr b="1" sz="2800" lang="en-US">
                <a:solidFill>
                  <a:srgbClr val="FFFFFF"/>
                </a:solidFill>
              </a:rPr>
              <a:t>T</a:t>
            </a:r>
            <a:r>
              <a:rPr b="1" sz="2800" lang="en-US">
                <a:solidFill>
                  <a:srgbClr val="FFFFFF"/>
                </a:solidFill>
              </a:rPr>
              <a:t>P</a:t>
            </a:r>
            <a:r>
              <a:rPr b="1" sz="2800" lang="en-US">
                <a:solidFill>
                  <a:srgbClr val="FFFFFF"/>
                </a:solidFill>
              </a:rPr>
              <a:t>U</a:t>
            </a:r>
            <a:r>
              <a:rPr b="1" sz="2800" lang="en-US">
                <a:solidFill>
                  <a:srgbClr val="FFFFFF"/>
                </a:solidFill>
              </a:rPr>
              <a:t>TS </a:t>
            </a:r>
            <a:endParaRPr sz="2800" lang="en-US">
              <a:solidFill>
                <a:srgbClr val="000000"/>
              </a:solidFill>
            </a:endParaRPr>
          </a:p>
        </p:txBody>
      </p:sp>
      <p:sp>
        <p:nvSpPr>
          <p:cNvPr id="1048737" name=""/>
          <p:cNvSpPr txBox="1"/>
          <p:nvPr/>
        </p:nvSpPr>
        <p:spPr>
          <a:xfrm>
            <a:off x="933482" y="1427640"/>
            <a:ext cx="9347820" cy="3444240"/>
          </a:xfrm>
          <a:prstGeom prst="rect"/>
        </p:spPr>
        <p:txBody>
          <a:bodyPr rtlCol="0" wrap="square">
            <a:spAutoFit/>
          </a:bodyPr>
          <a:p>
            <a:r>
              <a:rPr sz="2800" lang="en-US">
                <a:solidFill>
                  <a:srgbClr val="FFFFFF"/>
                </a:solidFill>
              </a:rPr>
              <a:t>•</a:t>
            </a:r>
            <a:r>
              <a:rPr sz="2800" lang="en-US">
                <a:solidFill>
                  <a:srgbClr val="FFFFFF"/>
                </a:solidFill>
              </a:rPr>
              <a:t>Quality improvement includes taking action to increase the effectiveness and efficiency of the project to be provide added benefits to the stakeholders of that project.</a:t>
            </a:r>
            <a:endParaRPr sz="2800" lang="en-US">
              <a:solidFill>
                <a:srgbClr val="000000"/>
              </a:solidFill>
            </a:endParaRPr>
          </a:p>
          <a:p>
            <a:endParaRPr sz="2800" lang="en-US">
              <a:solidFill>
                <a:srgbClr val="000000"/>
              </a:solidFill>
            </a:endParaRPr>
          </a:p>
          <a:p>
            <a:r>
              <a:rPr sz="2800" lang="en-US">
                <a:solidFill>
                  <a:srgbClr val="FFFFFF"/>
                </a:solidFill>
              </a:rPr>
              <a:t>•</a:t>
            </a:r>
            <a:r>
              <a:rPr sz="2800" lang="en-US">
                <a:solidFill>
                  <a:srgbClr val="FFFFFF"/>
                </a:solidFill>
              </a:rPr>
              <a:t>In many cases the implementation of quality improvements will require preparation of change requests or taking corrective actions and will be handled according to procedure for overall change control</a:t>
            </a:r>
            <a:endParaRPr sz="2800" lang="en-US">
              <a:solidFill>
                <a:srgbClr val="000000"/>
              </a:solidFill>
            </a:endParaRPr>
          </a:p>
        </p:txBody>
      </p:sp>
    </p:spTree>
  </p:cSld>
  <p:clrMapOvr>
    <a:overrideClrMapping accent1="accent1" accent2="accent2" accent3="accent3" accent4="accent4" accent5="accent5" accent6="accent6" bg1="lt1" bg2="dk2" tx1="dk1" tx2="lt2"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136" name=""/>
        <p:cNvGrpSpPr/>
        <p:nvPr/>
      </p:nvGrpSpPr>
      <p:grpSpPr>
        <a:xfrm rot="0">
          <a:off x="0" y="0"/>
          <a:ext cx="0" cy="0"/>
          <a:chOff x="0" y="0"/>
          <a:chExt cx="0" cy="0"/>
        </a:xfrm>
      </p:grpSpPr>
      <p:sp>
        <p:nvSpPr>
          <p:cNvPr id="1048738" name=""/>
          <p:cNvSpPr txBox="1"/>
          <p:nvPr/>
        </p:nvSpPr>
        <p:spPr>
          <a:xfrm>
            <a:off x="392462" y="561359"/>
            <a:ext cx="3872055" cy="510540"/>
          </a:xfrm>
          <a:prstGeom prst="rect"/>
        </p:spPr>
        <p:txBody>
          <a:bodyPr rtlCol="0" wrap="square">
            <a:spAutoFit/>
          </a:bodyPr>
          <a:p>
            <a:r>
              <a:rPr b="1" sz="2800" lang="en-US">
                <a:solidFill>
                  <a:srgbClr val="FFFFFF"/>
                </a:solidFill>
              </a:rPr>
              <a:t>Q</a:t>
            </a:r>
            <a:r>
              <a:rPr b="1" sz="2800" lang="en-US">
                <a:solidFill>
                  <a:srgbClr val="FFFFFF"/>
                </a:solidFill>
              </a:rPr>
              <a:t>U</a:t>
            </a:r>
            <a:r>
              <a:rPr b="1" sz="2800" lang="en-US">
                <a:solidFill>
                  <a:srgbClr val="FFFFFF"/>
                </a:solidFill>
              </a:rPr>
              <a:t>A</a:t>
            </a:r>
            <a:r>
              <a:rPr b="1" sz="2800" lang="en-US">
                <a:solidFill>
                  <a:srgbClr val="FFFFFF"/>
                </a:solidFill>
              </a:rPr>
              <a:t>LITY </a:t>
            </a:r>
            <a:r>
              <a:rPr b="1" sz="2800" lang="en-US">
                <a:solidFill>
                  <a:srgbClr val="FFFFFF"/>
                </a:solidFill>
              </a:rPr>
              <a:t>CONTROL </a:t>
            </a:r>
            <a:endParaRPr sz="2800" lang="en-US">
              <a:solidFill>
                <a:srgbClr val="000000"/>
              </a:solidFill>
            </a:endParaRPr>
          </a:p>
        </p:txBody>
      </p:sp>
      <p:sp>
        <p:nvSpPr>
          <p:cNvPr id="1048739" name=""/>
          <p:cNvSpPr txBox="1"/>
          <p:nvPr/>
        </p:nvSpPr>
        <p:spPr>
          <a:xfrm>
            <a:off x="900476" y="1436351"/>
            <a:ext cx="6728080" cy="1348741"/>
          </a:xfrm>
          <a:prstGeom prst="rect"/>
        </p:spPr>
        <p:txBody>
          <a:bodyPr rtlCol="0" wrap="square">
            <a:spAutoFit/>
          </a:bodyPr>
          <a:p>
            <a:r>
              <a:rPr sz="2800" lang="en-US">
                <a:solidFill>
                  <a:srgbClr val="FFFFFF"/>
                </a:solidFill>
              </a:rPr>
              <a:t>•</a:t>
            </a:r>
            <a:r>
              <a:rPr sz="2800" lang="en-US">
                <a:solidFill>
                  <a:srgbClr val="FFFFFF"/>
                </a:solidFill>
              </a:rPr>
              <a:t>Quality Control (QC) is a process that ensures products or services meet specified requirements and standards.</a:t>
            </a:r>
            <a:endParaRPr sz="2800" lang="en-US">
              <a:solidFill>
                <a:srgbClr val="000000"/>
              </a:solidFill>
            </a:endParaRPr>
          </a:p>
        </p:txBody>
      </p:sp>
      <p:sp>
        <p:nvSpPr>
          <p:cNvPr id="1048740" name=""/>
          <p:cNvSpPr txBox="1"/>
          <p:nvPr/>
        </p:nvSpPr>
        <p:spPr>
          <a:xfrm>
            <a:off x="900475" y="2785092"/>
            <a:ext cx="7166281" cy="1348741"/>
          </a:xfrm>
          <a:prstGeom prst="rect"/>
        </p:spPr>
        <p:txBody>
          <a:bodyPr rtlCol="0" wrap="square">
            <a:spAutoFit/>
          </a:bodyPr>
          <a:p>
            <a:r>
              <a:rPr sz="2800" lang="en-US">
                <a:solidFill>
                  <a:srgbClr val="FFFFFF"/>
                </a:solidFill>
              </a:rPr>
              <a:t>•</a:t>
            </a:r>
            <a:r>
              <a:rPr sz="2800" lang="en-US">
                <a:solidFill>
                  <a:srgbClr val="FFFFFF"/>
                </a:solidFill>
              </a:rPr>
              <a:t>QC is often used in various industries, including manufacturing, construction, and software development.</a:t>
            </a:r>
            <a:endParaRPr sz="2800" lang="en-US">
              <a:solidFill>
                <a:srgbClr val="000000"/>
              </a:solidFill>
            </a:endParaRPr>
          </a:p>
        </p:txBody>
      </p:sp>
      <p:sp>
        <p:nvSpPr>
          <p:cNvPr id="1048741" name=""/>
          <p:cNvSpPr txBox="1"/>
          <p:nvPr/>
        </p:nvSpPr>
        <p:spPr>
          <a:xfrm>
            <a:off x="900476" y="4133832"/>
            <a:ext cx="6334823" cy="2186940"/>
          </a:xfrm>
          <a:prstGeom prst="rect"/>
        </p:spPr>
        <p:txBody>
          <a:bodyPr rtlCol="0" wrap="square">
            <a:spAutoFit/>
          </a:bodyPr>
          <a:p>
            <a:r>
              <a:rPr sz="2800" lang="en-US">
                <a:solidFill>
                  <a:srgbClr val="FFFFFF"/>
                </a:solidFill>
              </a:rPr>
              <a:t>•</a:t>
            </a:r>
            <a:r>
              <a:rPr sz="2800" lang="en-US">
                <a:solidFill>
                  <a:srgbClr val="FFFFFF"/>
                </a:solidFill>
              </a:rPr>
              <a:t>Project results mentioned include both PRODUCT results such as deliverables and MANAGEMENT results such as cost and schedule performance</a:t>
            </a:r>
            <a:endParaRPr sz="2800" lang="en-US">
              <a:solidFill>
                <a:srgbClr val="000000"/>
              </a:solidFill>
            </a:endParaRPr>
          </a:p>
        </p:txBody>
      </p:sp>
    </p:spTree>
  </p:cSld>
  <p:clrMapOvr>
    <a:masterClrMapping/>
  </p:clrMapOvr>
  <p:transition spd="slow" advClick="1">
    <p:wipe dir="l"/>
  </p:transition>
</p:sld>
</file>

<file path=ppt/slides/slide28.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137" name=""/>
        <p:cNvGrpSpPr/>
        <p:nvPr/>
      </p:nvGrpSpPr>
      <p:grpSpPr>
        <a:xfrm rot="0">
          <a:off x="0" y="0"/>
          <a:ext cx="0" cy="0"/>
          <a:chOff x="0" y="0"/>
          <a:chExt cx="0" cy="0"/>
        </a:xfrm>
      </p:grpSpPr>
      <p:sp>
        <p:nvSpPr>
          <p:cNvPr id="1048742" name=""/>
          <p:cNvSpPr txBox="1"/>
          <p:nvPr/>
        </p:nvSpPr>
        <p:spPr>
          <a:xfrm>
            <a:off x="402641" y="335837"/>
            <a:ext cx="6013476" cy="1348741"/>
          </a:xfrm>
          <a:prstGeom prst="rect"/>
        </p:spPr>
        <p:txBody>
          <a:bodyPr rtlCol="0" wrap="square">
            <a:spAutoFit/>
          </a:bodyPr>
          <a:p>
            <a:r>
              <a:rPr sz="2800" lang="en-US">
                <a:solidFill>
                  <a:srgbClr val="FFFFFF"/>
                </a:solidFill>
              </a:rPr>
              <a:t>T</a:t>
            </a:r>
            <a:r>
              <a:rPr sz="2800" lang="en-US">
                <a:solidFill>
                  <a:srgbClr val="FFFFFF"/>
                </a:solidFill>
              </a:rPr>
              <a:t>h</a:t>
            </a:r>
            <a:r>
              <a:rPr sz="2800" lang="en-US">
                <a:solidFill>
                  <a:srgbClr val="FFFFFF"/>
                </a:solidFill>
              </a:rPr>
              <a:t>e</a:t>
            </a:r>
            <a:r>
              <a:rPr sz="2800" lang="en-US">
                <a:solidFill>
                  <a:srgbClr val="FFFFFF"/>
                </a:solidFill>
              </a:rPr>
              <a:t> </a:t>
            </a:r>
            <a:r>
              <a:rPr sz="2800" lang="en-US">
                <a:solidFill>
                  <a:srgbClr val="FFFFFF"/>
                </a:solidFill>
              </a:rPr>
              <a:t>p</a:t>
            </a:r>
            <a:r>
              <a:rPr sz="2800" lang="en-US">
                <a:solidFill>
                  <a:srgbClr val="FFFFFF"/>
                </a:solidFill>
              </a:rPr>
              <a:t>r</a:t>
            </a:r>
            <a:r>
              <a:rPr sz="2800" lang="en-US">
                <a:solidFill>
                  <a:srgbClr val="FFFFFF"/>
                </a:solidFill>
              </a:rPr>
              <a:t>o</a:t>
            </a:r>
            <a:r>
              <a:rPr sz="2800" lang="en-US">
                <a:solidFill>
                  <a:srgbClr val="FFFFFF"/>
                </a:solidFill>
              </a:rPr>
              <a:t>j</a:t>
            </a:r>
            <a:r>
              <a:rPr sz="2800" lang="en-US">
                <a:solidFill>
                  <a:srgbClr val="FFFFFF"/>
                </a:solidFill>
              </a:rPr>
              <a:t>e</a:t>
            </a:r>
            <a:r>
              <a:rPr sz="2800" lang="en-US">
                <a:solidFill>
                  <a:srgbClr val="FFFFFF"/>
                </a:solidFill>
              </a:rPr>
              <a:t>ct </a:t>
            </a:r>
            <a:r>
              <a:rPr sz="2800" lang="en-US">
                <a:solidFill>
                  <a:srgbClr val="FFFFFF"/>
                </a:solidFill>
              </a:rPr>
              <a:t>m</a:t>
            </a:r>
            <a:r>
              <a:rPr sz="2800" lang="en-US">
                <a:solidFill>
                  <a:srgbClr val="FFFFFF"/>
                </a:solidFill>
              </a:rPr>
              <a:t>a</a:t>
            </a:r>
            <a:r>
              <a:rPr sz="2800" lang="en-US">
                <a:solidFill>
                  <a:srgbClr val="FFFFFF"/>
                </a:solidFill>
              </a:rPr>
              <a:t>n</a:t>
            </a:r>
            <a:r>
              <a:rPr sz="2800" lang="en-US">
                <a:solidFill>
                  <a:srgbClr val="FFFFFF"/>
                </a:solidFill>
              </a:rPr>
              <a:t>a</a:t>
            </a:r>
            <a:r>
              <a:rPr sz="2800" lang="en-US">
                <a:solidFill>
                  <a:srgbClr val="FFFFFF"/>
                </a:solidFill>
              </a:rPr>
              <a:t>g</a:t>
            </a:r>
            <a:r>
              <a:rPr sz="2800" lang="en-US">
                <a:solidFill>
                  <a:srgbClr val="FFFFFF"/>
                </a:solidFill>
              </a:rPr>
              <a:t>ement </a:t>
            </a:r>
            <a:r>
              <a:rPr sz="2800" lang="en-US">
                <a:solidFill>
                  <a:srgbClr val="FFFFFF"/>
                </a:solidFill>
              </a:rPr>
              <a:t>s</a:t>
            </a:r>
            <a:r>
              <a:rPr sz="2800" lang="en-US">
                <a:solidFill>
                  <a:srgbClr val="FFFFFF"/>
                </a:solidFill>
              </a:rPr>
              <a:t>h</a:t>
            </a:r>
            <a:r>
              <a:rPr sz="2800" lang="en-US">
                <a:solidFill>
                  <a:srgbClr val="FFFFFF"/>
                </a:solidFill>
              </a:rPr>
              <a:t>o</a:t>
            </a:r>
            <a:r>
              <a:rPr sz="2800" lang="en-US">
                <a:solidFill>
                  <a:srgbClr val="FFFFFF"/>
                </a:solidFill>
              </a:rPr>
              <a:t>u</a:t>
            </a:r>
            <a:r>
              <a:rPr sz="2800" lang="en-US">
                <a:solidFill>
                  <a:srgbClr val="FFFFFF"/>
                </a:solidFill>
              </a:rPr>
              <a:t>ld </a:t>
            </a:r>
            <a:r>
              <a:rPr sz="2800" lang="en-US">
                <a:solidFill>
                  <a:srgbClr val="FFFFFF"/>
                </a:solidFill>
              </a:rPr>
              <a:t>b</a:t>
            </a:r>
            <a:r>
              <a:rPr sz="2800" lang="en-US">
                <a:solidFill>
                  <a:srgbClr val="FFFFFF"/>
                </a:solidFill>
              </a:rPr>
              <a:t>e</a:t>
            </a:r>
            <a:r>
              <a:rPr sz="2800" lang="en-US">
                <a:solidFill>
                  <a:srgbClr val="FFFFFF"/>
                </a:solidFill>
              </a:rPr>
              <a:t> </a:t>
            </a:r>
            <a:r>
              <a:rPr sz="2800" lang="en-US">
                <a:solidFill>
                  <a:srgbClr val="FFFFFF"/>
                </a:solidFill>
              </a:rPr>
              <a:t>a</a:t>
            </a:r>
            <a:r>
              <a:rPr sz="2800" lang="en-US">
                <a:solidFill>
                  <a:srgbClr val="FFFFFF"/>
                </a:solidFill>
              </a:rPr>
              <a:t>w</a:t>
            </a:r>
            <a:r>
              <a:rPr sz="2800" lang="en-US">
                <a:solidFill>
                  <a:srgbClr val="FFFFFF"/>
                </a:solidFill>
              </a:rPr>
              <a:t>a</a:t>
            </a:r>
            <a:r>
              <a:rPr sz="2800" lang="en-US">
                <a:solidFill>
                  <a:srgbClr val="FFFFFF"/>
                </a:solidFill>
              </a:rPr>
              <a:t>re </a:t>
            </a:r>
            <a:r>
              <a:rPr sz="2800" lang="en-US">
                <a:solidFill>
                  <a:srgbClr val="FFFFFF"/>
                </a:solidFill>
              </a:rPr>
              <a:t>o</a:t>
            </a:r>
            <a:r>
              <a:rPr sz="2800" lang="en-US">
                <a:solidFill>
                  <a:srgbClr val="FFFFFF"/>
                </a:solidFill>
              </a:rPr>
              <a:t>f</a:t>
            </a:r>
            <a:r>
              <a:rPr sz="2800" lang="en-US">
                <a:solidFill>
                  <a:srgbClr val="FFFFFF"/>
                </a:solidFill>
              </a:rPr>
              <a:t> </a:t>
            </a:r>
            <a:r>
              <a:rPr sz="2800" lang="en-US">
                <a:solidFill>
                  <a:srgbClr val="FFFFFF"/>
                </a:solidFill>
              </a:rPr>
              <a:t>t</a:t>
            </a:r>
            <a:r>
              <a:rPr sz="2800" lang="en-US">
                <a:solidFill>
                  <a:srgbClr val="FFFFFF"/>
                </a:solidFill>
              </a:rPr>
              <a:t>h</a:t>
            </a:r>
            <a:r>
              <a:rPr sz="2800" lang="en-US">
                <a:solidFill>
                  <a:srgbClr val="FFFFFF"/>
                </a:solidFill>
              </a:rPr>
              <a:t>e</a:t>
            </a:r>
            <a:r>
              <a:rPr sz="2800" lang="en-US">
                <a:solidFill>
                  <a:srgbClr val="FFFFFF"/>
                </a:solidFill>
              </a:rPr>
              <a:t> </a:t>
            </a:r>
            <a:r>
              <a:rPr sz="2800" lang="en-US">
                <a:solidFill>
                  <a:srgbClr val="FFFFFF"/>
                </a:solidFill>
              </a:rPr>
              <a:t>f</a:t>
            </a:r>
            <a:r>
              <a:rPr sz="2800" lang="en-US">
                <a:solidFill>
                  <a:srgbClr val="FFFFFF"/>
                </a:solidFill>
              </a:rPr>
              <a:t>o</a:t>
            </a:r>
            <a:r>
              <a:rPr sz="2800" lang="en-US">
                <a:solidFill>
                  <a:srgbClr val="FFFFFF"/>
                </a:solidFill>
              </a:rPr>
              <a:t>l</a:t>
            </a:r>
            <a:r>
              <a:rPr sz="2800" lang="en-US">
                <a:solidFill>
                  <a:srgbClr val="FFFFFF"/>
                </a:solidFill>
              </a:rPr>
              <a:t>lowing </a:t>
            </a:r>
            <a:r>
              <a:rPr sz="2800" lang="en-US">
                <a:solidFill>
                  <a:srgbClr val="FFFFFF"/>
                </a:solidFill>
              </a:rPr>
              <a:t>a</a:t>
            </a:r>
            <a:r>
              <a:rPr sz="2800" lang="en-US">
                <a:solidFill>
                  <a:srgbClr val="FFFFFF"/>
                </a:solidFill>
              </a:rPr>
              <a:t>m</a:t>
            </a:r>
            <a:r>
              <a:rPr sz="2800" lang="en-US">
                <a:solidFill>
                  <a:srgbClr val="FFFFFF"/>
                </a:solidFill>
              </a:rPr>
              <a:t>o</a:t>
            </a:r>
            <a:r>
              <a:rPr sz="2800" lang="en-US">
                <a:solidFill>
                  <a:srgbClr val="FFFFFF"/>
                </a:solidFill>
              </a:rPr>
              <a:t>n</a:t>
            </a:r>
            <a:r>
              <a:rPr sz="2800" lang="en-US">
                <a:solidFill>
                  <a:srgbClr val="FFFFFF"/>
                </a:solidFill>
              </a:rPr>
              <a:t>g</a:t>
            </a:r>
            <a:r>
              <a:rPr sz="2800" lang="en-US">
                <a:solidFill>
                  <a:srgbClr val="FFFFFF"/>
                </a:solidFill>
              </a:rPr>
              <a:t> </a:t>
            </a:r>
            <a:r>
              <a:rPr sz="2800" lang="en-US">
                <a:solidFill>
                  <a:srgbClr val="FFFFFF"/>
                </a:solidFill>
              </a:rPr>
              <a:t>o</a:t>
            </a:r>
            <a:r>
              <a:rPr sz="2800" lang="en-US">
                <a:solidFill>
                  <a:srgbClr val="FFFFFF"/>
                </a:solidFill>
              </a:rPr>
              <a:t>ther </a:t>
            </a:r>
            <a:r>
              <a:rPr sz="2800" lang="en-US">
                <a:solidFill>
                  <a:srgbClr val="FFFFFF"/>
                </a:solidFill>
              </a:rPr>
              <a:t>s</a:t>
            </a:r>
            <a:r>
              <a:rPr sz="2800" lang="en-US">
                <a:solidFill>
                  <a:srgbClr val="FFFFFF"/>
                </a:solidFill>
              </a:rPr>
              <a:t>u</a:t>
            </a:r>
            <a:r>
              <a:rPr sz="2800" lang="en-US">
                <a:solidFill>
                  <a:srgbClr val="FFFFFF"/>
                </a:solidFill>
              </a:rPr>
              <a:t>b</a:t>
            </a:r>
            <a:r>
              <a:rPr sz="2800" lang="en-US">
                <a:solidFill>
                  <a:srgbClr val="FFFFFF"/>
                </a:solidFill>
              </a:rPr>
              <a:t>j</a:t>
            </a:r>
            <a:r>
              <a:rPr sz="2800" lang="en-US">
                <a:solidFill>
                  <a:srgbClr val="FFFFFF"/>
                </a:solidFill>
              </a:rPr>
              <a:t>e</a:t>
            </a:r>
            <a:r>
              <a:rPr sz="2800" lang="en-US">
                <a:solidFill>
                  <a:srgbClr val="FFFFFF"/>
                </a:solidFill>
              </a:rPr>
              <a:t>cts </a:t>
            </a:r>
            <a:endParaRPr sz="2800" lang="en-US">
              <a:solidFill>
                <a:srgbClr val="000000"/>
              </a:solidFill>
            </a:endParaRPr>
          </a:p>
        </p:txBody>
      </p:sp>
      <p:sp>
        <p:nvSpPr>
          <p:cNvPr id="1048743" name=""/>
          <p:cNvSpPr txBox="1"/>
          <p:nvPr/>
        </p:nvSpPr>
        <p:spPr>
          <a:xfrm>
            <a:off x="2402996" y="2081894"/>
            <a:ext cx="6292126" cy="3444240"/>
          </a:xfrm>
          <a:prstGeom prst="rect"/>
        </p:spPr>
        <p:txBody>
          <a:bodyPr rtlCol="0" wrap="square">
            <a:spAutoFit/>
          </a:bodyPr>
          <a:p>
            <a:r>
              <a:rPr sz="2800" lang="en-US">
                <a:solidFill>
                  <a:srgbClr val="FFFFFF"/>
                </a:solidFill>
              </a:rPr>
              <a:t>•</a:t>
            </a:r>
            <a:r>
              <a:rPr b="1" sz="2800" lang="en-US">
                <a:solidFill>
                  <a:srgbClr val="FFFFFF"/>
                </a:solidFill>
              </a:rPr>
              <a:t>P</a:t>
            </a:r>
            <a:r>
              <a:rPr b="1" sz="2800" lang="en-US">
                <a:solidFill>
                  <a:srgbClr val="FFFFFF"/>
                </a:solidFill>
              </a:rPr>
              <a:t>r</a:t>
            </a:r>
            <a:r>
              <a:rPr b="1" sz="2800" lang="en-US">
                <a:solidFill>
                  <a:srgbClr val="FFFFFF"/>
                </a:solidFill>
              </a:rPr>
              <a:t>e</a:t>
            </a:r>
            <a:r>
              <a:rPr b="1" sz="2800" lang="en-US">
                <a:solidFill>
                  <a:srgbClr val="FFFFFF"/>
                </a:solidFill>
              </a:rPr>
              <a:t>v</a:t>
            </a:r>
            <a:r>
              <a:rPr b="1" sz="2800" lang="en-US">
                <a:solidFill>
                  <a:srgbClr val="FFFFFF"/>
                </a:solidFill>
              </a:rPr>
              <a:t>e</a:t>
            </a:r>
            <a:r>
              <a:rPr b="1" sz="2800" lang="en-US">
                <a:solidFill>
                  <a:srgbClr val="FFFFFF"/>
                </a:solidFill>
              </a:rPr>
              <a:t>n</a:t>
            </a:r>
            <a:r>
              <a:rPr b="1" sz="2800" lang="en-US">
                <a:solidFill>
                  <a:srgbClr val="FFFFFF"/>
                </a:solidFill>
              </a:rPr>
              <a:t>t</a:t>
            </a:r>
            <a:r>
              <a:rPr b="1" sz="2800" lang="en-US">
                <a:solidFill>
                  <a:srgbClr val="FFFFFF"/>
                </a:solidFill>
              </a:rPr>
              <a:t>i</a:t>
            </a:r>
            <a:r>
              <a:rPr b="1" sz="2800" lang="en-US">
                <a:solidFill>
                  <a:srgbClr val="FFFFFF"/>
                </a:solidFill>
              </a:rPr>
              <a:t>o</a:t>
            </a:r>
            <a:r>
              <a:rPr b="1" sz="2800" lang="en-US">
                <a:solidFill>
                  <a:srgbClr val="FFFFFF"/>
                </a:solidFill>
              </a:rPr>
              <a:t>n</a:t>
            </a:r>
            <a:r>
              <a:rPr b="1" sz="2800" lang="en-US">
                <a:solidFill>
                  <a:srgbClr val="FFFFFF"/>
                </a:solidFill>
              </a:rPr>
              <a:t> </a:t>
            </a:r>
            <a:endParaRPr sz="2800" lang="en-US">
              <a:solidFill>
                <a:srgbClr val="000000"/>
              </a:solidFill>
            </a:endParaRPr>
          </a:p>
          <a:p>
            <a:r>
              <a:rPr b="0" sz="2800" lang="en-US">
                <a:solidFill>
                  <a:srgbClr val="FFFFFF"/>
                </a:solidFill>
              </a:rPr>
              <a:t>•</a:t>
            </a:r>
            <a:r>
              <a:rPr b="1" sz="2800" lang="en-US">
                <a:solidFill>
                  <a:srgbClr val="FFFFFF"/>
                </a:solidFill>
              </a:rPr>
              <a:t>I</a:t>
            </a:r>
            <a:r>
              <a:rPr b="1" sz="2800" lang="en-US">
                <a:solidFill>
                  <a:srgbClr val="FFFFFF"/>
                </a:solidFill>
              </a:rPr>
              <a:t>n</a:t>
            </a:r>
            <a:r>
              <a:rPr b="1" sz="2800" lang="en-US">
                <a:solidFill>
                  <a:srgbClr val="FFFFFF"/>
                </a:solidFill>
              </a:rPr>
              <a:t>s</a:t>
            </a:r>
            <a:r>
              <a:rPr b="1" sz="2800" lang="en-US">
                <a:solidFill>
                  <a:srgbClr val="FFFFFF"/>
                </a:solidFill>
              </a:rPr>
              <a:t>p</a:t>
            </a:r>
            <a:r>
              <a:rPr b="1" sz="2800" lang="en-US">
                <a:solidFill>
                  <a:srgbClr val="FFFFFF"/>
                </a:solidFill>
              </a:rPr>
              <a:t>e</a:t>
            </a:r>
            <a:r>
              <a:rPr b="1" sz="2800" lang="en-US">
                <a:solidFill>
                  <a:srgbClr val="FFFFFF"/>
                </a:solidFill>
              </a:rPr>
              <a:t>c</a:t>
            </a:r>
            <a:r>
              <a:rPr b="1" sz="2800" lang="en-US">
                <a:solidFill>
                  <a:srgbClr val="FFFFFF"/>
                </a:solidFill>
              </a:rPr>
              <a:t>t</a:t>
            </a:r>
            <a:r>
              <a:rPr b="1" sz="2800" lang="en-US">
                <a:solidFill>
                  <a:srgbClr val="FFFFFF"/>
                </a:solidFill>
              </a:rPr>
              <a:t>i</a:t>
            </a:r>
            <a:r>
              <a:rPr b="1" sz="2800" lang="en-US">
                <a:solidFill>
                  <a:srgbClr val="FFFFFF"/>
                </a:solidFill>
              </a:rPr>
              <a:t>o</a:t>
            </a:r>
            <a:r>
              <a:rPr b="1" sz="2800" lang="en-US">
                <a:solidFill>
                  <a:srgbClr val="FFFFFF"/>
                </a:solidFill>
              </a:rPr>
              <a:t>n</a:t>
            </a:r>
            <a:endParaRPr sz="2800" lang="en-US">
              <a:solidFill>
                <a:srgbClr val="000000"/>
              </a:solidFill>
            </a:endParaRPr>
          </a:p>
          <a:p>
            <a:r>
              <a:rPr b="1" sz="2800" lang="en-US">
                <a:solidFill>
                  <a:srgbClr val="FFFFFF"/>
                </a:solidFill>
              </a:rPr>
              <a:t>•</a:t>
            </a:r>
            <a:r>
              <a:rPr b="1" sz="2800" lang="en-US">
                <a:solidFill>
                  <a:srgbClr val="FFFFFF"/>
                </a:solidFill>
              </a:rPr>
              <a:t>A</a:t>
            </a:r>
            <a:r>
              <a:rPr b="1" sz="2800" lang="en-US">
                <a:solidFill>
                  <a:srgbClr val="FFFFFF"/>
                </a:solidFill>
              </a:rPr>
              <a:t>t</a:t>
            </a:r>
            <a:r>
              <a:rPr b="1" sz="2800" lang="en-US">
                <a:solidFill>
                  <a:srgbClr val="FFFFFF"/>
                </a:solidFill>
              </a:rPr>
              <a:t>t</a:t>
            </a:r>
            <a:r>
              <a:rPr b="1" sz="2800" lang="en-US">
                <a:solidFill>
                  <a:srgbClr val="FFFFFF"/>
                </a:solidFill>
              </a:rPr>
              <a:t>r</a:t>
            </a:r>
            <a:r>
              <a:rPr b="1" sz="2800" lang="en-US">
                <a:solidFill>
                  <a:srgbClr val="FFFFFF"/>
                </a:solidFill>
              </a:rPr>
              <a:t>i</a:t>
            </a:r>
            <a:r>
              <a:rPr b="1" sz="2800" lang="en-US">
                <a:solidFill>
                  <a:srgbClr val="FFFFFF"/>
                </a:solidFill>
              </a:rPr>
              <a:t>b</a:t>
            </a:r>
            <a:r>
              <a:rPr b="1" sz="2800" lang="en-US">
                <a:solidFill>
                  <a:srgbClr val="FFFFFF"/>
                </a:solidFill>
              </a:rPr>
              <a:t>u</a:t>
            </a:r>
            <a:r>
              <a:rPr b="1" sz="2800" lang="en-US">
                <a:solidFill>
                  <a:srgbClr val="FFFFFF"/>
                </a:solidFill>
              </a:rPr>
              <a:t>t</a:t>
            </a:r>
            <a:r>
              <a:rPr b="1" sz="2800" lang="en-US">
                <a:solidFill>
                  <a:srgbClr val="FFFFFF"/>
                </a:solidFill>
              </a:rPr>
              <a:t>e</a:t>
            </a:r>
            <a:r>
              <a:rPr b="1" sz="2800" lang="en-US">
                <a:solidFill>
                  <a:srgbClr val="FFFFFF"/>
                </a:solidFill>
              </a:rPr>
              <a:t> </a:t>
            </a:r>
            <a:r>
              <a:rPr b="1" sz="2800" lang="en-US">
                <a:solidFill>
                  <a:srgbClr val="FFFFFF"/>
                </a:solidFill>
              </a:rPr>
              <a:t>s</a:t>
            </a:r>
            <a:r>
              <a:rPr b="1" sz="2800" lang="en-US">
                <a:solidFill>
                  <a:srgbClr val="FFFFFF"/>
                </a:solidFill>
              </a:rPr>
              <a:t>a</a:t>
            </a:r>
            <a:r>
              <a:rPr b="1" sz="2800" lang="en-US">
                <a:solidFill>
                  <a:srgbClr val="FFFFFF"/>
                </a:solidFill>
              </a:rPr>
              <a:t>m</a:t>
            </a:r>
            <a:r>
              <a:rPr b="1" sz="2800" lang="en-US">
                <a:solidFill>
                  <a:srgbClr val="FFFFFF"/>
                </a:solidFill>
              </a:rPr>
              <a:t>p</a:t>
            </a:r>
            <a:r>
              <a:rPr b="1" sz="2800" lang="en-US">
                <a:solidFill>
                  <a:srgbClr val="FFFFFF"/>
                </a:solidFill>
              </a:rPr>
              <a:t>l</a:t>
            </a:r>
            <a:r>
              <a:rPr b="1" sz="2800" lang="en-US">
                <a:solidFill>
                  <a:srgbClr val="FFFFFF"/>
                </a:solidFill>
              </a:rPr>
              <a:t>i</a:t>
            </a:r>
            <a:r>
              <a:rPr b="1" sz="2800" lang="en-US">
                <a:solidFill>
                  <a:srgbClr val="FFFFFF"/>
                </a:solidFill>
              </a:rPr>
              <a:t>n</a:t>
            </a:r>
            <a:r>
              <a:rPr b="1" sz="2800" lang="en-US">
                <a:solidFill>
                  <a:srgbClr val="FFFFFF"/>
                </a:solidFill>
              </a:rPr>
              <a:t>g</a:t>
            </a:r>
            <a:r>
              <a:rPr b="1" sz="2800" lang="en-US">
                <a:solidFill>
                  <a:srgbClr val="FFFFFF"/>
                </a:solidFill>
              </a:rPr>
              <a:t> </a:t>
            </a:r>
            <a:endParaRPr sz="2800" lang="en-US">
              <a:solidFill>
                <a:srgbClr val="000000"/>
              </a:solidFill>
            </a:endParaRPr>
          </a:p>
          <a:p>
            <a:r>
              <a:rPr b="1" sz="2800" lang="en-US">
                <a:solidFill>
                  <a:srgbClr val="FFFFFF"/>
                </a:solidFill>
              </a:rPr>
              <a:t>•</a:t>
            </a:r>
            <a:r>
              <a:rPr b="1" sz="2800" lang="en-US">
                <a:solidFill>
                  <a:srgbClr val="FFFFFF"/>
                </a:solidFill>
              </a:rPr>
              <a:t>V</a:t>
            </a:r>
            <a:r>
              <a:rPr b="1" sz="2800" lang="en-US">
                <a:solidFill>
                  <a:srgbClr val="FFFFFF"/>
                </a:solidFill>
              </a:rPr>
              <a:t>a</a:t>
            </a:r>
            <a:r>
              <a:rPr b="1" sz="2800" lang="en-US">
                <a:solidFill>
                  <a:srgbClr val="FFFFFF"/>
                </a:solidFill>
              </a:rPr>
              <a:t>r</a:t>
            </a:r>
            <a:r>
              <a:rPr b="1" sz="2800" lang="en-US">
                <a:solidFill>
                  <a:srgbClr val="FFFFFF"/>
                </a:solidFill>
              </a:rPr>
              <a:t>i</a:t>
            </a:r>
            <a:r>
              <a:rPr b="1" sz="2800" lang="en-US">
                <a:solidFill>
                  <a:srgbClr val="FFFFFF"/>
                </a:solidFill>
              </a:rPr>
              <a:t>a</a:t>
            </a:r>
            <a:r>
              <a:rPr b="1" sz="2800" lang="en-US">
                <a:solidFill>
                  <a:srgbClr val="FFFFFF"/>
                </a:solidFill>
              </a:rPr>
              <a:t>l</a:t>
            </a:r>
            <a:r>
              <a:rPr b="1" sz="2800" lang="en-US">
                <a:solidFill>
                  <a:srgbClr val="FFFFFF"/>
                </a:solidFill>
              </a:rPr>
              <a:t>b</a:t>
            </a:r>
            <a:r>
              <a:rPr b="1" sz="2800" lang="en-US">
                <a:solidFill>
                  <a:srgbClr val="FFFFFF"/>
                </a:solidFill>
              </a:rPr>
              <a:t>l</a:t>
            </a:r>
            <a:r>
              <a:rPr b="1" sz="2800" lang="en-US">
                <a:solidFill>
                  <a:srgbClr val="FFFFFF"/>
                </a:solidFill>
              </a:rPr>
              <a:t>e</a:t>
            </a:r>
            <a:r>
              <a:rPr b="1" sz="2800" lang="en-US">
                <a:solidFill>
                  <a:srgbClr val="FFFFFF"/>
                </a:solidFill>
              </a:rPr>
              <a:t> </a:t>
            </a:r>
            <a:r>
              <a:rPr b="1" sz="2800" lang="en-US">
                <a:solidFill>
                  <a:srgbClr val="FFFFFF"/>
                </a:solidFill>
              </a:rPr>
              <a:t>S</a:t>
            </a:r>
            <a:r>
              <a:rPr b="1" sz="2800" lang="en-US">
                <a:solidFill>
                  <a:srgbClr val="FFFFFF"/>
                </a:solidFill>
              </a:rPr>
              <a:t>a</a:t>
            </a:r>
            <a:r>
              <a:rPr b="1" sz="2800" lang="en-US">
                <a:solidFill>
                  <a:srgbClr val="FFFFFF"/>
                </a:solidFill>
              </a:rPr>
              <a:t>m</a:t>
            </a:r>
            <a:r>
              <a:rPr b="1" sz="2800" lang="en-US">
                <a:solidFill>
                  <a:srgbClr val="FFFFFF"/>
                </a:solidFill>
              </a:rPr>
              <a:t>p</a:t>
            </a:r>
            <a:r>
              <a:rPr b="1" sz="2800" lang="en-US">
                <a:solidFill>
                  <a:srgbClr val="FFFFFF"/>
                </a:solidFill>
              </a:rPr>
              <a:t>l</a:t>
            </a:r>
            <a:r>
              <a:rPr b="1" sz="2800" lang="en-US">
                <a:solidFill>
                  <a:srgbClr val="FFFFFF"/>
                </a:solidFill>
              </a:rPr>
              <a:t>i</a:t>
            </a:r>
            <a:r>
              <a:rPr b="1" sz="2800" lang="en-US">
                <a:solidFill>
                  <a:srgbClr val="FFFFFF"/>
                </a:solidFill>
              </a:rPr>
              <a:t>ng</a:t>
            </a:r>
            <a:r>
              <a:rPr b="1" sz="2800" lang="en-US">
                <a:solidFill>
                  <a:srgbClr val="FFFFFF"/>
                </a:solidFill>
              </a:rPr>
              <a:t> </a:t>
            </a:r>
            <a:endParaRPr sz="2800" lang="en-US">
              <a:solidFill>
                <a:srgbClr val="000000"/>
              </a:solidFill>
            </a:endParaRPr>
          </a:p>
          <a:p>
            <a:r>
              <a:rPr b="1" sz="2800" lang="en-US">
                <a:solidFill>
                  <a:srgbClr val="FFFFFF"/>
                </a:solidFill>
              </a:rPr>
              <a:t>•</a:t>
            </a:r>
            <a:r>
              <a:rPr b="1" sz="2800" lang="en-US">
                <a:solidFill>
                  <a:srgbClr val="FFFFFF"/>
                </a:solidFill>
              </a:rPr>
              <a:t>S</a:t>
            </a:r>
            <a:r>
              <a:rPr b="1" sz="2800" lang="en-US">
                <a:solidFill>
                  <a:srgbClr val="FFFFFF"/>
                </a:solidFill>
              </a:rPr>
              <a:t>p</a:t>
            </a:r>
            <a:r>
              <a:rPr b="1" sz="2800" lang="en-US">
                <a:solidFill>
                  <a:srgbClr val="FFFFFF"/>
                </a:solidFill>
              </a:rPr>
              <a:t>e</a:t>
            </a:r>
            <a:r>
              <a:rPr b="1" sz="2800" lang="en-US">
                <a:solidFill>
                  <a:srgbClr val="FFFFFF"/>
                </a:solidFill>
              </a:rPr>
              <a:t>c</a:t>
            </a:r>
            <a:r>
              <a:rPr b="1" sz="2800" lang="en-US">
                <a:solidFill>
                  <a:srgbClr val="FFFFFF"/>
                </a:solidFill>
              </a:rPr>
              <a:t>i</a:t>
            </a:r>
            <a:r>
              <a:rPr b="1" sz="2800" lang="en-US">
                <a:solidFill>
                  <a:srgbClr val="FFFFFF"/>
                </a:solidFill>
              </a:rPr>
              <a:t>a</a:t>
            </a:r>
            <a:r>
              <a:rPr b="1" sz="2800" lang="en-US">
                <a:solidFill>
                  <a:srgbClr val="FFFFFF"/>
                </a:solidFill>
              </a:rPr>
              <a:t>l</a:t>
            </a:r>
            <a:r>
              <a:rPr b="1" sz="2800" lang="en-US">
                <a:solidFill>
                  <a:srgbClr val="FFFFFF"/>
                </a:solidFill>
              </a:rPr>
              <a:t> </a:t>
            </a:r>
            <a:r>
              <a:rPr b="1" sz="2800" lang="en-US">
                <a:solidFill>
                  <a:srgbClr val="FFFFFF"/>
                </a:solidFill>
              </a:rPr>
              <a:t>C</a:t>
            </a:r>
            <a:r>
              <a:rPr b="1" sz="2800" lang="en-US">
                <a:solidFill>
                  <a:srgbClr val="FFFFFF"/>
                </a:solidFill>
              </a:rPr>
              <a:t>a</a:t>
            </a:r>
            <a:r>
              <a:rPr b="1" sz="2800" lang="en-US">
                <a:solidFill>
                  <a:srgbClr val="FFFFFF"/>
                </a:solidFill>
              </a:rPr>
              <a:t>u</a:t>
            </a:r>
            <a:r>
              <a:rPr b="1" sz="2800" lang="en-US">
                <a:solidFill>
                  <a:srgbClr val="FFFFFF"/>
                </a:solidFill>
              </a:rPr>
              <a:t>s</a:t>
            </a:r>
            <a:r>
              <a:rPr b="1" sz="2800" lang="en-US">
                <a:solidFill>
                  <a:srgbClr val="FFFFFF"/>
                </a:solidFill>
              </a:rPr>
              <a:t>e</a:t>
            </a:r>
            <a:r>
              <a:rPr b="1" sz="2800" lang="en-US">
                <a:solidFill>
                  <a:srgbClr val="FFFFFF"/>
                </a:solidFill>
              </a:rPr>
              <a:t> </a:t>
            </a:r>
            <a:endParaRPr sz="2800" lang="en-US">
              <a:solidFill>
                <a:srgbClr val="000000"/>
              </a:solidFill>
            </a:endParaRPr>
          </a:p>
          <a:p>
            <a:r>
              <a:rPr b="1" sz="2800" lang="en-US">
                <a:solidFill>
                  <a:srgbClr val="FFFFFF"/>
                </a:solidFill>
              </a:rPr>
              <a:t>•</a:t>
            </a:r>
            <a:r>
              <a:rPr b="1" sz="2800" lang="en-US">
                <a:solidFill>
                  <a:srgbClr val="FFFFFF"/>
                </a:solidFill>
              </a:rPr>
              <a:t>R</a:t>
            </a:r>
            <a:r>
              <a:rPr b="1" sz="2800" lang="en-US">
                <a:solidFill>
                  <a:srgbClr val="FFFFFF"/>
                </a:solidFill>
              </a:rPr>
              <a:t>a</a:t>
            </a:r>
            <a:r>
              <a:rPr b="1" sz="2800" lang="en-US">
                <a:solidFill>
                  <a:srgbClr val="FFFFFF"/>
                </a:solidFill>
              </a:rPr>
              <a:t>n</a:t>
            </a:r>
            <a:r>
              <a:rPr b="1" sz="2800" lang="en-US">
                <a:solidFill>
                  <a:srgbClr val="FFFFFF"/>
                </a:solidFill>
              </a:rPr>
              <a:t>d</a:t>
            </a:r>
            <a:r>
              <a:rPr b="1" sz="2800" lang="en-US">
                <a:solidFill>
                  <a:srgbClr val="FFFFFF"/>
                </a:solidFill>
              </a:rPr>
              <a:t>o</a:t>
            </a:r>
            <a:r>
              <a:rPr b="1" sz="2800" lang="en-US">
                <a:solidFill>
                  <a:srgbClr val="FFFFFF"/>
                </a:solidFill>
              </a:rPr>
              <a:t>m</a:t>
            </a:r>
            <a:r>
              <a:rPr b="1" sz="2800" lang="en-US">
                <a:solidFill>
                  <a:srgbClr val="FFFFFF"/>
                </a:solidFill>
              </a:rPr>
              <a:t>C</a:t>
            </a:r>
            <a:r>
              <a:rPr b="1" sz="2800" lang="en-US">
                <a:solidFill>
                  <a:srgbClr val="FFFFFF"/>
                </a:solidFill>
              </a:rPr>
              <a:t>a</a:t>
            </a:r>
            <a:r>
              <a:rPr b="1" sz="2800" lang="en-US">
                <a:solidFill>
                  <a:srgbClr val="FFFFFF"/>
                </a:solidFill>
              </a:rPr>
              <a:t>u</a:t>
            </a:r>
            <a:r>
              <a:rPr b="1" sz="2800" lang="en-US">
                <a:solidFill>
                  <a:srgbClr val="FFFFFF"/>
                </a:solidFill>
              </a:rPr>
              <a:t>s</a:t>
            </a:r>
            <a:r>
              <a:rPr b="1" sz="2800" lang="en-US">
                <a:solidFill>
                  <a:srgbClr val="FFFFFF"/>
                </a:solidFill>
              </a:rPr>
              <a:t>e</a:t>
            </a:r>
            <a:endParaRPr sz="2800" lang="en-US">
              <a:solidFill>
                <a:srgbClr val="000000"/>
              </a:solidFill>
            </a:endParaRPr>
          </a:p>
          <a:p>
            <a:r>
              <a:rPr b="1" sz="2800" lang="en-US">
                <a:solidFill>
                  <a:srgbClr val="FFFFFF"/>
                </a:solidFill>
              </a:rPr>
              <a:t>•</a:t>
            </a:r>
            <a:r>
              <a:rPr b="1" sz="2800" lang="en-US">
                <a:solidFill>
                  <a:srgbClr val="FFFFFF"/>
                </a:solidFill>
              </a:rPr>
              <a:t>T</a:t>
            </a:r>
            <a:r>
              <a:rPr b="1" sz="2800" lang="en-US">
                <a:solidFill>
                  <a:srgbClr val="FFFFFF"/>
                </a:solidFill>
              </a:rPr>
              <a:t>o</a:t>
            </a:r>
            <a:r>
              <a:rPr b="1" sz="2800" lang="en-US">
                <a:solidFill>
                  <a:srgbClr val="FFFFFF"/>
                </a:solidFill>
              </a:rPr>
              <a:t>l</a:t>
            </a:r>
            <a:r>
              <a:rPr b="1" sz="2800" lang="en-US">
                <a:solidFill>
                  <a:srgbClr val="FFFFFF"/>
                </a:solidFill>
              </a:rPr>
              <a:t>e</a:t>
            </a:r>
            <a:r>
              <a:rPr b="1" sz="2800" lang="en-US">
                <a:solidFill>
                  <a:srgbClr val="FFFFFF"/>
                </a:solidFill>
              </a:rPr>
              <a:t>r</a:t>
            </a:r>
            <a:r>
              <a:rPr b="1" sz="2800" lang="en-US">
                <a:solidFill>
                  <a:srgbClr val="FFFFFF"/>
                </a:solidFill>
              </a:rPr>
              <a:t>a</a:t>
            </a:r>
            <a:r>
              <a:rPr b="1" sz="2800" lang="en-US">
                <a:solidFill>
                  <a:srgbClr val="FFFFFF"/>
                </a:solidFill>
              </a:rPr>
              <a:t>n</a:t>
            </a:r>
            <a:r>
              <a:rPr b="1" sz="2800" lang="en-US">
                <a:solidFill>
                  <a:srgbClr val="FFFFFF"/>
                </a:solidFill>
              </a:rPr>
              <a:t>c</a:t>
            </a:r>
            <a:r>
              <a:rPr b="1" sz="2800" lang="en-US">
                <a:solidFill>
                  <a:srgbClr val="FFFFFF"/>
                </a:solidFill>
              </a:rPr>
              <a:t>e</a:t>
            </a:r>
            <a:r>
              <a:rPr b="1" sz="2800" lang="en-US">
                <a:solidFill>
                  <a:srgbClr val="FFFFFF"/>
                </a:solidFill>
              </a:rPr>
              <a:t>s</a:t>
            </a:r>
            <a:endParaRPr sz="2800" lang="en-US">
              <a:solidFill>
                <a:srgbClr val="000000"/>
              </a:solidFill>
            </a:endParaRPr>
          </a:p>
          <a:p>
            <a:r>
              <a:rPr b="1" sz="2800" lang="en-US">
                <a:solidFill>
                  <a:srgbClr val="FFFFFF"/>
                </a:solidFill>
              </a:rPr>
              <a:t>•</a:t>
            </a:r>
            <a:r>
              <a:rPr b="1" sz="2800" lang="en-US">
                <a:solidFill>
                  <a:srgbClr val="FFFFFF"/>
                </a:solidFill>
              </a:rPr>
              <a:t>C</a:t>
            </a:r>
            <a:r>
              <a:rPr b="1" sz="2800" lang="en-US">
                <a:solidFill>
                  <a:srgbClr val="FFFFFF"/>
                </a:solidFill>
              </a:rPr>
              <a:t>o</a:t>
            </a:r>
            <a:r>
              <a:rPr b="1" sz="2800" lang="en-US">
                <a:solidFill>
                  <a:srgbClr val="FFFFFF"/>
                </a:solidFill>
              </a:rPr>
              <a:t>n</a:t>
            </a:r>
            <a:r>
              <a:rPr b="1" sz="2800" lang="en-US">
                <a:solidFill>
                  <a:srgbClr val="FFFFFF"/>
                </a:solidFill>
              </a:rPr>
              <a:t>t</a:t>
            </a:r>
            <a:r>
              <a:rPr b="1" sz="2800" lang="en-US">
                <a:solidFill>
                  <a:srgbClr val="FFFFFF"/>
                </a:solidFill>
              </a:rPr>
              <a:t>r</a:t>
            </a:r>
            <a:r>
              <a:rPr b="1" sz="2800" lang="en-US">
                <a:solidFill>
                  <a:srgbClr val="FFFFFF"/>
                </a:solidFill>
              </a:rPr>
              <a:t>o</a:t>
            </a:r>
            <a:r>
              <a:rPr b="1" sz="2800" lang="en-US">
                <a:solidFill>
                  <a:srgbClr val="FFFFFF"/>
                </a:solidFill>
              </a:rPr>
              <a:t>l</a:t>
            </a:r>
            <a:r>
              <a:rPr b="1" sz="2800" lang="en-US">
                <a:solidFill>
                  <a:srgbClr val="FFFFFF"/>
                </a:solidFill>
              </a:rPr>
              <a:t> </a:t>
            </a:r>
            <a:r>
              <a:rPr b="1" sz="2800" lang="en-US">
                <a:solidFill>
                  <a:srgbClr val="FFFFFF"/>
                </a:solidFill>
              </a:rPr>
              <a:t>l</a:t>
            </a:r>
            <a:r>
              <a:rPr b="1" sz="2800" lang="en-US">
                <a:solidFill>
                  <a:srgbClr val="FFFFFF"/>
                </a:solidFill>
              </a:rPr>
              <a:t>i</a:t>
            </a:r>
            <a:r>
              <a:rPr b="1" sz="2800" lang="en-US">
                <a:solidFill>
                  <a:srgbClr val="FFFFFF"/>
                </a:solidFill>
              </a:rPr>
              <a:t>m</a:t>
            </a:r>
            <a:r>
              <a:rPr b="1" sz="2800" lang="en-US">
                <a:solidFill>
                  <a:srgbClr val="FFFFFF"/>
                </a:solidFill>
              </a:rPr>
              <a:t>i</a:t>
            </a:r>
            <a:r>
              <a:rPr b="1" sz="2800" lang="en-US">
                <a:solidFill>
                  <a:srgbClr val="FFFFFF"/>
                </a:solidFill>
              </a:rPr>
              <a:t>t</a:t>
            </a:r>
            <a:r>
              <a:rPr b="1" sz="2800" lang="en-US">
                <a:solidFill>
                  <a:srgbClr val="FFFFFF"/>
                </a:solidFill>
              </a:rPr>
              <a:t>s</a:t>
            </a:r>
            <a:endParaRPr sz="2800" lang="en-US">
              <a:solidFill>
                <a:srgbClr val="000000"/>
              </a:solidFill>
            </a:endParaRPr>
          </a:p>
        </p:txBody>
      </p:sp>
    </p:spTree>
  </p:cSld>
  <p:clrMapOvr>
    <a:masterClrMapping/>
  </p:clrMapOvr>
  <p:transition spd="slow" advClick="1">
    <p:wipe dir="l"/>
  </p:transition>
</p:sld>
</file>

<file path=ppt/slides/slide29.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138" name=""/>
        <p:cNvGrpSpPr/>
        <p:nvPr/>
      </p:nvGrpSpPr>
      <p:grpSpPr>
        <a:xfrm rot="0">
          <a:off x="0" y="0"/>
          <a:ext cx="0" cy="0"/>
          <a:chOff x="0" y="0"/>
          <a:chExt cx="0" cy="0"/>
        </a:xfrm>
      </p:grpSpPr>
      <p:sp>
        <p:nvSpPr>
          <p:cNvPr id="1048744" name="矩形 3"/>
          <p:cNvSpPr/>
          <p:nvPr/>
        </p:nvSpPr>
        <p:spPr>
          <a:xfrm rot="0">
            <a:off x="0" y="1214437"/>
            <a:ext cx="174625" cy="2732087"/>
          </a:xfrm>
          <a:prstGeom prst="rect"/>
          <a:solidFill>
            <a:schemeClr val="lt1">
              <a:alpha val="28000"/>
            </a:schemeClr>
          </a:solid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ea typeface="宋体" pitchFamily="2" charset="-122"/>
              </a:defRPr>
            </a:lvl5pPr>
          </a:lstStyle>
          <a:p>
            <a:pPr algn="ctr" fontAlgn="base" lvl="0">
              <a:spcBef>
                <a:spcPct val="0"/>
              </a:spcBef>
              <a:spcAft>
                <a:spcPct val="0"/>
              </a:spcAft>
              <a:buFontTx/>
              <a:buNone/>
            </a:pPr>
            <a:endParaRPr altLang="en-US" sz="1800" lang="zh-CN">
              <a:solidFill>
                <a:srgbClr val="FFFFFF"/>
              </a:solidFill>
            </a:endParaRPr>
          </a:p>
        </p:txBody>
      </p:sp>
      <p:sp>
        <p:nvSpPr>
          <p:cNvPr id="1048745" name=""/>
          <p:cNvSpPr txBox="1"/>
          <p:nvPr/>
        </p:nvSpPr>
        <p:spPr>
          <a:xfrm>
            <a:off x="174625" y="439867"/>
            <a:ext cx="7163961" cy="574040"/>
          </a:xfrm>
          <a:prstGeom prst="rect"/>
        </p:spPr>
        <p:txBody>
          <a:bodyPr rtlCol="0" wrap="square">
            <a:spAutoFit/>
          </a:bodyPr>
          <a:p>
            <a:r>
              <a:rPr b="1" sz="3200" lang="en-US">
                <a:solidFill>
                  <a:srgbClr val="FFFFFF"/>
                </a:solidFill>
              </a:rPr>
              <a:t>Q</a:t>
            </a:r>
            <a:r>
              <a:rPr b="1" sz="3200" lang="en-US">
                <a:solidFill>
                  <a:srgbClr val="FFFFFF"/>
                </a:solidFill>
              </a:rPr>
              <a:t>U</a:t>
            </a:r>
            <a:r>
              <a:rPr b="1" sz="3200" lang="en-US">
                <a:solidFill>
                  <a:srgbClr val="FFFFFF"/>
                </a:solidFill>
              </a:rPr>
              <a:t>A</a:t>
            </a:r>
            <a:r>
              <a:rPr b="1" sz="3200" lang="en-US">
                <a:solidFill>
                  <a:srgbClr val="FFFFFF"/>
                </a:solidFill>
              </a:rPr>
              <a:t>L</a:t>
            </a:r>
            <a:r>
              <a:rPr b="1" sz="3200" lang="en-US">
                <a:solidFill>
                  <a:srgbClr val="FFFFFF"/>
                </a:solidFill>
              </a:rPr>
              <a:t>ITY </a:t>
            </a:r>
            <a:r>
              <a:rPr b="1" sz="3200" lang="en-US">
                <a:solidFill>
                  <a:srgbClr val="FFFFFF"/>
                </a:solidFill>
              </a:rPr>
              <a:t>CONTROL </a:t>
            </a:r>
            <a:r>
              <a:rPr b="1" sz="3200" lang="en-US">
                <a:solidFill>
                  <a:srgbClr val="FFFFFF"/>
                </a:solidFill>
              </a:rPr>
              <a:t>F</a:t>
            </a:r>
            <a:r>
              <a:rPr b="1" sz="3200" lang="en-US">
                <a:solidFill>
                  <a:srgbClr val="FFFFFF"/>
                </a:solidFill>
              </a:rPr>
              <a:t>L</a:t>
            </a:r>
            <a:r>
              <a:rPr b="1" sz="3200" lang="en-US">
                <a:solidFill>
                  <a:srgbClr val="FFFFFF"/>
                </a:solidFill>
              </a:rPr>
              <a:t>O</a:t>
            </a:r>
            <a:r>
              <a:rPr b="1" sz="3200" lang="en-US">
                <a:solidFill>
                  <a:srgbClr val="FFFFFF"/>
                </a:solidFill>
              </a:rPr>
              <a:t>W</a:t>
            </a:r>
            <a:r>
              <a:rPr b="1" sz="3200" lang="en-US">
                <a:solidFill>
                  <a:srgbClr val="FFFFFF"/>
                </a:solidFill>
              </a:rPr>
              <a:t>C</a:t>
            </a:r>
            <a:r>
              <a:rPr b="1" sz="3200" lang="en-US">
                <a:solidFill>
                  <a:srgbClr val="FFFFFF"/>
                </a:solidFill>
              </a:rPr>
              <a:t>H</a:t>
            </a:r>
            <a:r>
              <a:rPr b="1" sz="3200" lang="en-US">
                <a:solidFill>
                  <a:srgbClr val="FFFFFF"/>
                </a:solidFill>
              </a:rPr>
              <a:t>A</a:t>
            </a:r>
            <a:r>
              <a:rPr b="1" sz="3200" lang="en-US">
                <a:solidFill>
                  <a:srgbClr val="FFFFFF"/>
                </a:solidFill>
              </a:rPr>
              <a:t>RT </a:t>
            </a:r>
            <a:endParaRPr sz="2800" lang="en-US">
              <a:solidFill>
                <a:srgbClr val="000000"/>
              </a:solidFill>
            </a:endParaRPr>
          </a:p>
        </p:txBody>
      </p:sp>
      <p:sp>
        <p:nvSpPr>
          <p:cNvPr id="1048746" name=""/>
          <p:cNvSpPr/>
          <p:nvPr/>
        </p:nvSpPr>
        <p:spPr>
          <a:xfrm>
            <a:off x="817898" y="2155540"/>
            <a:ext cx="11008679" cy="4120731"/>
          </a:xfrm>
          <a:prstGeom prst="rightArrow"/>
          <a:solidFill>
            <a:srgbClr val="C0C0C0"/>
          </a:solidFill>
          <a:ln w="25400">
            <a:solidFill>
              <a:srgbClr val="666666"/>
            </a:solidFill>
          </a:ln>
        </p:spPr>
        <p:txBody>
          <a:bodyPr anchor="ctr"/>
          <a:p>
            <a:pPr algn="ctr"/>
            <a:endParaRPr lang="en-US"/>
          </a:p>
        </p:txBody>
      </p:sp>
      <p:sp>
        <p:nvSpPr>
          <p:cNvPr id="1048747" name=""/>
          <p:cNvSpPr/>
          <p:nvPr/>
        </p:nvSpPr>
        <p:spPr>
          <a:xfrm>
            <a:off x="1087577" y="1905000"/>
            <a:ext cx="2440935" cy="4316511"/>
          </a:xfrm>
          <a:prstGeom prst="rect"/>
          <a:solidFill>
            <a:srgbClr val="808080"/>
          </a:solidFill>
        </p:spPr>
        <p:txBody>
          <a:bodyPr anchor="ctr"/>
          <a:p>
            <a:pPr algn="l"/>
            <a:r>
              <a:rPr lang="en-US">
                <a:solidFill>
                  <a:srgbClr val="FFFFFF"/>
                </a:solidFill>
              </a:rPr>
              <a:t>1</a:t>
            </a:r>
            <a:r>
              <a:rPr lang="en-US">
                <a:solidFill>
                  <a:srgbClr val="FFFFFF"/>
                </a:solidFill>
              </a:rPr>
              <a:t>.</a:t>
            </a:r>
            <a:r>
              <a:rPr lang="en-US">
                <a:solidFill>
                  <a:srgbClr val="FFFFFF"/>
                </a:solidFill>
              </a:rPr>
              <a:t>W</a:t>
            </a:r>
            <a:r>
              <a:rPr lang="en-US">
                <a:solidFill>
                  <a:srgbClr val="FFFFFF"/>
                </a:solidFill>
              </a:rPr>
              <a:t>o</a:t>
            </a:r>
            <a:r>
              <a:rPr lang="en-US">
                <a:solidFill>
                  <a:srgbClr val="FFFFFF"/>
                </a:solidFill>
              </a:rPr>
              <a:t>r</a:t>
            </a:r>
            <a:r>
              <a:rPr lang="en-US">
                <a:solidFill>
                  <a:srgbClr val="FFFFFF"/>
                </a:solidFill>
              </a:rPr>
              <a:t>k</a:t>
            </a:r>
            <a:r>
              <a:rPr lang="en-US">
                <a:solidFill>
                  <a:srgbClr val="FFFFFF"/>
                </a:solidFill>
              </a:rPr>
              <a:t> </a:t>
            </a:r>
            <a:r>
              <a:rPr lang="en-US">
                <a:solidFill>
                  <a:srgbClr val="FFFFFF"/>
                </a:solidFill>
              </a:rPr>
              <a:t>r</a:t>
            </a:r>
            <a:r>
              <a:rPr lang="en-US">
                <a:solidFill>
                  <a:srgbClr val="FFFFFF"/>
                </a:solidFill>
              </a:rPr>
              <a:t>e</a:t>
            </a:r>
            <a:r>
              <a:rPr lang="en-US">
                <a:solidFill>
                  <a:srgbClr val="FFFFFF"/>
                </a:solidFill>
              </a:rPr>
              <a:t>s</a:t>
            </a:r>
            <a:r>
              <a:rPr lang="en-US">
                <a:solidFill>
                  <a:srgbClr val="FFFFFF"/>
                </a:solidFill>
              </a:rPr>
              <a:t>u</a:t>
            </a:r>
            <a:r>
              <a:rPr lang="en-US">
                <a:solidFill>
                  <a:srgbClr val="FFFFFF"/>
                </a:solidFill>
              </a:rPr>
              <a:t>l</a:t>
            </a:r>
            <a:r>
              <a:rPr lang="en-US">
                <a:solidFill>
                  <a:srgbClr val="FFFFFF"/>
                </a:solidFill>
              </a:rPr>
              <a:t>ts </a:t>
            </a:r>
            <a:endParaRPr lang="en-US">
              <a:solidFill>
                <a:srgbClr val="FFFFFF"/>
              </a:solidFill>
            </a:endParaRPr>
          </a:p>
          <a:p>
            <a:pPr algn="l"/>
            <a:r>
              <a:rPr lang="en-US">
                <a:solidFill>
                  <a:srgbClr val="FFFFFF"/>
                </a:solidFill>
              </a:rPr>
              <a:t>2</a:t>
            </a:r>
            <a:r>
              <a:rPr lang="en-US">
                <a:solidFill>
                  <a:srgbClr val="FFFFFF"/>
                </a:solidFill>
              </a:rPr>
              <a:t>.</a:t>
            </a:r>
            <a:r>
              <a:rPr lang="en-US">
                <a:solidFill>
                  <a:srgbClr val="FFFFFF"/>
                </a:solidFill>
              </a:rPr>
              <a:t>Q</a:t>
            </a:r>
            <a:r>
              <a:rPr lang="en-US">
                <a:solidFill>
                  <a:srgbClr val="FFFFFF"/>
                </a:solidFill>
              </a:rPr>
              <a:t>u</a:t>
            </a:r>
            <a:r>
              <a:rPr lang="en-US">
                <a:solidFill>
                  <a:srgbClr val="FFFFFF"/>
                </a:solidFill>
              </a:rPr>
              <a:t>a</a:t>
            </a:r>
            <a:r>
              <a:rPr lang="en-US">
                <a:solidFill>
                  <a:srgbClr val="FFFFFF"/>
                </a:solidFill>
              </a:rPr>
              <a:t>l</a:t>
            </a:r>
            <a:r>
              <a:rPr lang="en-US">
                <a:solidFill>
                  <a:srgbClr val="FFFFFF"/>
                </a:solidFill>
              </a:rPr>
              <a:t>i</a:t>
            </a:r>
            <a:r>
              <a:rPr lang="en-US">
                <a:solidFill>
                  <a:srgbClr val="FFFFFF"/>
                </a:solidFill>
              </a:rPr>
              <a:t>t</a:t>
            </a:r>
            <a:r>
              <a:rPr lang="en-US">
                <a:solidFill>
                  <a:srgbClr val="FFFFFF"/>
                </a:solidFill>
              </a:rPr>
              <a:t>y</a:t>
            </a:r>
            <a:r>
              <a:rPr lang="en-US">
                <a:solidFill>
                  <a:srgbClr val="FFFFFF"/>
                </a:solidFill>
              </a:rPr>
              <a:t> </a:t>
            </a:r>
            <a:r>
              <a:rPr lang="en-US">
                <a:solidFill>
                  <a:srgbClr val="FFFFFF"/>
                </a:solidFill>
              </a:rPr>
              <a:t>m</a:t>
            </a:r>
            <a:r>
              <a:rPr lang="en-US">
                <a:solidFill>
                  <a:srgbClr val="FFFFFF"/>
                </a:solidFill>
              </a:rPr>
              <a:t>a</a:t>
            </a:r>
            <a:r>
              <a:rPr lang="en-US">
                <a:solidFill>
                  <a:srgbClr val="FFFFFF"/>
                </a:solidFill>
              </a:rPr>
              <a:t>n</a:t>
            </a:r>
            <a:r>
              <a:rPr lang="en-US">
                <a:solidFill>
                  <a:srgbClr val="FFFFFF"/>
                </a:solidFill>
              </a:rPr>
              <a:t>a</a:t>
            </a:r>
            <a:r>
              <a:rPr lang="en-US">
                <a:solidFill>
                  <a:srgbClr val="FFFFFF"/>
                </a:solidFill>
              </a:rPr>
              <a:t>g</a:t>
            </a:r>
            <a:r>
              <a:rPr lang="en-US">
                <a:solidFill>
                  <a:srgbClr val="FFFFFF"/>
                </a:solidFill>
              </a:rPr>
              <a:t>ement </a:t>
            </a:r>
            <a:r>
              <a:rPr lang="en-US">
                <a:solidFill>
                  <a:srgbClr val="FFFFFF"/>
                </a:solidFill>
              </a:rPr>
              <a:t>p</a:t>
            </a:r>
            <a:r>
              <a:rPr lang="en-US">
                <a:solidFill>
                  <a:srgbClr val="FFFFFF"/>
                </a:solidFill>
              </a:rPr>
              <a:t>l</a:t>
            </a:r>
            <a:r>
              <a:rPr lang="en-US">
                <a:solidFill>
                  <a:srgbClr val="FFFFFF"/>
                </a:solidFill>
              </a:rPr>
              <a:t>a</a:t>
            </a:r>
            <a:r>
              <a:rPr lang="en-US">
                <a:solidFill>
                  <a:srgbClr val="FFFFFF"/>
                </a:solidFill>
              </a:rPr>
              <a:t>n</a:t>
            </a:r>
            <a:endParaRPr lang="en-US">
              <a:solidFill>
                <a:srgbClr val="FFFFFF"/>
              </a:solidFill>
            </a:endParaRPr>
          </a:p>
          <a:p>
            <a:pPr algn="l"/>
            <a:r>
              <a:rPr lang="en-US">
                <a:solidFill>
                  <a:srgbClr val="FFFFFF"/>
                </a:solidFill>
              </a:rPr>
              <a:t>3</a:t>
            </a:r>
            <a:r>
              <a:rPr lang="en-US">
                <a:solidFill>
                  <a:srgbClr val="FFFFFF"/>
                </a:solidFill>
              </a:rPr>
              <a:t>.</a:t>
            </a:r>
            <a:r>
              <a:rPr lang="en-US">
                <a:solidFill>
                  <a:srgbClr val="FFFFFF"/>
                </a:solidFill>
              </a:rPr>
              <a:t>O</a:t>
            </a:r>
            <a:r>
              <a:rPr lang="en-US">
                <a:solidFill>
                  <a:srgbClr val="FFFFFF"/>
                </a:solidFill>
              </a:rPr>
              <a:t>p</a:t>
            </a:r>
            <a:r>
              <a:rPr lang="en-US">
                <a:solidFill>
                  <a:srgbClr val="FFFFFF"/>
                </a:solidFill>
              </a:rPr>
              <a:t>e</a:t>
            </a:r>
            <a:r>
              <a:rPr lang="en-US">
                <a:solidFill>
                  <a:srgbClr val="FFFFFF"/>
                </a:solidFill>
              </a:rPr>
              <a:t>r</a:t>
            </a:r>
            <a:r>
              <a:rPr lang="en-US">
                <a:solidFill>
                  <a:srgbClr val="FFFFFF"/>
                </a:solidFill>
              </a:rPr>
              <a:t>a</a:t>
            </a:r>
            <a:r>
              <a:rPr lang="en-US">
                <a:solidFill>
                  <a:srgbClr val="FFFFFF"/>
                </a:solidFill>
              </a:rPr>
              <a:t>t</a:t>
            </a:r>
            <a:r>
              <a:rPr lang="en-US">
                <a:solidFill>
                  <a:srgbClr val="FFFFFF"/>
                </a:solidFill>
              </a:rPr>
              <a:t>i</a:t>
            </a:r>
            <a:r>
              <a:rPr lang="en-US">
                <a:solidFill>
                  <a:srgbClr val="FFFFFF"/>
                </a:solidFill>
              </a:rPr>
              <a:t>o</a:t>
            </a:r>
            <a:r>
              <a:rPr lang="en-US">
                <a:solidFill>
                  <a:srgbClr val="FFFFFF"/>
                </a:solidFill>
              </a:rPr>
              <a:t>n</a:t>
            </a:r>
            <a:r>
              <a:rPr lang="en-US">
                <a:solidFill>
                  <a:srgbClr val="FFFFFF"/>
                </a:solidFill>
              </a:rPr>
              <a:t>a</a:t>
            </a:r>
            <a:r>
              <a:rPr lang="en-US">
                <a:solidFill>
                  <a:srgbClr val="FFFFFF"/>
                </a:solidFill>
              </a:rPr>
              <a:t>l</a:t>
            </a:r>
            <a:r>
              <a:rPr lang="en-US">
                <a:solidFill>
                  <a:srgbClr val="FFFFFF"/>
                </a:solidFill>
              </a:rPr>
              <a:t> </a:t>
            </a:r>
            <a:r>
              <a:rPr lang="en-US">
                <a:solidFill>
                  <a:srgbClr val="FFFFFF"/>
                </a:solidFill>
              </a:rPr>
              <a:t>d</a:t>
            </a:r>
            <a:r>
              <a:rPr lang="en-US">
                <a:solidFill>
                  <a:srgbClr val="FFFFFF"/>
                </a:solidFill>
              </a:rPr>
              <a:t>e</a:t>
            </a:r>
            <a:r>
              <a:rPr lang="en-US">
                <a:solidFill>
                  <a:srgbClr val="FFFFFF"/>
                </a:solidFill>
              </a:rPr>
              <a:t>f</a:t>
            </a:r>
            <a:r>
              <a:rPr lang="en-US">
                <a:solidFill>
                  <a:srgbClr val="FFFFFF"/>
                </a:solidFill>
              </a:rPr>
              <a:t>i</a:t>
            </a:r>
            <a:r>
              <a:rPr lang="en-US">
                <a:solidFill>
                  <a:srgbClr val="FFFFFF"/>
                </a:solidFill>
              </a:rPr>
              <a:t>n</a:t>
            </a:r>
            <a:r>
              <a:rPr lang="en-US">
                <a:solidFill>
                  <a:srgbClr val="FFFFFF"/>
                </a:solidFill>
              </a:rPr>
              <a:t>ition </a:t>
            </a:r>
            <a:endParaRPr lang="en-US">
              <a:solidFill>
                <a:srgbClr val="FFFFFF"/>
              </a:solidFill>
            </a:endParaRPr>
          </a:p>
          <a:p>
            <a:pPr algn="l"/>
            <a:r>
              <a:rPr lang="en-US">
                <a:solidFill>
                  <a:srgbClr val="FFFFFF"/>
                </a:solidFill>
              </a:rPr>
              <a:t>4</a:t>
            </a:r>
            <a:r>
              <a:rPr lang="en-US">
                <a:solidFill>
                  <a:srgbClr val="FFFFFF"/>
                </a:solidFill>
              </a:rPr>
              <a:t>.</a:t>
            </a:r>
            <a:r>
              <a:rPr lang="en-US">
                <a:solidFill>
                  <a:srgbClr val="FFFFFF"/>
                </a:solidFill>
              </a:rPr>
              <a:t>C</a:t>
            </a:r>
            <a:r>
              <a:rPr lang="en-US">
                <a:solidFill>
                  <a:srgbClr val="FFFFFF"/>
                </a:solidFill>
              </a:rPr>
              <a:t>h</a:t>
            </a:r>
            <a:r>
              <a:rPr lang="en-US">
                <a:solidFill>
                  <a:srgbClr val="FFFFFF"/>
                </a:solidFill>
              </a:rPr>
              <a:t>e</a:t>
            </a:r>
            <a:r>
              <a:rPr lang="en-US">
                <a:solidFill>
                  <a:srgbClr val="FFFFFF"/>
                </a:solidFill>
              </a:rPr>
              <a:t>c</a:t>
            </a:r>
            <a:r>
              <a:rPr lang="en-US">
                <a:solidFill>
                  <a:srgbClr val="FFFFFF"/>
                </a:solidFill>
              </a:rPr>
              <a:t>k</a:t>
            </a:r>
            <a:r>
              <a:rPr lang="en-US">
                <a:solidFill>
                  <a:srgbClr val="FFFFFF"/>
                </a:solidFill>
              </a:rPr>
              <a:t>l</a:t>
            </a:r>
            <a:r>
              <a:rPr lang="en-US">
                <a:solidFill>
                  <a:srgbClr val="FFFFFF"/>
                </a:solidFill>
              </a:rPr>
              <a:t>i</a:t>
            </a:r>
            <a:r>
              <a:rPr lang="en-US">
                <a:solidFill>
                  <a:srgbClr val="FFFFFF"/>
                </a:solidFill>
              </a:rPr>
              <a:t>s</a:t>
            </a:r>
            <a:r>
              <a:rPr lang="en-US">
                <a:solidFill>
                  <a:srgbClr val="FFFFFF"/>
                </a:solidFill>
              </a:rPr>
              <a:t>t</a:t>
            </a:r>
            <a:r>
              <a:rPr lang="en-US">
                <a:solidFill>
                  <a:srgbClr val="FFFFFF"/>
                </a:solidFill>
              </a:rPr>
              <a:t>s</a:t>
            </a:r>
            <a:endParaRPr lang="en-US">
              <a:solidFill>
                <a:srgbClr val="FFFFFF"/>
              </a:solidFill>
            </a:endParaRPr>
          </a:p>
        </p:txBody>
      </p:sp>
      <p:sp>
        <p:nvSpPr>
          <p:cNvPr id="1048748" name=""/>
          <p:cNvSpPr/>
          <p:nvPr/>
        </p:nvSpPr>
        <p:spPr>
          <a:xfrm>
            <a:off x="3881301" y="1905000"/>
            <a:ext cx="2440935" cy="4316511"/>
          </a:xfrm>
          <a:prstGeom prst="rect"/>
          <a:solidFill>
            <a:srgbClr val="808080"/>
          </a:solidFill>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l"/>
            <a:r>
              <a:rPr lang="en-US">
                <a:solidFill>
                  <a:srgbClr val="FFFFFF"/>
                </a:solidFill>
              </a:rPr>
              <a:t>1</a:t>
            </a:r>
            <a:r>
              <a:rPr lang="en-US">
                <a:solidFill>
                  <a:srgbClr val="FFFFFF"/>
                </a:solidFill>
              </a:rPr>
              <a:t>.</a:t>
            </a:r>
            <a:r>
              <a:rPr lang="en-US">
                <a:solidFill>
                  <a:srgbClr val="FFFFFF"/>
                </a:solidFill>
              </a:rPr>
              <a:t>I</a:t>
            </a:r>
            <a:r>
              <a:rPr lang="en-US">
                <a:solidFill>
                  <a:srgbClr val="FFFFFF"/>
                </a:solidFill>
              </a:rPr>
              <a:t>n</a:t>
            </a:r>
            <a:r>
              <a:rPr lang="en-US">
                <a:solidFill>
                  <a:srgbClr val="FFFFFF"/>
                </a:solidFill>
              </a:rPr>
              <a:t>s</a:t>
            </a:r>
            <a:r>
              <a:rPr lang="en-US">
                <a:solidFill>
                  <a:srgbClr val="FFFFFF"/>
                </a:solidFill>
              </a:rPr>
              <a:t>p</a:t>
            </a:r>
            <a:r>
              <a:rPr lang="en-US">
                <a:solidFill>
                  <a:srgbClr val="FFFFFF"/>
                </a:solidFill>
              </a:rPr>
              <a:t>e</a:t>
            </a:r>
            <a:r>
              <a:rPr lang="en-US">
                <a:solidFill>
                  <a:srgbClr val="FFFFFF"/>
                </a:solidFill>
              </a:rPr>
              <a:t>c</a:t>
            </a:r>
            <a:r>
              <a:rPr lang="en-US">
                <a:solidFill>
                  <a:srgbClr val="FFFFFF"/>
                </a:solidFill>
              </a:rPr>
              <a:t>t</a:t>
            </a:r>
            <a:r>
              <a:rPr lang="en-US">
                <a:solidFill>
                  <a:srgbClr val="FFFFFF"/>
                </a:solidFill>
              </a:rPr>
              <a:t>i</a:t>
            </a:r>
            <a:r>
              <a:rPr lang="en-US">
                <a:solidFill>
                  <a:srgbClr val="FFFFFF"/>
                </a:solidFill>
              </a:rPr>
              <a:t>o</a:t>
            </a:r>
            <a:r>
              <a:rPr lang="en-US">
                <a:solidFill>
                  <a:srgbClr val="FFFFFF"/>
                </a:solidFill>
              </a:rPr>
              <a:t>n</a:t>
            </a:r>
            <a:r>
              <a:rPr lang="en-US">
                <a:solidFill>
                  <a:srgbClr val="FFFFFF"/>
                </a:solidFill>
              </a:rPr>
              <a:t> </a:t>
            </a:r>
            <a:endParaRPr lang="en-US">
              <a:solidFill>
                <a:srgbClr val="FFFFFF"/>
              </a:solidFill>
            </a:endParaRPr>
          </a:p>
          <a:p>
            <a:pPr algn="l"/>
            <a:r>
              <a:rPr lang="en-US">
                <a:solidFill>
                  <a:srgbClr val="FFFFFF"/>
                </a:solidFill>
              </a:rPr>
              <a:t>2</a:t>
            </a:r>
            <a:r>
              <a:rPr lang="en-US">
                <a:solidFill>
                  <a:srgbClr val="FFFFFF"/>
                </a:solidFill>
              </a:rPr>
              <a:t>.</a:t>
            </a:r>
            <a:r>
              <a:rPr lang="en-US">
                <a:solidFill>
                  <a:srgbClr val="FFFFFF"/>
                </a:solidFill>
              </a:rPr>
              <a:t>C</a:t>
            </a:r>
            <a:r>
              <a:rPr lang="en-US">
                <a:solidFill>
                  <a:srgbClr val="FFFFFF"/>
                </a:solidFill>
              </a:rPr>
              <a:t>o</a:t>
            </a:r>
            <a:r>
              <a:rPr lang="en-US">
                <a:solidFill>
                  <a:srgbClr val="FFFFFF"/>
                </a:solidFill>
              </a:rPr>
              <a:t>n</a:t>
            </a:r>
            <a:r>
              <a:rPr lang="en-US">
                <a:solidFill>
                  <a:srgbClr val="FFFFFF"/>
                </a:solidFill>
              </a:rPr>
              <a:t>t</a:t>
            </a:r>
            <a:r>
              <a:rPr lang="en-US">
                <a:solidFill>
                  <a:srgbClr val="FFFFFF"/>
                </a:solidFill>
              </a:rPr>
              <a:t>r</a:t>
            </a:r>
            <a:r>
              <a:rPr lang="en-US">
                <a:solidFill>
                  <a:srgbClr val="FFFFFF"/>
                </a:solidFill>
              </a:rPr>
              <a:t>o</a:t>
            </a:r>
            <a:r>
              <a:rPr lang="en-US">
                <a:solidFill>
                  <a:srgbClr val="FFFFFF"/>
                </a:solidFill>
              </a:rPr>
              <a:t>l</a:t>
            </a:r>
            <a:r>
              <a:rPr lang="en-US">
                <a:solidFill>
                  <a:srgbClr val="FFFFFF"/>
                </a:solidFill>
              </a:rPr>
              <a:t> </a:t>
            </a:r>
            <a:r>
              <a:rPr lang="en-US">
                <a:solidFill>
                  <a:srgbClr val="FFFFFF"/>
                </a:solidFill>
              </a:rPr>
              <a:t>c</a:t>
            </a:r>
            <a:r>
              <a:rPr lang="en-US">
                <a:solidFill>
                  <a:srgbClr val="FFFFFF"/>
                </a:solidFill>
              </a:rPr>
              <a:t>h</a:t>
            </a:r>
            <a:r>
              <a:rPr lang="en-US">
                <a:solidFill>
                  <a:srgbClr val="FFFFFF"/>
                </a:solidFill>
              </a:rPr>
              <a:t>a</a:t>
            </a:r>
            <a:r>
              <a:rPr lang="en-US">
                <a:solidFill>
                  <a:srgbClr val="FFFFFF"/>
                </a:solidFill>
              </a:rPr>
              <a:t>r</a:t>
            </a:r>
            <a:r>
              <a:rPr lang="en-US">
                <a:solidFill>
                  <a:srgbClr val="FFFFFF"/>
                </a:solidFill>
              </a:rPr>
              <a:t>t</a:t>
            </a:r>
            <a:r>
              <a:rPr lang="en-US">
                <a:solidFill>
                  <a:srgbClr val="FFFFFF"/>
                </a:solidFill>
              </a:rPr>
              <a:t> </a:t>
            </a:r>
            <a:endParaRPr lang="en-US">
              <a:solidFill>
                <a:srgbClr val="FFFFFF"/>
              </a:solidFill>
            </a:endParaRPr>
          </a:p>
          <a:p>
            <a:pPr algn="l"/>
            <a:r>
              <a:rPr lang="en-US">
                <a:solidFill>
                  <a:srgbClr val="FFFFFF"/>
                </a:solidFill>
              </a:rPr>
              <a:t>3</a:t>
            </a:r>
            <a:r>
              <a:rPr lang="en-US">
                <a:solidFill>
                  <a:srgbClr val="FFFFFF"/>
                </a:solidFill>
              </a:rPr>
              <a:t>.</a:t>
            </a:r>
            <a:r>
              <a:rPr lang="en-US">
                <a:solidFill>
                  <a:srgbClr val="FFFFFF"/>
                </a:solidFill>
              </a:rPr>
              <a:t>P</a:t>
            </a:r>
            <a:r>
              <a:rPr lang="en-US">
                <a:solidFill>
                  <a:srgbClr val="FFFFFF"/>
                </a:solidFill>
              </a:rPr>
              <a:t>a</a:t>
            </a:r>
            <a:r>
              <a:rPr lang="en-US">
                <a:solidFill>
                  <a:srgbClr val="FFFFFF"/>
                </a:solidFill>
              </a:rPr>
              <a:t>r</a:t>
            </a:r>
            <a:r>
              <a:rPr lang="en-US">
                <a:solidFill>
                  <a:srgbClr val="FFFFFF"/>
                </a:solidFill>
              </a:rPr>
              <a:t>e</a:t>
            </a:r>
            <a:r>
              <a:rPr lang="en-US">
                <a:solidFill>
                  <a:srgbClr val="FFFFFF"/>
                </a:solidFill>
              </a:rPr>
              <a:t>t</a:t>
            </a:r>
            <a:r>
              <a:rPr lang="en-US">
                <a:solidFill>
                  <a:srgbClr val="FFFFFF"/>
                </a:solidFill>
              </a:rPr>
              <a:t>o</a:t>
            </a:r>
            <a:r>
              <a:rPr lang="en-US">
                <a:solidFill>
                  <a:srgbClr val="FFFFFF"/>
                </a:solidFill>
              </a:rPr>
              <a:t> </a:t>
            </a:r>
            <a:r>
              <a:rPr lang="en-US">
                <a:solidFill>
                  <a:srgbClr val="FFFFFF"/>
                </a:solidFill>
              </a:rPr>
              <a:t>d</a:t>
            </a:r>
            <a:r>
              <a:rPr lang="en-US">
                <a:solidFill>
                  <a:srgbClr val="FFFFFF"/>
                </a:solidFill>
              </a:rPr>
              <a:t>i</a:t>
            </a:r>
            <a:r>
              <a:rPr lang="en-US">
                <a:solidFill>
                  <a:srgbClr val="FFFFFF"/>
                </a:solidFill>
              </a:rPr>
              <a:t>a</a:t>
            </a:r>
            <a:r>
              <a:rPr lang="en-US">
                <a:solidFill>
                  <a:srgbClr val="FFFFFF"/>
                </a:solidFill>
              </a:rPr>
              <a:t>g</a:t>
            </a:r>
            <a:r>
              <a:rPr lang="en-US">
                <a:solidFill>
                  <a:srgbClr val="FFFFFF"/>
                </a:solidFill>
              </a:rPr>
              <a:t>r</a:t>
            </a:r>
            <a:r>
              <a:rPr lang="en-US">
                <a:solidFill>
                  <a:srgbClr val="FFFFFF"/>
                </a:solidFill>
              </a:rPr>
              <a:t>a</a:t>
            </a:r>
            <a:r>
              <a:rPr lang="en-US">
                <a:solidFill>
                  <a:srgbClr val="FFFFFF"/>
                </a:solidFill>
              </a:rPr>
              <a:t>m </a:t>
            </a:r>
            <a:endParaRPr lang="en-US">
              <a:solidFill>
                <a:srgbClr val="FFFFFF"/>
              </a:solidFill>
            </a:endParaRPr>
          </a:p>
          <a:p>
            <a:pPr algn="l"/>
            <a:r>
              <a:rPr lang="en-US">
                <a:solidFill>
                  <a:srgbClr val="FFFFFF"/>
                </a:solidFill>
              </a:rPr>
              <a:t>4</a:t>
            </a:r>
            <a:r>
              <a:rPr lang="en-US">
                <a:solidFill>
                  <a:srgbClr val="FFFFFF"/>
                </a:solidFill>
              </a:rPr>
              <a:t>.</a:t>
            </a:r>
            <a:r>
              <a:rPr lang="en-US">
                <a:solidFill>
                  <a:srgbClr val="FFFFFF"/>
                </a:solidFill>
              </a:rPr>
              <a:t>S</a:t>
            </a:r>
            <a:r>
              <a:rPr lang="en-US">
                <a:solidFill>
                  <a:srgbClr val="FFFFFF"/>
                </a:solidFill>
              </a:rPr>
              <a:t>t</a:t>
            </a:r>
            <a:r>
              <a:rPr lang="en-US">
                <a:solidFill>
                  <a:srgbClr val="FFFFFF"/>
                </a:solidFill>
              </a:rPr>
              <a:t>a</a:t>
            </a:r>
            <a:r>
              <a:rPr lang="en-US">
                <a:solidFill>
                  <a:srgbClr val="FFFFFF"/>
                </a:solidFill>
              </a:rPr>
              <a:t>t</a:t>
            </a:r>
            <a:r>
              <a:rPr lang="en-US">
                <a:solidFill>
                  <a:srgbClr val="FFFFFF"/>
                </a:solidFill>
              </a:rPr>
              <a:t>i</a:t>
            </a:r>
            <a:r>
              <a:rPr lang="en-US">
                <a:solidFill>
                  <a:srgbClr val="FFFFFF"/>
                </a:solidFill>
              </a:rPr>
              <a:t>s</a:t>
            </a:r>
            <a:r>
              <a:rPr lang="en-US">
                <a:solidFill>
                  <a:srgbClr val="FFFFFF"/>
                </a:solidFill>
              </a:rPr>
              <a:t>t</a:t>
            </a:r>
            <a:r>
              <a:rPr lang="en-US">
                <a:solidFill>
                  <a:srgbClr val="FFFFFF"/>
                </a:solidFill>
              </a:rPr>
              <a:t>i</a:t>
            </a:r>
            <a:r>
              <a:rPr lang="en-US">
                <a:solidFill>
                  <a:srgbClr val="FFFFFF"/>
                </a:solidFill>
              </a:rPr>
              <a:t>c</a:t>
            </a:r>
            <a:r>
              <a:rPr lang="en-US">
                <a:solidFill>
                  <a:srgbClr val="FFFFFF"/>
                </a:solidFill>
              </a:rPr>
              <a:t>a</a:t>
            </a:r>
            <a:r>
              <a:rPr lang="en-US">
                <a:solidFill>
                  <a:srgbClr val="FFFFFF"/>
                </a:solidFill>
              </a:rPr>
              <a:t>l</a:t>
            </a:r>
            <a:r>
              <a:rPr lang="en-US">
                <a:solidFill>
                  <a:srgbClr val="FFFFFF"/>
                </a:solidFill>
              </a:rPr>
              <a:t> </a:t>
            </a:r>
            <a:r>
              <a:rPr lang="en-US">
                <a:solidFill>
                  <a:srgbClr val="FFFFFF"/>
                </a:solidFill>
              </a:rPr>
              <a:t>s</a:t>
            </a:r>
            <a:r>
              <a:rPr lang="en-US">
                <a:solidFill>
                  <a:srgbClr val="FFFFFF"/>
                </a:solidFill>
              </a:rPr>
              <a:t>a</a:t>
            </a:r>
            <a:r>
              <a:rPr lang="en-US">
                <a:solidFill>
                  <a:srgbClr val="FFFFFF"/>
                </a:solidFill>
              </a:rPr>
              <a:t>m</a:t>
            </a:r>
            <a:r>
              <a:rPr lang="en-US">
                <a:solidFill>
                  <a:srgbClr val="FFFFFF"/>
                </a:solidFill>
              </a:rPr>
              <a:t>p</a:t>
            </a:r>
            <a:r>
              <a:rPr lang="en-US">
                <a:solidFill>
                  <a:srgbClr val="FFFFFF"/>
                </a:solidFill>
              </a:rPr>
              <a:t>l</a:t>
            </a:r>
            <a:r>
              <a:rPr lang="en-US">
                <a:solidFill>
                  <a:srgbClr val="FFFFFF"/>
                </a:solidFill>
              </a:rPr>
              <a:t>i</a:t>
            </a:r>
            <a:r>
              <a:rPr lang="en-US">
                <a:solidFill>
                  <a:srgbClr val="FFFFFF"/>
                </a:solidFill>
              </a:rPr>
              <a:t>ng </a:t>
            </a:r>
            <a:endParaRPr lang="en-US">
              <a:solidFill>
                <a:srgbClr val="FFFFFF"/>
              </a:solidFill>
            </a:endParaRPr>
          </a:p>
          <a:p>
            <a:pPr algn="l"/>
            <a:r>
              <a:rPr lang="en-US">
                <a:solidFill>
                  <a:srgbClr val="FFFFFF"/>
                </a:solidFill>
              </a:rPr>
              <a:t>5</a:t>
            </a:r>
            <a:r>
              <a:rPr lang="en-US">
                <a:solidFill>
                  <a:srgbClr val="FFFFFF"/>
                </a:solidFill>
              </a:rPr>
              <a:t>.</a:t>
            </a:r>
            <a:r>
              <a:rPr lang="en-US">
                <a:solidFill>
                  <a:srgbClr val="FFFFFF"/>
                </a:solidFill>
              </a:rPr>
              <a:t>F</a:t>
            </a:r>
            <a:r>
              <a:rPr lang="en-US">
                <a:solidFill>
                  <a:srgbClr val="FFFFFF"/>
                </a:solidFill>
              </a:rPr>
              <a:t>l</a:t>
            </a:r>
            <a:r>
              <a:rPr lang="en-US">
                <a:solidFill>
                  <a:srgbClr val="FFFFFF"/>
                </a:solidFill>
              </a:rPr>
              <a:t>o</a:t>
            </a:r>
            <a:r>
              <a:rPr lang="en-US">
                <a:solidFill>
                  <a:srgbClr val="FFFFFF"/>
                </a:solidFill>
              </a:rPr>
              <a:t>w</a:t>
            </a:r>
            <a:r>
              <a:rPr lang="en-US">
                <a:solidFill>
                  <a:srgbClr val="FFFFFF"/>
                </a:solidFill>
              </a:rPr>
              <a:t>c</a:t>
            </a:r>
            <a:r>
              <a:rPr lang="en-US">
                <a:solidFill>
                  <a:srgbClr val="FFFFFF"/>
                </a:solidFill>
              </a:rPr>
              <a:t>h</a:t>
            </a:r>
            <a:r>
              <a:rPr lang="en-US">
                <a:solidFill>
                  <a:srgbClr val="FFFFFF"/>
                </a:solidFill>
              </a:rPr>
              <a:t>a</a:t>
            </a:r>
            <a:r>
              <a:rPr lang="en-US">
                <a:solidFill>
                  <a:srgbClr val="FFFFFF"/>
                </a:solidFill>
              </a:rPr>
              <a:t>r</a:t>
            </a:r>
            <a:r>
              <a:rPr lang="en-US">
                <a:solidFill>
                  <a:srgbClr val="FFFFFF"/>
                </a:solidFill>
              </a:rPr>
              <a:t>t</a:t>
            </a:r>
            <a:r>
              <a:rPr lang="en-US">
                <a:solidFill>
                  <a:srgbClr val="FFFFFF"/>
                </a:solidFill>
              </a:rPr>
              <a:t>i</a:t>
            </a:r>
            <a:r>
              <a:rPr lang="en-US">
                <a:solidFill>
                  <a:srgbClr val="FFFFFF"/>
                </a:solidFill>
              </a:rPr>
              <a:t>n</a:t>
            </a:r>
            <a:r>
              <a:rPr lang="en-US">
                <a:solidFill>
                  <a:srgbClr val="FFFFFF"/>
                </a:solidFill>
              </a:rPr>
              <a:t>g</a:t>
            </a:r>
            <a:endParaRPr lang="en-US">
              <a:solidFill>
                <a:srgbClr val="FFFFFF"/>
              </a:solidFill>
            </a:endParaRPr>
          </a:p>
          <a:p>
            <a:pPr algn="l"/>
            <a:r>
              <a:rPr lang="en-US">
                <a:solidFill>
                  <a:srgbClr val="FFFFFF"/>
                </a:solidFill>
              </a:rPr>
              <a:t>6</a:t>
            </a:r>
            <a:r>
              <a:rPr lang="en-US">
                <a:solidFill>
                  <a:srgbClr val="FFFFFF"/>
                </a:solidFill>
              </a:rPr>
              <a:t>.</a:t>
            </a:r>
            <a:r>
              <a:rPr lang="en-US">
                <a:solidFill>
                  <a:srgbClr val="FFFFFF"/>
                </a:solidFill>
              </a:rPr>
              <a:t>T</a:t>
            </a:r>
            <a:r>
              <a:rPr lang="en-US">
                <a:solidFill>
                  <a:srgbClr val="FFFFFF"/>
                </a:solidFill>
              </a:rPr>
              <a:t>r</a:t>
            </a:r>
            <a:r>
              <a:rPr lang="en-US">
                <a:solidFill>
                  <a:srgbClr val="FFFFFF"/>
                </a:solidFill>
              </a:rPr>
              <a:t>e</a:t>
            </a:r>
            <a:r>
              <a:rPr lang="en-US">
                <a:solidFill>
                  <a:srgbClr val="FFFFFF"/>
                </a:solidFill>
              </a:rPr>
              <a:t>n</a:t>
            </a:r>
            <a:r>
              <a:rPr lang="en-US">
                <a:solidFill>
                  <a:srgbClr val="FFFFFF"/>
                </a:solidFill>
              </a:rPr>
              <a:t>d</a:t>
            </a:r>
            <a:r>
              <a:rPr lang="en-US">
                <a:solidFill>
                  <a:srgbClr val="FFFFFF"/>
                </a:solidFill>
              </a:rPr>
              <a:t> </a:t>
            </a:r>
            <a:r>
              <a:rPr lang="en-US">
                <a:solidFill>
                  <a:srgbClr val="FFFFFF"/>
                </a:solidFill>
              </a:rPr>
              <a:t>a</a:t>
            </a:r>
            <a:r>
              <a:rPr lang="en-US">
                <a:solidFill>
                  <a:srgbClr val="FFFFFF"/>
                </a:solidFill>
              </a:rPr>
              <a:t>n</a:t>
            </a:r>
            <a:r>
              <a:rPr lang="en-US">
                <a:solidFill>
                  <a:srgbClr val="FFFFFF"/>
                </a:solidFill>
              </a:rPr>
              <a:t>a</a:t>
            </a:r>
            <a:r>
              <a:rPr lang="en-US">
                <a:solidFill>
                  <a:srgbClr val="FFFFFF"/>
                </a:solidFill>
              </a:rPr>
              <a:t>l</a:t>
            </a:r>
            <a:r>
              <a:rPr lang="en-US">
                <a:solidFill>
                  <a:srgbClr val="FFFFFF"/>
                </a:solidFill>
              </a:rPr>
              <a:t>y</a:t>
            </a:r>
            <a:r>
              <a:rPr lang="en-US">
                <a:solidFill>
                  <a:srgbClr val="FFFFFF"/>
                </a:solidFill>
              </a:rPr>
              <a:t>s</a:t>
            </a:r>
            <a:r>
              <a:rPr lang="en-US">
                <a:solidFill>
                  <a:srgbClr val="FFFFFF"/>
                </a:solidFill>
              </a:rPr>
              <a:t>i</a:t>
            </a:r>
            <a:r>
              <a:rPr lang="en-US">
                <a:solidFill>
                  <a:srgbClr val="FFFFFF"/>
                </a:solidFill>
              </a:rPr>
              <a:t>s</a:t>
            </a:r>
            <a:endParaRPr lang="en-US">
              <a:solidFill>
                <a:srgbClr val="FFFFFF"/>
              </a:solidFill>
            </a:endParaRPr>
          </a:p>
        </p:txBody>
      </p:sp>
      <p:sp>
        <p:nvSpPr>
          <p:cNvPr id="1048749" name=""/>
          <p:cNvSpPr/>
          <p:nvPr/>
        </p:nvSpPr>
        <p:spPr>
          <a:xfrm>
            <a:off x="6675025" y="1904999"/>
            <a:ext cx="2440935" cy="4316511"/>
          </a:xfrm>
          <a:prstGeom prst="rect"/>
          <a:solidFill>
            <a:srgbClr val="808080"/>
          </a:solidFill>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l"/>
            <a:r>
              <a:rPr lang="en-US">
                <a:solidFill>
                  <a:srgbClr val="FFFFFF"/>
                </a:solidFill>
              </a:rPr>
              <a:t>1</a:t>
            </a:r>
            <a:r>
              <a:rPr lang="en-US">
                <a:solidFill>
                  <a:srgbClr val="FFFFFF"/>
                </a:solidFill>
              </a:rPr>
              <a:t>.</a:t>
            </a:r>
            <a:r>
              <a:rPr lang="en-US">
                <a:solidFill>
                  <a:srgbClr val="FFFFFF"/>
                </a:solidFill>
              </a:rPr>
              <a:t>Q</a:t>
            </a:r>
            <a:r>
              <a:rPr lang="en-US">
                <a:solidFill>
                  <a:srgbClr val="FFFFFF"/>
                </a:solidFill>
              </a:rPr>
              <a:t>a</a:t>
            </a:r>
            <a:r>
              <a:rPr lang="en-US">
                <a:solidFill>
                  <a:srgbClr val="FFFFFF"/>
                </a:solidFill>
              </a:rPr>
              <a:t>u</a:t>
            </a:r>
            <a:r>
              <a:rPr lang="en-US">
                <a:solidFill>
                  <a:srgbClr val="FFFFFF"/>
                </a:solidFill>
              </a:rPr>
              <a:t>l</a:t>
            </a:r>
            <a:r>
              <a:rPr lang="en-US">
                <a:solidFill>
                  <a:srgbClr val="FFFFFF"/>
                </a:solidFill>
              </a:rPr>
              <a:t>i</a:t>
            </a:r>
            <a:r>
              <a:rPr lang="en-US">
                <a:solidFill>
                  <a:srgbClr val="FFFFFF"/>
                </a:solidFill>
              </a:rPr>
              <a:t>t</a:t>
            </a:r>
            <a:r>
              <a:rPr lang="en-US">
                <a:solidFill>
                  <a:srgbClr val="FFFFFF"/>
                </a:solidFill>
              </a:rPr>
              <a:t>y</a:t>
            </a:r>
            <a:r>
              <a:rPr lang="en-US">
                <a:solidFill>
                  <a:srgbClr val="FFFFFF"/>
                </a:solidFill>
              </a:rPr>
              <a:t> </a:t>
            </a:r>
            <a:r>
              <a:rPr lang="en-US">
                <a:solidFill>
                  <a:srgbClr val="FFFFFF"/>
                </a:solidFill>
              </a:rPr>
              <a:t>i</a:t>
            </a:r>
            <a:r>
              <a:rPr lang="en-US">
                <a:solidFill>
                  <a:srgbClr val="FFFFFF"/>
                </a:solidFill>
              </a:rPr>
              <a:t>m</a:t>
            </a:r>
            <a:r>
              <a:rPr lang="en-US">
                <a:solidFill>
                  <a:srgbClr val="FFFFFF"/>
                </a:solidFill>
              </a:rPr>
              <a:t>p</a:t>
            </a:r>
            <a:r>
              <a:rPr lang="en-US">
                <a:solidFill>
                  <a:srgbClr val="FFFFFF"/>
                </a:solidFill>
              </a:rPr>
              <a:t>r</a:t>
            </a:r>
            <a:r>
              <a:rPr lang="en-US">
                <a:solidFill>
                  <a:srgbClr val="FFFFFF"/>
                </a:solidFill>
              </a:rPr>
              <a:t>o</a:t>
            </a:r>
            <a:r>
              <a:rPr lang="en-US">
                <a:solidFill>
                  <a:srgbClr val="FFFFFF"/>
                </a:solidFill>
              </a:rPr>
              <a:t>vement </a:t>
            </a:r>
            <a:endParaRPr lang="en-US">
              <a:solidFill>
                <a:srgbClr val="FFFFFF"/>
              </a:solidFill>
            </a:endParaRPr>
          </a:p>
          <a:p>
            <a:pPr algn="l"/>
            <a:r>
              <a:rPr lang="en-US">
                <a:solidFill>
                  <a:srgbClr val="FFFFFF"/>
                </a:solidFill>
              </a:rPr>
              <a:t>2</a:t>
            </a:r>
            <a:r>
              <a:rPr lang="en-US">
                <a:solidFill>
                  <a:srgbClr val="FFFFFF"/>
                </a:solidFill>
              </a:rPr>
              <a:t>.</a:t>
            </a:r>
            <a:r>
              <a:rPr lang="en-US">
                <a:solidFill>
                  <a:srgbClr val="FFFFFF"/>
                </a:solidFill>
              </a:rPr>
              <a:t>A</a:t>
            </a:r>
            <a:r>
              <a:rPr lang="en-US">
                <a:solidFill>
                  <a:srgbClr val="FFFFFF"/>
                </a:solidFill>
              </a:rPr>
              <a:t>c</a:t>
            </a:r>
            <a:r>
              <a:rPr lang="en-US">
                <a:solidFill>
                  <a:srgbClr val="FFFFFF"/>
                </a:solidFill>
              </a:rPr>
              <a:t>c</a:t>
            </a:r>
            <a:r>
              <a:rPr lang="en-US">
                <a:solidFill>
                  <a:srgbClr val="FFFFFF"/>
                </a:solidFill>
              </a:rPr>
              <a:t>e</a:t>
            </a:r>
            <a:r>
              <a:rPr lang="en-US">
                <a:solidFill>
                  <a:srgbClr val="FFFFFF"/>
                </a:solidFill>
              </a:rPr>
              <a:t>p</a:t>
            </a:r>
            <a:r>
              <a:rPr lang="en-US">
                <a:solidFill>
                  <a:srgbClr val="FFFFFF"/>
                </a:solidFill>
              </a:rPr>
              <a:t>t</a:t>
            </a:r>
            <a:r>
              <a:rPr lang="en-US">
                <a:solidFill>
                  <a:srgbClr val="FFFFFF"/>
                </a:solidFill>
              </a:rPr>
              <a:t>a</a:t>
            </a:r>
            <a:r>
              <a:rPr lang="en-US">
                <a:solidFill>
                  <a:srgbClr val="FFFFFF"/>
                </a:solidFill>
              </a:rPr>
              <a:t>n</a:t>
            </a:r>
            <a:r>
              <a:rPr lang="en-US">
                <a:solidFill>
                  <a:srgbClr val="FFFFFF"/>
                </a:solidFill>
              </a:rPr>
              <a:t>c</a:t>
            </a:r>
            <a:r>
              <a:rPr lang="en-US">
                <a:solidFill>
                  <a:srgbClr val="FFFFFF"/>
                </a:solidFill>
              </a:rPr>
              <a:t>e</a:t>
            </a:r>
            <a:r>
              <a:rPr lang="en-US">
                <a:solidFill>
                  <a:srgbClr val="FFFFFF"/>
                </a:solidFill>
              </a:rPr>
              <a:t> </a:t>
            </a:r>
            <a:r>
              <a:rPr lang="en-US">
                <a:solidFill>
                  <a:srgbClr val="FFFFFF"/>
                </a:solidFill>
              </a:rPr>
              <a:t>d</a:t>
            </a:r>
            <a:r>
              <a:rPr lang="en-US">
                <a:solidFill>
                  <a:srgbClr val="FFFFFF"/>
                </a:solidFill>
              </a:rPr>
              <a:t>e</a:t>
            </a:r>
            <a:r>
              <a:rPr lang="en-US">
                <a:solidFill>
                  <a:srgbClr val="FFFFFF"/>
                </a:solidFill>
              </a:rPr>
              <a:t>c</a:t>
            </a:r>
            <a:r>
              <a:rPr lang="en-US">
                <a:solidFill>
                  <a:srgbClr val="FFFFFF"/>
                </a:solidFill>
              </a:rPr>
              <a:t>i</a:t>
            </a:r>
            <a:r>
              <a:rPr lang="en-US">
                <a:solidFill>
                  <a:srgbClr val="FFFFFF"/>
                </a:solidFill>
              </a:rPr>
              <a:t>s</a:t>
            </a:r>
            <a:r>
              <a:rPr lang="en-US">
                <a:solidFill>
                  <a:srgbClr val="FFFFFF"/>
                </a:solidFill>
              </a:rPr>
              <a:t>i</a:t>
            </a:r>
            <a:r>
              <a:rPr lang="en-US">
                <a:solidFill>
                  <a:srgbClr val="FFFFFF"/>
                </a:solidFill>
              </a:rPr>
              <a:t>on </a:t>
            </a:r>
            <a:endParaRPr lang="en-US">
              <a:solidFill>
                <a:srgbClr val="FFFFFF"/>
              </a:solidFill>
            </a:endParaRPr>
          </a:p>
          <a:p>
            <a:pPr algn="l"/>
            <a:r>
              <a:rPr lang="en-US">
                <a:solidFill>
                  <a:srgbClr val="FFFFFF"/>
                </a:solidFill>
              </a:rPr>
              <a:t>3</a:t>
            </a:r>
            <a:r>
              <a:rPr lang="en-US">
                <a:solidFill>
                  <a:srgbClr val="FFFFFF"/>
                </a:solidFill>
              </a:rPr>
              <a:t>.</a:t>
            </a:r>
            <a:r>
              <a:rPr lang="en-US">
                <a:solidFill>
                  <a:srgbClr val="FFFFFF"/>
                </a:solidFill>
              </a:rPr>
              <a:t>R</a:t>
            </a:r>
            <a:r>
              <a:rPr lang="en-US">
                <a:solidFill>
                  <a:srgbClr val="FFFFFF"/>
                </a:solidFill>
              </a:rPr>
              <a:t>e</a:t>
            </a:r>
            <a:r>
              <a:rPr lang="en-US">
                <a:solidFill>
                  <a:srgbClr val="FFFFFF"/>
                </a:solidFill>
              </a:rPr>
              <a:t>w</a:t>
            </a:r>
            <a:r>
              <a:rPr lang="en-US">
                <a:solidFill>
                  <a:srgbClr val="FFFFFF"/>
                </a:solidFill>
              </a:rPr>
              <a:t>o</a:t>
            </a:r>
            <a:r>
              <a:rPr lang="en-US">
                <a:solidFill>
                  <a:srgbClr val="FFFFFF"/>
                </a:solidFill>
              </a:rPr>
              <a:t>r</a:t>
            </a:r>
            <a:r>
              <a:rPr lang="en-US">
                <a:solidFill>
                  <a:srgbClr val="FFFFFF"/>
                </a:solidFill>
              </a:rPr>
              <a:t>k</a:t>
            </a:r>
            <a:endParaRPr lang="en-US">
              <a:solidFill>
                <a:srgbClr val="FFFFFF"/>
              </a:solidFill>
            </a:endParaRPr>
          </a:p>
          <a:p>
            <a:pPr algn="l"/>
            <a:r>
              <a:rPr lang="en-US">
                <a:solidFill>
                  <a:srgbClr val="FFFFFF"/>
                </a:solidFill>
              </a:rPr>
              <a:t>4</a:t>
            </a:r>
            <a:r>
              <a:rPr lang="en-US">
                <a:solidFill>
                  <a:srgbClr val="FFFFFF"/>
                </a:solidFill>
              </a:rPr>
              <a:t>.</a:t>
            </a:r>
            <a:r>
              <a:rPr lang="en-US">
                <a:solidFill>
                  <a:srgbClr val="FFFFFF"/>
                </a:solidFill>
              </a:rPr>
              <a:t>P</a:t>
            </a:r>
            <a:r>
              <a:rPr lang="en-US">
                <a:solidFill>
                  <a:srgbClr val="FFFFFF"/>
                </a:solidFill>
              </a:rPr>
              <a:t>r</a:t>
            </a:r>
            <a:r>
              <a:rPr lang="en-US">
                <a:solidFill>
                  <a:srgbClr val="FFFFFF"/>
                </a:solidFill>
              </a:rPr>
              <a:t>o</a:t>
            </a:r>
            <a:r>
              <a:rPr lang="en-US">
                <a:solidFill>
                  <a:srgbClr val="FFFFFF"/>
                </a:solidFill>
              </a:rPr>
              <a:t>c</a:t>
            </a:r>
            <a:r>
              <a:rPr lang="en-US">
                <a:solidFill>
                  <a:srgbClr val="FFFFFF"/>
                </a:solidFill>
              </a:rPr>
              <a:t>e</a:t>
            </a:r>
            <a:r>
              <a:rPr lang="en-US">
                <a:solidFill>
                  <a:srgbClr val="FFFFFF"/>
                </a:solidFill>
              </a:rPr>
              <a:t>s</a:t>
            </a:r>
            <a:r>
              <a:rPr lang="en-US">
                <a:solidFill>
                  <a:srgbClr val="FFFFFF"/>
                </a:solidFill>
              </a:rPr>
              <a:t>s</a:t>
            </a:r>
            <a:r>
              <a:rPr lang="en-US">
                <a:solidFill>
                  <a:srgbClr val="FFFFFF"/>
                </a:solidFill>
              </a:rPr>
              <a:t> </a:t>
            </a:r>
            <a:r>
              <a:rPr lang="en-US">
                <a:solidFill>
                  <a:srgbClr val="FFFFFF"/>
                </a:solidFill>
              </a:rPr>
              <a:t>a</a:t>
            </a:r>
            <a:r>
              <a:rPr lang="en-US">
                <a:solidFill>
                  <a:srgbClr val="FFFFFF"/>
                </a:solidFill>
              </a:rPr>
              <a:t>d</a:t>
            </a:r>
            <a:r>
              <a:rPr lang="en-US">
                <a:solidFill>
                  <a:srgbClr val="FFFFFF"/>
                </a:solidFill>
              </a:rPr>
              <a:t>j</a:t>
            </a:r>
            <a:r>
              <a:rPr lang="en-US">
                <a:solidFill>
                  <a:srgbClr val="FFFFFF"/>
                </a:solidFill>
              </a:rPr>
              <a:t>u</a:t>
            </a:r>
            <a:r>
              <a:rPr lang="en-US">
                <a:solidFill>
                  <a:srgbClr val="FFFFFF"/>
                </a:solidFill>
              </a:rPr>
              <a:t>s</a:t>
            </a:r>
            <a:r>
              <a:rPr lang="en-US">
                <a:solidFill>
                  <a:srgbClr val="FFFFFF"/>
                </a:solidFill>
              </a:rPr>
              <a:t>t</a:t>
            </a:r>
            <a:r>
              <a:rPr lang="en-US">
                <a:solidFill>
                  <a:srgbClr val="FFFFFF"/>
                </a:solidFill>
              </a:rPr>
              <a:t>ment </a:t>
            </a:r>
            <a:endParaRPr lang="en-US">
              <a:solidFill>
                <a:srgbClr val="FFFFFF"/>
              </a:solidFill>
            </a:endParaRPr>
          </a:p>
        </p:txBody>
      </p:sp>
      <p:sp>
        <p:nvSpPr>
          <p:cNvPr id="1048750" name=""/>
          <p:cNvSpPr/>
          <p:nvPr/>
        </p:nvSpPr>
        <p:spPr>
          <a:xfrm>
            <a:off x="1147197" y="1992507"/>
            <a:ext cx="2293761" cy="1175947"/>
          </a:xfrm>
          <a:prstGeom prst="rect"/>
          <a:solidFill>
            <a:srgbClr val="FFFFFF"/>
          </a:solidFill>
          <a:ln w="25400">
            <a:solidFill>
              <a:srgbClr val="666666"/>
            </a:solidFill>
          </a:ln>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ctr"/>
            <a:r>
              <a:rPr b="1" lang="en-US">
                <a:latin typeface="Arial"/>
              </a:rPr>
              <a:t>I</a:t>
            </a:r>
            <a:r>
              <a:rPr b="1" lang="en-US">
                <a:latin typeface="Arial"/>
              </a:rPr>
              <a:t>N</a:t>
            </a:r>
            <a:r>
              <a:rPr b="1" lang="en-US">
                <a:latin typeface="Arial"/>
              </a:rPr>
              <a:t>P</a:t>
            </a:r>
            <a:r>
              <a:rPr b="1" lang="en-US">
                <a:latin typeface="Arial"/>
              </a:rPr>
              <a:t>U</a:t>
            </a:r>
            <a:r>
              <a:rPr b="1" lang="en-US">
                <a:latin typeface="Arial"/>
              </a:rPr>
              <a:t>TS </a:t>
            </a:r>
            <a:endParaRPr lang="en-US"/>
          </a:p>
        </p:txBody>
      </p:sp>
      <p:sp>
        <p:nvSpPr>
          <p:cNvPr id="1048751" name=""/>
          <p:cNvSpPr/>
          <p:nvPr/>
        </p:nvSpPr>
        <p:spPr>
          <a:xfrm>
            <a:off x="3984698" y="1992507"/>
            <a:ext cx="2293761" cy="1175947"/>
          </a:xfrm>
          <a:prstGeom prst="rect"/>
          <a:solidFill>
            <a:srgbClr val="FFFFFF"/>
          </a:solidFill>
          <a:ln w="25400">
            <a:solidFill>
              <a:srgbClr val="666666"/>
            </a:solidFill>
          </a:ln>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ctr"/>
            <a:r>
              <a:rPr b="1" lang="en-US">
                <a:latin typeface="Arial"/>
              </a:rPr>
              <a:t>T</a:t>
            </a:r>
            <a:r>
              <a:rPr b="1" lang="en-US">
                <a:latin typeface="Arial"/>
              </a:rPr>
              <a:t>O</a:t>
            </a:r>
            <a:r>
              <a:rPr b="1" lang="en-US">
                <a:latin typeface="Arial"/>
              </a:rPr>
              <a:t>O</a:t>
            </a:r>
            <a:r>
              <a:rPr b="1" lang="en-US">
                <a:latin typeface="Arial"/>
              </a:rPr>
              <a:t>L</a:t>
            </a:r>
            <a:r>
              <a:rPr b="1" lang="en-US">
                <a:latin typeface="Arial"/>
              </a:rPr>
              <a:t>S </a:t>
            </a:r>
            <a:r>
              <a:rPr b="1" lang="en-US">
                <a:latin typeface="Arial"/>
              </a:rPr>
              <a:t>&amp;</a:t>
            </a:r>
            <a:r>
              <a:rPr b="1" lang="en-US">
                <a:latin typeface="Arial"/>
              </a:rPr>
              <a:t> </a:t>
            </a:r>
            <a:r>
              <a:rPr b="1" lang="en-US">
                <a:latin typeface="Arial"/>
              </a:rPr>
              <a:t>T</a:t>
            </a:r>
            <a:r>
              <a:rPr b="1" lang="en-US">
                <a:latin typeface="Arial"/>
              </a:rPr>
              <a:t>E</a:t>
            </a:r>
            <a:r>
              <a:rPr b="1" lang="en-US">
                <a:latin typeface="Arial"/>
              </a:rPr>
              <a:t>C</a:t>
            </a:r>
            <a:r>
              <a:rPr b="1" lang="en-US">
                <a:latin typeface="Arial"/>
              </a:rPr>
              <a:t>H</a:t>
            </a:r>
            <a:r>
              <a:rPr b="1" lang="en-US">
                <a:latin typeface="Arial"/>
              </a:rPr>
              <a:t>N</a:t>
            </a:r>
            <a:r>
              <a:rPr b="1" lang="en-US">
                <a:latin typeface="Arial"/>
              </a:rPr>
              <a:t>I</a:t>
            </a:r>
            <a:r>
              <a:rPr b="1" lang="en-US">
                <a:latin typeface="Arial"/>
              </a:rPr>
              <a:t>Q</a:t>
            </a:r>
            <a:r>
              <a:rPr b="1" lang="en-US">
                <a:latin typeface="Arial"/>
              </a:rPr>
              <a:t>U</a:t>
            </a:r>
            <a:r>
              <a:rPr b="1" lang="en-US">
                <a:latin typeface="Arial"/>
              </a:rPr>
              <a:t>ES </a:t>
            </a:r>
            <a:endParaRPr lang="en-US"/>
          </a:p>
        </p:txBody>
      </p:sp>
      <p:sp>
        <p:nvSpPr>
          <p:cNvPr id="1048752" name=""/>
          <p:cNvSpPr/>
          <p:nvPr/>
        </p:nvSpPr>
        <p:spPr>
          <a:xfrm>
            <a:off x="6762579" y="1992507"/>
            <a:ext cx="2246422" cy="1175947"/>
          </a:xfrm>
          <a:prstGeom prst="rect"/>
          <a:solidFill>
            <a:srgbClr val="FFFFFF"/>
          </a:solidFill>
          <a:ln w="25400">
            <a:solidFill>
              <a:srgbClr val="666666"/>
            </a:solidFill>
          </a:ln>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ctr"/>
            <a:r>
              <a:rPr b="1" lang="en-US">
                <a:latin typeface="Arial"/>
              </a:rPr>
              <a:t>O</a:t>
            </a:r>
            <a:r>
              <a:rPr b="1" lang="en-US">
                <a:latin typeface="Arial"/>
              </a:rPr>
              <a:t>U</a:t>
            </a:r>
            <a:r>
              <a:rPr b="1" lang="en-US">
                <a:latin typeface="Arial"/>
              </a:rPr>
              <a:t>T</a:t>
            </a:r>
            <a:r>
              <a:rPr b="1" lang="en-US">
                <a:latin typeface="Arial"/>
              </a:rPr>
              <a:t>P</a:t>
            </a:r>
            <a:r>
              <a:rPr b="1" lang="en-US">
                <a:latin typeface="Arial"/>
              </a:rPr>
              <a:t>U</a:t>
            </a:r>
            <a:r>
              <a:rPr b="1" lang="en-US">
                <a:latin typeface="Arial"/>
              </a:rPr>
              <a:t>T</a:t>
            </a:r>
            <a:r>
              <a:rPr b="1" lang="en-US">
                <a:latin typeface="Arial"/>
              </a:rPr>
              <a:t>S</a:t>
            </a:r>
            <a:endParaRPr lang="en-US"/>
          </a:p>
        </p:txBody>
      </p:sp>
    </p:spTree>
  </p:cSld>
  <p:clrMapOvr>
    <a:masterClrMapping/>
  </p:clrMapOvr>
  <p:transition spd="slow" advClick="1">
    <p:wipe dir="l"/>
  </p:transition>
</p:sld>
</file>

<file path=ppt/slides/slide30.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139" name=""/>
        <p:cNvGrpSpPr/>
        <p:nvPr/>
      </p:nvGrpSpPr>
      <p:grpSpPr>
        <a:xfrm rot="0">
          <a:off x="0" y="0"/>
          <a:ext cx="0" cy="0"/>
          <a:chOff x="0" y="0"/>
          <a:chExt cx="0" cy="0"/>
        </a:xfrm>
      </p:grpSpPr>
      <p:sp>
        <p:nvSpPr>
          <p:cNvPr id="1048753" name=""/>
          <p:cNvSpPr txBox="1"/>
          <p:nvPr/>
        </p:nvSpPr>
        <p:spPr>
          <a:xfrm>
            <a:off x="661079" y="744710"/>
            <a:ext cx="7153639" cy="510540"/>
          </a:xfrm>
          <a:prstGeom prst="rect"/>
        </p:spPr>
        <p:txBody>
          <a:bodyPr rtlCol="0" wrap="square">
            <a:spAutoFit/>
          </a:bodyPr>
          <a:p>
            <a:r>
              <a:rPr sz="2800" lang="en-US">
                <a:solidFill>
                  <a:srgbClr val="FFFFFF"/>
                </a:solidFill>
              </a:rPr>
              <a:t>Tools and Techniques for Quality Control</a:t>
            </a:r>
            <a:endParaRPr sz="2800" lang="en-US">
              <a:solidFill>
                <a:srgbClr val="000000"/>
              </a:solidFill>
            </a:endParaRPr>
          </a:p>
        </p:txBody>
      </p:sp>
      <p:sp>
        <p:nvSpPr>
          <p:cNvPr id="1048754" name=""/>
          <p:cNvSpPr txBox="1"/>
          <p:nvPr/>
        </p:nvSpPr>
        <p:spPr>
          <a:xfrm>
            <a:off x="661079" y="1853545"/>
            <a:ext cx="7238586" cy="510540"/>
          </a:xfrm>
          <a:prstGeom prst="rect"/>
        </p:spPr>
        <p:txBody>
          <a:bodyPr rtlCol="0" wrap="square">
            <a:spAutoFit/>
          </a:bodyPr>
          <a:p>
            <a:r>
              <a:rPr b="1" sz="2800" lang="en-US">
                <a:solidFill>
                  <a:srgbClr val="FFFFFF"/>
                </a:solidFill>
              </a:rPr>
              <a:t>Inspection</a:t>
            </a:r>
            <a:r>
              <a:rPr b="1" sz="2800" lang="en-US">
                <a:solidFill>
                  <a:srgbClr val="FFFFFF"/>
                </a:solidFill>
              </a:rPr>
              <a:t>:</a:t>
            </a:r>
            <a:endParaRPr sz="2800" lang="en-US">
              <a:solidFill>
                <a:srgbClr val="000000"/>
              </a:solidFill>
            </a:endParaRPr>
          </a:p>
        </p:txBody>
      </p:sp>
      <p:sp>
        <p:nvSpPr>
          <p:cNvPr id="1048755" name=""/>
          <p:cNvSpPr txBox="1"/>
          <p:nvPr/>
        </p:nvSpPr>
        <p:spPr>
          <a:xfrm>
            <a:off x="1980139" y="2364084"/>
            <a:ext cx="9888802" cy="1348741"/>
          </a:xfrm>
          <a:prstGeom prst="rect"/>
        </p:spPr>
        <p:txBody>
          <a:bodyPr rtlCol="0" wrap="square">
            <a:spAutoFit/>
          </a:bodyPr>
          <a:p>
            <a:r>
              <a:rPr sz="2800" lang="en-US">
                <a:solidFill>
                  <a:srgbClr val="FFFFFF"/>
                </a:solidFill>
              </a:rPr>
              <a:t>•</a:t>
            </a:r>
            <a:r>
              <a:rPr sz="2800" lang="en-US">
                <a:solidFill>
                  <a:srgbClr val="FFFFFF"/>
                </a:solidFill>
              </a:rPr>
              <a:t>Inspection includes activities such as measuring, examining and testing undertaken to determine whether results conform to requirements</a:t>
            </a:r>
            <a:endParaRPr sz="2800" lang="en-US">
              <a:solidFill>
                <a:srgbClr val="000000"/>
              </a:solidFill>
            </a:endParaRPr>
          </a:p>
        </p:txBody>
      </p:sp>
      <p:sp>
        <p:nvSpPr>
          <p:cNvPr id="1048756" name=""/>
          <p:cNvSpPr txBox="1"/>
          <p:nvPr/>
        </p:nvSpPr>
        <p:spPr>
          <a:xfrm>
            <a:off x="1980139" y="3712825"/>
            <a:ext cx="9959477" cy="929640"/>
          </a:xfrm>
          <a:prstGeom prst="rect"/>
        </p:spPr>
        <p:txBody>
          <a:bodyPr rtlCol="0" wrap="square">
            <a:spAutoFit/>
          </a:bodyPr>
          <a:p>
            <a:r>
              <a:rPr sz="2800" lang="en-US">
                <a:solidFill>
                  <a:srgbClr val="FFFFFF"/>
                </a:solidFill>
              </a:rPr>
              <a:t>•</a:t>
            </a:r>
            <a:r>
              <a:rPr sz="2800" lang="en-US">
                <a:solidFill>
                  <a:srgbClr val="FFFFFF"/>
                </a:solidFill>
              </a:rPr>
              <a:t>Inspection can be carried out on the level of a single activity or a final product</a:t>
            </a:r>
            <a:endParaRPr sz="2800" lang="en-US">
              <a:solidFill>
                <a:srgbClr val="000000"/>
              </a:solidFill>
            </a:endParaRPr>
          </a:p>
        </p:txBody>
      </p:sp>
      <p:sp>
        <p:nvSpPr>
          <p:cNvPr id="1048757" name=""/>
          <p:cNvSpPr txBox="1"/>
          <p:nvPr/>
        </p:nvSpPr>
        <p:spPr>
          <a:xfrm>
            <a:off x="1980138" y="4642465"/>
            <a:ext cx="9596984" cy="929640"/>
          </a:xfrm>
          <a:prstGeom prst="rect"/>
        </p:spPr>
        <p:txBody>
          <a:bodyPr rtlCol="0" wrap="square">
            <a:spAutoFit/>
          </a:bodyPr>
          <a:p>
            <a:r>
              <a:rPr sz="2800" lang="en-US">
                <a:solidFill>
                  <a:srgbClr val="FFFFFF"/>
                </a:solidFill>
              </a:rPr>
              <a:t>•</a:t>
            </a:r>
            <a:r>
              <a:rPr sz="2800" lang="en-US">
                <a:solidFill>
                  <a:srgbClr val="FFFFFF"/>
                </a:solidFill>
              </a:rPr>
              <a:t>Inspections can be called reviews, product reviews, audits, and walk-throughs</a:t>
            </a:r>
            <a:endParaRPr sz="2800" lang="en-US">
              <a:solidFill>
                <a:srgbClr val="000000"/>
              </a:solidFill>
            </a:endParaRPr>
          </a:p>
        </p:txBody>
      </p:sp>
      <p:pic>
        <p:nvPicPr>
          <p:cNvPr id="2097161" name=""/>
          <p:cNvPicPr>
            <a:picLocks/>
          </p:cNvPicPr>
          <p:nvPr/>
        </p:nvPicPr>
        <p:blipFill>
          <a:blip xmlns:r="http://schemas.openxmlformats.org/officeDocument/2006/relationships" r:embed="rId2"/>
          <a:stretch>
            <a:fillRect/>
          </a:stretch>
        </p:blipFill>
        <p:spPr>
          <a:xfrm rot="0">
            <a:off x="661079" y="2629425"/>
            <a:ext cx="1314727" cy="2942680"/>
          </a:xfrm>
          <a:prstGeom prst="rect"/>
        </p:spPr>
      </p:pic>
    </p:spTree>
  </p:cSld>
  <p:clrMapOvr>
    <a:masterClrMapping/>
  </p:clrMapOvr>
  <p:transition spd="slow" advClick="1">
    <p:wipe dir="l"/>
  </p:transition>
</p:sld>
</file>

<file path=ppt/slides/slide31.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140" name=""/>
        <p:cNvGrpSpPr/>
        <p:nvPr/>
      </p:nvGrpSpPr>
      <p:grpSpPr>
        <a:xfrm rot="0">
          <a:off x="0" y="0"/>
          <a:ext cx="0" cy="0"/>
          <a:chOff x="0" y="0"/>
          <a:chExt cx="0" cy="0"/>
        </a:xfrm>
      </p:grpSpPr>
      <p:sp>
        <p:nvSpPr>
          <p:cNvPr id="1048758" name=""/>
          <p:cNvSpPr txBox="1"/>
          <p:nvPr/>
        </p:nvSpPr>
        <p:spPr>
          <a:xfrm>
            <a:off x="352937" y="316771"/>
            <a:ext cx="3948588" cy="510540"/>
          </a:xfrm>
          <a:prstGeom prst="rect"/>
        </p:spPr>
        <p:txBody>
          <a:bodyPr rtlCol="0" wrap="square">
            <a:spAutoFit/>
          </a:bodyPr>
          <a:p>
            <a:r>
              <a:rPr b="1" sz="2800" lang="en-US">
                <a:solidFill>
                  <a:srgbClr val="FFFFFF"/>
                </a:solidFill>
              </a:rPr>
              <a:t>C</a:t>
            </a:r>
            <a:r>
              <a:rPr b="1" sz="2800" lang="en-US">
                <a:solidFill>
                  <a:srgbClr val="FFFFFF"/>
                </a:solidFill>
              </a:rPr>
              <a:t>o</a:t>
            </a:r>
            <a:r>
              <a:rPr b="1" sz="2800" lang="en-US">
                <a:solidFill>
                  <a:srgbClr val="FFFFFF"/>
                </a:solidFill>
              </a:rPr>
              <a:t>n</a:t>
            </a:r>
            <a:r>
              <a:rPr b="1" sz="2800" lang="en-US">
                <a:solidFill>
                  <a:srgbClr val="FFFFFF"/>
                </a:solidFill>
              </a:rPr>
              <a:t>t</a:t>
            </a:r>
            <a:r>
              <a:rPr b="1" sz="2800" lang="en-US">
                <a:solidFill>
                  <a:srgbClr val="FFFFFF"/>
                </a:solidFill>
              </a:rPr>
              <a:t>r</a:t>
            </a:r>
            <a:r>
              <a:rPr b="1" sz="2800" lang="en-US">
                <a:solidFill>
                  <a:srgbClr val="FFFFFF"/>
                </a:solidFill>
              </a:rPr>
              <a:t>o</a:t>
            </a:r>
            <a:r>
              <a:rPr b="1" sz="2800" lang="en-US">
                <a:solidFill>
                  <a:srgbClr val="FFFFFF"/>
                </a:solidFill>
              </a:rPr>
              <a:t>l </a:t>
            </a:r>
            <a:r>
              <a:rPr b="1" sz="2800" lang="en-US">
                <a:solidFill>
                  <a:srgbClr val="FFFFFF"/>
                </a:solidFill>
              </a:rPr>
              <a:t>C</a:t>
            </a:r>
            <a:r>
              <a:rPr b="1" sz="2800" lang="en-US">
                <a:solidFill>
                  <a:srgbClr val="FFFFFF"/>
                </a:solidFill>
              </a:rPr>
              <a:t>h</a:t>
            </a:r>
            <a:r>
              <a:rPr b="1" sz="2800" lang="en-US">
                <a:solidFill>
                  <a:srgbClr val="FFFFFF"/>
                </a:solidFill>
              </a:rPr>
              <a:t>a</a:t>
            </a:r>
            <a:r>
              <a:rPr b="1" sz="2800" lang="en-US">
                <a:solidFill>
                  <a:srgbClr val="FFFFFF"/>
                </a:solidFill>
              </a:rPr>
              <a:t>r</a:t>
            </a:r>
            <a:r>
              <a:rPr b="1" sz="2800" lang="en-US">
                <a:solidFill>
                  <a:srgbClr val="FFFFFF"/>
                </a:solidFill>
              </a:rPr>
              <a:t>t</a:t>
            </a:r>
            <a:r>
              <a:rPr b="1" sz="2800" lang="en-US">
                <a:solidFill>
                  <a:srgbClr val="FFFFFF"/>
                </a:solidFill>
              </a:rPr>
              <a:t> </a:t>
            </a:r>
            <a:endParaRPr sz="2800" lang="en-US">
              <a:solidFill>
                <a:srgbClr val="000000"/>
              </a:solidFill>
            </a:endParaRPr>
          </a:p>
        </p:txBody>
      </p:sp>
      <p:sp>
        <p:nvSpPr>
          <p:cNvPr id="1048759" name=""/>
          <p:cNvSpPr txBox="1"/>
          <p:nvPr/>
        </p:nvSpPr>
        <p:spPr>
          <a:xfrm>
            <a:off x="1514034" y="827310"/>
            <a:ext cx="9641495" cy="929640"/>
          </a:xfrm>
          <a:prstGeom prst="rect"/>
        </p:spPr>
        <p:txBody>
          <a:bodyPr rtlCol="0" wrap="square">
            <a:spAutoFit/>
          </a:bodyPr>
          <a:p>
            <a:r>
              <a:rPr sz="2800" lang="en-US">
                <a:solidFill>
                  <a:srgbClr val="FFFFFF"/>
                </a:solidFill>
              </a:rPr>
              <a:t>•</a:t>
            </a:r>
            <a:r>
              <a:rPr sz="2800" lang="en-US">
                <a:solidFill>
                  <a:srgbClr val="FFFFFF"/>
                </a:solidFill>
              </a:rPr>
              <a:t>A control chart is a graph used to monitor a process over time to see if it is stable and in control</a:t>
            </a:r>
            <a:endParaRPr sz="2800" lang="en-US">
              <a:solidFill>
                <a:srgbClr val="000000"/>
              </a:solidFill>
            </a:endParaRPr>
          </a:p>
        </p:txBody>
      </p:sp>
      <p:sp>
        <p:nvSpPr>
          <p:cNvPr id="1048760" name=""/>
          <p:cNvSpPr txBox="1"/>
          <p:nvPr/>
        </p:nvSpPr>
        <p:spPr>
          <a:xfrm>
            <a:off x="1514033" y="1756949"/>
            <a:ext cx="9679066" cy="1348740"/>
          </a:xfrm>
          <a:prstGeom prst="rect"/>
        </p:spPr>
        <p:txBody>
          <a:bodyPr rtlCol="0" wrap="square">
            <a:spAutoFit/>
          </a:bodyPr>
          <a:p>
            <a:r>
              <a:rPr sz="2800" lang="en-US">
                <a:solidFill>
                  <a:srgbClr val="FFFFFF"/>
                </a:solidFill>
              </a:rPr>
              <a:t>•</a:t>
            </a:r>
            <a:r>
              <a:rPr sz="2800" lang="en-US">
                <a:solidFill>
                  <a:srgbClr val="FFFFFF"/>
                </a:solidFill>
              </a:rPr>
              <a:t>These charts are graphical representations that display the result of a process over time and are used to determine if the process is "in control"</a:t>
            </a:r>
            <a:endParaRPr sz="2800" lang="en-US">
              <a:solidFill>
                <a:srgbClr val="000000"/>
              </a:solidFill>
            </a:endParaRPr>
          </a:p>
        </p:txBody>
      </p:sp>
      <p:sp>
        <p:nvSpPr>
          <p:cNvPr id="1048761" name=""/>
          <p:cNvSpPr txBox="1"/>
          <p:nvPr/>
        </p:nvSpPr>
        <p:spPr>
          <a:xfrm>
            <a:off x="1514034" y="3105689"/>
            <a:ext cx="9207457" cy="1767840"/>
          </a:xfrm>
          <a:prstGeom prst="rect"/>
        </p:spPr>
        <p:txBody>
          <a:bodyPr rtlCol="0" wrap="square">
            <a:spAutoFit/>
          </a:bodyPr>
          <a:p>
            <a:r>
              <a:rPr sz="2800" lang="en-US">
                <a:solidFill>
                  <a:srgbClr val="FFFFFF"/>
                </a:solidFill>
              </a:rPr>
              <a:t>•</a:t>
            </a:r>
            <a:r>
              <a:rPr sz="2800" lang="en-US">
                <a:solidFill>
                  <a:srgbClr val="FFFFFF"/>
                </a:solidFill>
              </a:rPr>
              <a:t>When in control the process should </a:t>
            </a:r>
            <a:r>
              <a:rPr b="1" sz="2800" lang="en-US">
                <a:solidFill>
                  <a:srgbClr val="FFFFFF"/>
                </a:solidFill>
              </a:rPr>
              <a:t>not</a:t>
            </a:r>
            <a:r>
              <a:rPr sz="2800" lang="en-US">
                <a:solidFill>
                  <a:srgbClr val="FFFFFF"/>
                </a:solidFill>
              </a:rPr>
              <a:t> be adjusted, however it may be </a:t>
            </a:r>
            <a:r>
              <a:rPr b="1" sz="2800" lang="en-US">
                <a:solidFill>
                  <a:srgbClr val="FFFFFF"/>
                </a:solidFill>
              </a:rPr>
              <a:t>changed</a:t>
            </a:r>
            <a:r>
              <a:rPr sz="2800" lang="en-US">
                <a:solidFill>
                  <a:srgbClr val="FFFFFF"/>
                </a:solidFill>
              </a:rPr>
              <a:t> in order to provide improvements Control charts may be used ot monitor any type of output variable</a:t>
            </a:r>
            <a:endParaRPr sz="2800" lang="en-US">
              <a:solidFill>
                <a:srgbClr val="000000"/>
              </a:solidFill>
            </a:endParaRPr>
          </a:p>
        </p:txBody>
      </p:sp>
      <p:sp>
        <p:nvSpPr>
          <p:cNvPr id="1048762" name=""/>
          <p:cNvSpPr txBox="1"/>
          <p:nvPr/>
        </p:nvSpPr>
        <p:spPr>
          <a:xfrm>
            <a:off x="1514034" y="4873529"/>
            <a:ext cx="8567771" cy="1348741"/>
          </a:xfrm>
          <a:prstGeom prst="rect"/>
        </p:spPr>
        <p:txBody>
          <a:bodyPr rtlCol="0" wrap="square">
            <a:spAutoFit/>
          </a:bodyPr>
          <a:p>
            <a:r>
              <a:rPr sz="2800" lang="en-US">
                <a:solidFill>
                  <a:srgbClr val="FFFFFF"/>
                </a:solidFill>
              </a:rPr>
              <a:t>•</a:t>
            </a:r>
            <a:r>
              <a:rPr sz="2800" lang="en-US">
                <a:solidFill>
                  <a:srgbClr val="FFFFFF"/>
                </a:solidFill>
              </a:rPr>
              <a:t>Control charts are most often used to monitor repetitive activity in production but can also be used to monitor cost and schedule variances</a:t>
            </a:r>
            <a:endParaRPr sz="2800" lang="en-US">
              <a:solidFill>
                <a:srgbClr val="000000"/>
              </a:solidFill>
            </a:endParaRPr>
          </a:p>
        </p:txBody>
      </p:sp>
    </p:spTree>
  </p:cSld>
  <p:clrMapOvr>
    <a:masterClrMapping/>
  </p:clrMapOvr>
  <p:transition spd="slow" advClick="1">
    <p:wipe dir="l"/>
  </p:transition>
</p:sld>
</file>

<file path=ppt/slides/slide32.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141" name=""/>
        <p:cNvGrpSpPr/>
        <p:nvPr/>
      </p:nvGrpSpPr>
      <p:grpSpPr>
        <a:xfrm rot="0">
          <a:off x="0" y="0"/>
          <a:ext cx="0" cy="0"/>
          <a:chOff x="0" y="0"/>
          <a:chExt cx="0" cy="0"/>
        </a:xfrm>
      </p:grpSpPr>
      <p:pic>
        <p:nvPicPr>
          <p:cNvPr id="2097162" name=""/>
          <p:cNvPicPr>
            <a:picLocks/>
          </p:cNvPicPr>
          <p:nvPr/>
        </p:nvPicPr>
        <p:blipFill>
          <a:blip xmlns:r="http://schemas.openxmlformats.org/officeDocument/2006/relationships" r:embed="rId2"/>
          <a:stretch>
            <a:fillRect/>
          </a:stretch>
        </p:blipFill>
        <p:spPr>
          <a:xfrm rot="0">
            <a:off x="417426" y="385888"/>
            <a:ext cx="11309166" cy="6207169"/>
          </a:xfrm>
          <a:prstGeom prst="rect"/>
        </p:spPr>
      </p:pic>
    </p:spTree>
  </p:cSld>
  <p:clrMapOvr>
    <a:masterClrMapping/>
  </p:clrMapOvr>
  <p:transition spd="slow" advClick="1">
    <p:wipe dir="l"/>
  </p:transition>
</p:sld>
</file>

<file path=ppt/slides/slide33.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142" name=""/>
        <p:cNvGrpSpPr/>
        <p:nvPr/>
      </p:nvGrpSpPr>
      <p:grpSpPr>
        <a:xfrm rot="0">
          <a:off x="0" y="0"/>
          <a:ext cx="0" cy="0"/>
          <a:chOff x="0" y="0"/>
          <a:chExt cx="0" cy="0"/>
        </a:xfrm>
      </p:grpSpPr>
      <p:sp>
        <p:nvSpPr>
          <p:cNvPr id="1048763" name=""/>
          <p:cNvSpPr txBox="1"/>
          <p:nvPr/>
        </p:nvSpPr>
        <p:spPr>
          <a:xfrm>
            <a:off x="710979" y="403231"/>
            <a:ext cx="6886939" cy="510540"/>
          </a:xfrm>
          <a:prstGeom prst="rect"/>
        </p:spPr>
        <p:txBody>
          <a:bodyPr rtlCol="0" wrap="square">
            <a:spAutoFit/>
          </a:bodyPr>
          <a:p>
            <a:r>
              <a:rPr b="1" sz="2800" lang="en-US">
                <a:solidFill>
                  <a:srgbClr val="FFFFFF"/>
                </a:solidFill>
              </a:rPr>
              <a:t>P</a:t>
            </a:r>
            <a:r>
              <a:rPr b="1" sz="2800" lang="en-US">
                <a:solidFill>
                  <a:srgbClr val="FFFFFF"/>
                </a:solidFill>
              </a:rPr>
              <a:t>A</a:t>
            </a:r>
            <a:r>
              <a:rPr b="1" sz="2800" lang="en-US">
                <a:solidFill>
                  <a:srgbClr val="FFFFFF"/>
                </a:solidFill>
              </a:rPr>
              <a:t>R</a:t>
            </a:r>
            <a:r>
              <a:rPr b="1" sz="2800" lang="en-US">
                <a:solidFill>
                  <a:srgbClr val="FFFFFF"/>
                </a:solidFill>
              </a:rPr>
              <a:t>E</a:t>
            </a:r>
            <a:r>
              <a:rPr b="1" sz="2800" lang="en-US">
                <a:solidFill>
                  <a:srgbClr val="FFFFFF"/>
                </a:solidFill>
              </a:rPr>
              <a:t>T</a:t>
            </a:r>
            <a:r>
              <a:rPr b="1" sz="2800" lang="en-US">
                <a:solidFill>
                  <a:srgbClr val="FFFFFF"/>
                </a:solidFill>
              </a:rPr>
              <a:t>O</a:t>
            </a:r>
            <a:r>
              <a:rPr b="1" sz="2800" lang="en-US">
                <a:solidFill>
                  <a:srgbClr val="FFFFFF"/>
                </a:solidFill>
              </a:rPr>
              <a:t> </a:t>
            </a:r>
            <a:r>
              <a:rPr b="1" sz="2800" lang="en-US">
                <a:solidFill>
                  <a:srgbClr val="FFFFFF"/>
                </a:solidFill>
              </a:rPr>
              <a:t>D</a:t>
            </a:r>
            <a:r>
              <a:rPr b="1" sz="2800" lang="en-US">
                <a:solidFill>
                  <a:srgbClr val="FFFFFF"/>
                </a:solidFill>
              </a:rPr>
              <a:t>I</a:t>
            </a:r>
            <a:r>
              <a:rPr b="1" sz="2800" lang="en-US">
                <a:solidFill>
                  <a:srgbClr val="FFFFFF"/>
                </a:solidFill>
              </a:rPr>
              <a:t>A</a:t>
            </a:r>
            <a:r>
              <a:rPr b="1" sz="2800" lang="en-US">
                <a:solidFill>
                  <a:srgbClr val="FFFFFF"/>
                </a:solidFill>
              </a:rPr>
              <a:t>G</a:t>
            </a:r>
            <a:r>
              <a:rPr b="1" sz="2800" lang="en-US">
                <a:solidFill>
                  <a:srgbClr val="FFFFFF"/>
                </a:solidFill>
              </a:rPr>
              <a:t>R</a:t>
            </a:r>
            <a:r>
              <a:rPr b="1" sz="2800" lang="en-US">
                <a:solidFill>
                  <a:srgbClr val="FFFFFF"/>
                </a:solidFill>
              </a:rPr>
              <a:t>A</a:t>
            </a:r>
            <a:r>
              <a:rPr b="1" sz="2800" lang="en-US">
                <a:solidFill>
                  <a:srgbClr val="FFFFFF"/>
                </a:solidFill>
              </a:rPr>
              <a:t>M </a:t>
            </a:r>
            <a:endParaRPr sz="2800" lang="en-US">
              <a:solidFill>
                <a:srgbClr val="000000"/>
              </a:solidFill>
            </a:endParaRPr>
          </a:p>
        </p:txBody>
      </p:sp>
      <p:sp>
        <p:nvSpPr>
          <p:cNvPr id="1048764" name=""/>
          <p:cNvSpPr txBox="1"/>
          <p:nvPr/>
        </p:nvSpPr>
        <p:spPr>
          <a:xfrm>
            <a:off x="987896" y="1172498"/>
            <a:ext cx="10504118" cy="1348741"/>
          </a:xfrm>
          <a:prstGeom prst="rect"/>
        </p:spPr>
        <p:txBody>
          <a:bodyPr rtlCol="0" wrap="square">
            <a:spAutoFit/>
          </a:bodyPr>
          <a:p>
            <a:r>
              <a:rPr sz="2800" lang="en-US">
                <a:solidFill>
                  <a:srgbClr val="FFFFFF"/>
                </a:solidFill>
              </a:rPr>
              <a:t>A Pareto chart is a type of chart that contains both bars and a line graph, where individual values are represented in descending order by bars, and the cumulative total is represented by the line</a:t>
            </a:r>
            <a:endParaRPr sz="2800" lang="en-US">
              <a:solidFill>
                <a:srgbClr val="000000"/>
              </a:solidFill>
            </a:endParaRPr>
          </a:p>
        </p:txBody>
      </p:sp>
      <p:sp>
        <p:nvSpPr>
          <p:cNvPr id="1048765" name=""/>
          <p:cNvSpPr/>
          <p:nvPr/>
        </p:nvSpPr>
        <p:spPr>
          <a:xfrm>
            <a:off x="1227025" y="2789552"/>
            <a:ext cx="3108200" cy="3594149"/>
          </a:xfrm>
          <a:prstGeom prst="rect"/>
          <a:solidFill>
            <a:srgbClr val="808080"/>
          </a:solidFill>
          <a:ln w="25400">
            <a:solidFill>
              <a:srgbClr val="666666"/>
            </a:solidFill>
          </a:ln>
        </p:spPr>
        <p:txBody>
          <a:bodyPr anchor="ctr"/>
          <a:p>
            <a:pPr algn="l"/>
            <a:r>
              <a:rPr sz="2400" lang="en-US">
                <a:solidFill>
                  <a:srgbClr val="FFFFFF"/>
                </a:solidFill>
              </a:rPr>
              <a:t>A Pareto diagram is a histogram ordered by frequency of. occurrence which shows how many results were generated by what category or identified cause</a:t>
            </a:r>
            <a:endParaRPr lang="en-US">
              <a:solidFill>
                <a:srgbClr val="FFFFFF"/>
              </a:solidFill>
            </a:endParaRPr>
          </a:p>
        </p:txBody>
      </p:sp>
      <p:sp>
        <p:nvSpPr>
          <p:cNvPr id="1048766" name=""/>
          <p:cNvSpPr/>
          <p:nvPr/>
        </p:nvSpPr>
        <p:spPr>
          <a:xfrm>
            <a:off x="4489718" y="2779966"/>
            <a:ext cx="3108200" cy="3594149"/>
          </a:xfrm>
          <a:prstGeom prst="rect"/>
          <a:solidFill>
            <a:srgbClr val="808080"/>
          </a:solidFill>
          <a:ln w="25400">
            <a:solidFill>
              <a:srgbClr val="666666"/>
            </a:solidFill>
          </a:ln>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l"/>
            <a:r>
              <a:rPr sz="2400" lang="en-US">
                <a:solidFill>
                  <a:srgbClr val="FFFFFF"/>
                </a:solidFill>
              </a:rPr>
              <a:t>The project management team should take action to fix the problems that are causing the greatest number of defects first</a:t>
            </a:r>
            <a:endParaRPr lang="en-US">
              <a:solidFill>
                <a:srgbClr val="FFFFFF"/>
              </a:solidFill>
            </a:endParaRPr>
          </a:p>
        </p:txBody>
      </p:sp>
      <p:sp>
        <p:nvSpPr>
          <p:cNvPr id="1048767" name=""/>
          <p:cNvSpPr/>
          <p:nvPr/>
        </p:nvSpPr>
        <p:spPr>
          <a:xfrm>
            <a:off x="7831187" y="2779965"/>
            <a:ext cx="3108200" cy="3594149"/>
          </a:xfrm>
          <a:prstGeom prst="rect"/>
          <a:solidFill>
            <a:srgbClr val="808080"/>
          </a:solidFill>
          <a:ln w="25400">
            <a:solidFill>
              <a:srgbClr val="666666"/>
            </a:solidFill>
          </a:ln>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l"/>
            <a:r>
              <a:rPr sz="2400" lang="en-US">
                <a:solidFill>
                  <a:srgbClr val="FFFFFF"/>
                </a:solidFill>
              </a:rPr>
              <a:t>Typically the Pareto diagram reflects that a relatively small number of causes are responsible for the majority of the problems or defects.</a:t>
            </a:r>
            <a:endParaRPr lang="en-US">
              <a:solidFill>
                <a:srgbClr val="FFFFFF"/>
              </a:solidFill>
            </a:endParaRPr>
          </a:p>
        </p:txBody>
      </p:sp>
    </p:spTree>
  </p:cSld>
  <p:clrMapOvr>
    <a:masterClrMapping/>
  </p:clrMapOvr>
  <p:transition spd="slow" advClick="1">
    <p:wipe dir="l"/>
  </p:transition>
</p:sld>
</file>

<file path=ppt/slides/slide34.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143" name=""/>
        <p:cNvGrpSpPr/>
        <p:nvPr/>
      </p:nvGrpSpPr>
      <p:grpSpPr>
        <a:xfrm rot="0">
          <a:off x="0" y="0"/>
          <a:ext cx="0" cy="0"/>
          <a:chOff x="0" y="0"/>
          <a:chExt cx="0" cy="0"/>
        </a:xfrm>
      </p:grpSpPr>
      <p:pic>
        <p:nvPicPr>
          <p:cNvPr id="2097163" name=""/>
          <p:cNvPicPr>
            <a:picLocks/>
          </p:cNvPicPr>
          <p:nvPr/>
        </p:nvPicPr>
        <p:blipFill>
          <a:blip xmlns:r="http://schemas.openxmlformats.org/officeDocument/2006/relationships" r:embed="rId2"/>
          <a:stretch>
            <a:fillRect/>
          </a:stretch>
        </p:blipFill>
        <p:spPr>
          <a:xfrm rot="0">
            <a:off x="510919" y="163815"/>
            <a:ext cx="11015758" cy="6335564"/>
          </a:xfrm>
          <a:prstGeom prst="rect"/>
        </p:spPr>
      </p:pic>
    </p:spTree>
  </p:cSld>
  <p:clrMapOvr>
    <a:masterClrMapping/>
  </p:clrMapOvr>
  <p:transition spd="slow" advClick="1">
    <p:wipe dir="l"/>
  </p:transition>
</p:sld>
</file>

<file path=ppt/slides/slide35.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144" name=""/>
        <p:cNvGrpSpPr/>
        <p:nvPr/>
      </p:nvGrpSpPr>
      <p:grpSpPr>
        <a:xfrm rot="0">
          <a:off x="0" y="0"/>
          <a:ext cx="0" cy="0"/>
          <a:chOff x="0" y="0"/>
          <a:chExt cx="0" cy="0"/>
        </a:xfrm>
      </p:grpSpPr>
      <p:sp>
        <p:nvSpPr>
          <p:cNvPr id="1048768" name=""/>
          <p:cNvSpPr txBox="1"/>
          <p:nvPr/>
        </p:nvSpPr>
        <p:spPr>
          <a:xfrm>
            <a:off x="354853" y="290685"/>
            <a:ext cx="7178569" cy="510540"/>
          </a:xfrm>
          <a:prstGeom prst="rect"/>
        </p:spPr>
        <p:txBody>
          <a:bodyPr rtlCol="0" wrap="square">
            <a:spAutoFit/>
          </a:bodyPr>
          <a:p>
            <a:r>
              <a:rPr b="1" sz="2800" lang="en-US">
                <a:solidFill>
                  <a:srgbClr val="FFFFFF"/>
                </a:solidFill>
              </a:rPr>
              <a:t>S</a:t>
            </a:r>
            <a:r>
              <a:rPr b="1" sz="2800" lang="en-US">
                <a:solidFill>
                  <a:srgbClr val="FFFFFF"/>
                </a:solidFill>
              </a:rPr>
              <a:t>T</a:t>
            </a:r>
            <a:r>
              <a:rPr b="1" sz="2800" lang="en-US">
                <a:solidFill>
                  <a:srgbClr val="FFFFFF"/>
                </a:solidFill>
              </a:rPr>
              <a:t>A</a:t>
            </a:r>
            <a:r>
              <a:rPr b="1" sz="2800" lang="en-US">
                <a:solidFill>
                  <a:srgbClr val="FFFFFF"/>
                </a:solidFill>
              </a:rPr>
              <a:t>T</a:t>
            </a:r>
            <a:r>
              <a:rPr b="1" sz="2800" lang="en-US">
                <a:solidFill>
                  <a:srgbClr val="FFFFFF"/>
                </a:solidFill>
              </a:rPr>
              <a:t>I</a:t>
            </a:r>
            <a:r>
              <a:rPr b="1" sz="2800" lang="en-US">
                <a:solidFill>
                  <a:srgbClr val="FFFFFF"/>
                </a:solidFill>
              </a:rPr>
              <a:t>S</a:t>
            </a:r>
            <a:r>
              <a:rPr b="1" sz="2800" lang="en-US">
                <a:solidFill>
                  <a:srgbClr val="FFFFFF"/>
                </a:solidFill>
              </a:rPr>
              <a:t>T</a:t>
            </a:r>
            <a:r>
              <a:rPr b="1" sz="2800" lang="en-US">
                <a:solidFill>
                  <a:srgbClr val="FFFFFF"/>
                </a:solidFill>
              </a:rPr>
              <a:t>I</a:t>
            </a:r>
            <a:r>
              <a:rPr b="1" sz="2800" lang="en-US">
                <a:solidFill>
                  <a:srgbClr val="FFFFFF"/>
                </a:solidFill>
              </a:rPr>
              <a:t>C</a:t>
            </a:r>
            <a:r>
              <a:rPr b="1" sz="2800" lang="en-US">
                <a:solidFill>
                  <a:srgbClr val="FFFFFF"/>
                </a:solidFill>
              </a:rPr>
              <a:t>A</a:t>
            </a:r>
            <a:r>
              <a:rPr b="1" sz="2800" lang="en-US">
                <a:solidFill>
                  <a:srgbClr val="FFFFFF"/>
                </a:solidFill>
              </a:rPr>
              <a:t>L</a:t>
            </a:r>
            <a:r>
              <a:rPr b="1" sz="2800" lang="en-US">
                <a:solidFill>
                  <a:srgbClr val="FFFFFF"/>
                </a:solidFill>
              </a:rPr>
              <a:t> </a:t>
            </a:r>
            <a:r>
              <a:rPr b="1" sz="2800" lang="en-US">
                <a:solidFill>
                  <a:srgbClr val="FFFFFF"/>
                </a:solidFill>
              </a:rPr>
              <a:t>S</a:t>
            </a:r>
            <a:r>
              <a:rPr b="1" sz="2800" lang="en-US">
                <a:solidFill>
                  <a:srgbClr val="FFFFFF"/>
                </a:solidFill>
              </a:rPr>
              <a:t>A</a:t>
            </a:r>
            <a:r>
              <a:rPr b="1" sz="2800" lang="en-US">
                <a:solidFill>
                  <a:srgbClr val="FFFFFF"/>
                </a:solidFill>
              </a:rPr>
              <a:t>M</a:t>
            </a:r>
            <a:r>
              <a:rPr b="1" sz="2800" lang="en-US">
                <a:solidFill>
                  <a:srgbClr val="FFFFFF"/>
                </a:solidFill>
              </a:rPr>
              <a:t>P</a:t>
            </a:r>
            <a:r>
              <a:rPr b="1" sz="2800" lang="en-US">
                <a:solidFill>
                  <a:srgbClr val="FFFFFF"/>
                </a:solidFill>
              </a:rPr>
              <a:t>L</a:t>
            </a:r>
            <a:r>
              <a:rPr b="1" sz="2800" lang="en-US">
                <a:solidFill>
                  <a:srgbClr val="FFFFFF"/>
                </a:solidFill>
              </a:rPr>
              <a:t>ING </a:t>
            </a:r>
            <a:endParaRPr sz="2800" lang="en-US">
              <a:solidFill>
                <a:srgbClr val="000000"/>
              </a:solidFill>
            </a:endParaRPr>
          </a:p>
        </p:txBody>
      </p:sp>
      <p:sp>
        <p:nvSpPr>
          <p:cNvPr id="1048769" name=""/>
          <p:cNvSpPr txBox="1"/>
          <p:nvPr/>
        </p:nvSpPr>
        <p:spPr>
          <a:xfrm>
            <a:off x="1358633" y="1242058"/>
            <a:ext cx="10876560" cy="1767841"/>
          </a:xfrm>
          <a:prstGeom prst="rect"/>
        </p:spPr>
        <p:txBody>
          <a:bodyPr rtlCol="0" wrap="square">
            <a:spAutoFit/>
          </a:bodyPr>
          <a:p>
            <a:r>
              <a:rPr sz="2800" lang="en-US">
                <a:solidFill>
                  <a:srgbClr val="FFFFFF"/>
                </a:solidFill>
              </a:rPr>
              <a:t>In statistics, quality assurance, and survey methodology, sampling is the selection of a subset or a statistical sample of individuals from within a statistical population to estimate characteristics of the whole population.</a:t>
            </a:r>
            <a:endParaRPr sz="2800" lang="en-US">
              <a:solidFill>
                <a:srgbClr val="000000"/>
              </a:solidFill>
            </a:endParaRPr>
          </a:p>
        </p:txBody>
      </p:sp>
      <p:sp>
        <p:nvSpPr>
          <p:cNvPr id="1048770" name=""/>
          <p:cNvSpPr/>
          <p:nvPr/>
        </p:nvSpPr>
        <p:spPr>
          <a:xfrm>
            <a:off x="1326480" y="3220718"/>
            <a:ext cx="3268578" cy="2071802"/>
          </a:xfrm>
          <a:prstGeom prst="wedgeRoundRectCallout"/>
          <a:solidFill>
            <a:srgbClr val="808080"/>
          </a:solidFill>
          <a:ln w="25400">
            <a:solidFill>
              <a:srgbClr val="FFC000"/>
            </a:solidFill>
          </a:ln>
        </p:spPr>
        <p:txBody>
          <a:bodyPr anchor="ctr"/>
          <a:p>
            <a:pPr algn="ctr"/>
            <a:r>
              <a:rPr sz="2000" lang="en-US">
                <a:solidFill>
                  <a:srgbClr val="FFFFFF"/>
                </a:solidFill>
              </a:rPr>
              <a:t>Statistical sampling involves choosing a part of a population of interest for inspection</a:t>
            </a:r>
            <a:endParaRPr lang="en-US"/>
          </a:p>
        </p:txBody>
      </p:sp>
      <p:sp>
        <p:nvSpPr>
          <p:cNvPr id="1048771" name=""/>
          <p:cNvSpPr/>
          <p:nvPr/>
        </p:nvSpPr>
        <p:spPr>
          <a:xfrm>
            <a:off x="4870144" y="3220717"/>
            <a:ext cx="3268578" cy="2071802"/>
          </a:xfrm>
          <a:prstGeom prst="wedgeRoundRectCallout"/>
          <a:solidFill>
            <a:srgbClr val="808080"/>
          </a:solidFill>
          <a:ln w="25400">
            <a:solidFill>
              <a:srgbClr val="FFCC99"/>
            </a:solidFill>
          </a:ln>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ctr"/>
            <a:r>
              <a:rPr sz="2000" lang="en-US">
                <a:solidFill>
                  <a:srgbClr val="FFFFFF"/>
                </a:solidFill>
              </a:rPr>
              <a:t>Appropriate sampling can effectively reduce the cost of quality control</a:t>
            </a:r>
            <a:endParaRPr lang="en-US"/>
          </a:p>
        </p:txBody>
      </p:sp>
      <p:sp>
        <p:nvSpPr>
          <p:cNvPr id="1048772" name=""/>
          <p:cNvSpPr/>
          <p:nvPr/>
        </p:nvSpPr>
        <p:spPr>
          <a:xfrm>
            <a:off x="8413808" y="3220718"/>
            <a:ext cx="3268578" cy="2071802"/>
          </a:xfrm>
          <a:prstGeom prst="wedgeRoundRectCallout"/>
          <a:solidFill>
            <a:srgbClr val="808080"/>
          </a:solidFill>
          <a:ln w="25400">
            <a:solidFill>
              <a:srgbClr val="FFE5E5"/>
            </a:solidFill>
          </a:ln>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ctr"/>
            <a:r>
              <a:rPr sz="2000" lang="en-US">
                <a:solidFill>
                  <a:srgbClr val="FFFFFF"/>
                </a:solidFill>
              </a:rPr>
              <a:t>There is a vast body of knowledge related to statistical sampling and therefore the management must be aware of the various sampling techniques</a:t>
            </a:r>
            <a:endParaRPr lang="en-US"/>
          </a:p>
        </p:txBody>
      </p:sp>
    </p:spTree>
  </p:cSld>
  <p:clrMapOvr>
    <a:masterClrMapping/>
  </p:clrMapOvr>
  <p:transition spd="slow" advClick="1">
    <p:wipe dir="l"/>
  </p:transition>
</p:sld>
</file>

<file path=ppt/slides/slide36.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145" name=""/>
        <p:cNvGrpSpPr/>
        <p:nvPr/>
      </p:nvGrpSpPr>
      <p:grpSpPr>
        <a:xfrm rot="0">
          <a:off x="0" y="0"/>
          <a:ext cx="0" cy="0"/>
          <a:chOff x="0" y="0"/>
          <a:chExt cx="0" cy="0"/>
        </a:xfrm>
      </p:grpSpPr>
      <p:pic>
        <p:nvPicPr>
          <p:cNvPr id="2097164" name=""/>
          <p:cNvPicPr>
            <a:picLocks/>
          </p:cNvPicPr>
          <p:nvPr/>
        </p:nvPicPr>
        <p:blipFill>
          <a:blip xmlns:r="http://schemas.openxmlformats.org/officeDocument/2006/relationships" r:embed="rId2"/>
          <a:stretch>
            <a:fillRect/>
          </a:stretch>
        </p:blipFill>
        <p:spPr>
          <a:xfrm rot="0">
            <a:off x="380272" y="673138"/>
            <a:ext cx="5715728" cy="5511722"/>
          </a:xfrm>
          <a:prstGeom prst="rect"/>
        </p:spPr>
      </p:pic>
      <p:pic>
        <p:nvPicPr>
          <p:cNvPr id="2097165" name=""/>
          <p:cNvPicPr>
            <a:picLocks/>
          </p:cNvPicPr>
          <p:nvPr/>
        </p:nvPicPr>
        <p:blipFill>
          <a:blip xmlns:r="http://schemas.openxmlformats.org/officeDocument/2006/relationships" r:embed="rId3"/>
          <a:stretch>
            <a:fillRect/>
          </a:stretch>
        </p:blipFill>
        <p:spPr>
          <a:xfrm rot="0">
            <a:off x="6286587" y="496078"/>
            <a:ext cx="5733099" cy="5970082"/>
          </a:xfrm>
          <a:prstGeom prst="rect"/>
        </p:spPr>
      </p:pic>
    </p:spTree>
  </p:cSld>
  <p:clrMapOvr>
    <a:masterClrMapping/>
  </p:clrMapOvr>
  <p:transition spd="slow" advClick="1">
    <p:wipe dir="l"/>
  </p:transition>
</p:sld>
</file>

<file path=ppt/slides/slide37.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146" name=""/>
        <p:cNvGrpSpPr/>
        <p:nvPr/>
      </p:nvGrpSpPr>
      <p:grpSpPr>
        <a:xfrm rot="0">
          <a:off x="0" y="0"/>
          <a:ext cx="0" cy="0"/>
          <a:chOff x="0" y="0"/>
          <a:chExt cx="0" cy="0"/>
        </a:xfrm>
      </p:grpSpPr>
      <p:sp>
        <p:nvSpPr>
          <p:cNvPr id="1048773" name=""/>
          <p:cNvSpPr txBox="1"/>
          <p:nvPr/>
        </p:nvSpPr>
        <p:spPr>
          <a:xfrm>
            <a:off x="637035" y="371018"/>
            <a:ext cx="4024563" cy="510540"/>
          </a:xfrm>
          <a:prstGeom prst="rect"/>
        </p:spPr>
        <p:txBody>
          <a:bodyPr rtlCol="0" wrap="square">
            <a:spAutoFit/>
          </a:bodyPr>
          <a:p>
            <a:r>
              <a:rPr b="1" sz="2800" lang="en-US">
                <a:solidFill>
                  <a:srgbClr val="FFFFFF"/>
                </a:solidFill>
              </a:rPr>
              <a:t>F</a:t>
            </a:r>
            <a:r>
              <a:rPr b="1" sz="2800" lang="en-US">
                <a:solidFill>
                  <a:srgbClr val="FFFFFF"/>
                </a:solidFill>
              </a:rPr>
              <a:t>L</a:t>
            </a:r>
            <a:r>
              <a:rPr b="1" sz="2800" lang="en-US">
                <a:solidFill>
                  <a:srgbClr val="FFFFFF"/>
                </a:solidFill>
              </a:rPr>
              <a:t>O</a:t>
            </a:r>
            <a:r>
              <a:rPr b="1" sz="2800" lang="en-US">
                <a:solidFill>
                  <a:srgbClr val="FFFFFF"/>
                </a:solidFill>
              </a:rPr>
              <a:t>W</a:t>
            </a:r>
            <a:r>
              <a:rPr b="1" sz="2800" lang="en-US">
                <a:solidFill>
                  <a:srgbClr val="FFFFFF"/>
                </a:solidFill>
              </a:rPr>
              <a:t>C</a:t>
            </a:r>
            <a:r>
              <a:rPr b="1" sz="2800" lang="en-US">
                <a:solidFill>
                  <a:srgbClr val="FFFFFF"/>
                </a:solidFill>
              </a:rPr>
              <a:t>H</a:t>
            </a:r>
            <a:r>
              <a:rPr b="1" sz="2800" lang="en-US">
                <a:solidFill>
                  <a:srgbClr val="FFFFFF"/>
                </a:solidFill>
              </a:rPr>
              <a:t>A</a:t>
            </a:r>
            <a:r>
              <a:rPr b="1" sz="2800" lang="en-US">
                <a:solidFill>
                  <a:srgbClr val="FFFFFF"/>
                </a:solidFill>
              </a:rPr>
              <a:t>R</a:t>
            </a:r>
            <a:r>
              <a:rPr b="1" sz="2800" lang="en-US">
                <a:solidFill>
                  <a:srgbClr val="FFFFFF"/>
                </a:solidFill>
              </a:rPr>
              <a:t>T</a:t>
            </a:r>
            <a:r>
              <a:rPr b="1" sz="2800" lang="en-US">
                <a:solidFill>
                  <a:srgbClr val="FFFFFF"/>
                </a:solidFill>
              </a:rPr>
              <a:t>I</a:t>
            </a:r>
            <a:r>
              <a:rPr b="1" sz="2800" lang="en-US">
                <a:solidFill>
                  <a:srgbClr val="FFFFFF"/>
                </a:solidFill>
              </a:rPr>
              <a:t>NG </a:t>
            </a:r>
            <a:endParaRPr sz="2800" lang="en-US">
              <a:solidFill>
                <a:srgbClr val="000000"/>
              </a:solidFill>
            </a:endParaRPr>
          </a:p>
        </p:txBody>
      </p:sp>
      <p:sp>
        <p:nvSpPr>
          <p:cNvPr id="1048774" name=""/>
          <p:cNvSpPr txBox="1"/>
          <p:nvPr/>
        </p:nvSpPr>
        <p:spPr>
          <a:xfrm>
            <a:off x="1546838" y="2183374"/>
            <a:ext cx="9471101" cy="1767840"/>
          </a:xfrm>
          <a:prstGeom prst="rect"/>
        </p:spPr>
        <p:txBody>
          <a:bodyPr rtlCol="0" wrap="square">
            <a:spAutoFit/>
          </a:bodyPr>
          <a:p>
            <a:r>
              <a:rPr sz="2800" lang="en-US">
                <a:solidFill>
                  <a:srgbClr val="FFFFFF"/>
                </a:solidFill>
              </a:rPr>
              <a:t>Flowcharting is the process of creating a diagram that visually represents a workflow or algorithm using standardized symbols, shapes, and connecting arrows to show the sequence of steps</a:t>
            </a:r>
            <a:endParaRPr sz="2800" lang="en-US">
              <a:solidFill>
                <a:srgbClr val="000000"/>
              </a:solidFill>
            </a:endParaRPr>
          </a:p>
        </p:txBody>
      </p:sp>
    </p:spTree>
  </p:cSld>
  <p:clrMapOvr>
    <a:masterClrMapping/>
  </p:clrMapOvr>
  <p:transition spd="slow" advClick="1">
    <p:wipe dir="l"/>
  </p:transition>
</p:sld>
</file>

<file path=ppt/slides/slide38.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stretch>
            <a:fillRect/>
          </a:stretch>
        </a:blipFill>
      </p:bgPr>
    </p:bg>
    <p:spTree>
      <p:nvGrpSpPr>
        <p:cNvPr id="147" name=""/>
        <p:cNvGrpSpPr/>
        <p:nvPr/>
      </p:nvGrpSpPr>
      <p:grpSpPr>
        <a:xfrm rot="0">
          <a:off x="0" y="0"/>
          <a:ext cx="0" cy="0"/>
          <a:chOff x="0" y="0"/>
          <a:chExt cx="0" cy="0"/>
        </a:xfrm>
      </p:grpSpPr>
      <p:pic>
        <p:nvPicPr>
          <p:cNvPr id="2097166" name=""/>
          <p:cNvPicPr>
            <a:picLocks/>
          </p:cNvPicPr>
          <p:nvPr/>
        </p:nvPicPr>
        <p:blipFill>
          <a:blip xmlns:r="http://schemas.openxmlformats.org/officeDocument/2006/relationships" r:embed="rId2"/>
          <a:stretch>
            <a:fillRect/>
          </a:stretch>
        </p:blipFill>
        <p:spPr>
          <a:xfrm rot="0">
            <a:off x="-348622" y="0"/>
            <a:ext cx="5624669" cy="6858000"/>
          </a:xfrm>
          <a:prstGeom prst="rect"/>
        </p:spPr>
      </p:pic>
      <p:pic>
        <p:nvPicPr>
          <p:cNvPr id="2097167" name=""/>
          <p:cNvPicPr>
            <a:picLocks/>
          </p:cNvPicPr>
          <p:nvPr/>
        </p:nvPicPr>
        <p:blipFill>
          <a:blip xmlns:r="http://schemas.openxmlformats.org/officeDocument/2006/relationships" r:embed="rId3"/>
          <a:stretch>
            <a:fillRect/>
          </a:stretch>
        </p:blipFill>
        <p:spPr>
          <a:xfrm rot="0">
            <a:off x="5468685" y="0"/>
            <a:ext cx="6474363" cy="6858000"/>
          </a:xfrm>
          <a:prstGeom prst="rect"/>
        </p:spPr>
      </p:pic>
    </p:spTree>
  </p:cSld>
  <p:clrMapOvr>
    <a:masterClrMapping/>
  </p:clrMapOvr>
  <p:transition spd="slow" advClick="1">
    <p:wipe dir="l"/>
  </p:transition>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148" name=""/>
        <p:cNvGrpSpPr/>
        <p:nvPr/>
      </p:nvGrpSpPr>
      <p:grpSpPr>
        <a:xfrm>
          <a:off x="0" y="0"/>
          <a:ext cx="0" cy="0"/>
          <a:chOff x="0" y="0"/>
          <a:chExt cx="0" cy="0"/>
        </a:xfrm>
      </p:grpSpPr>
      <p:sp>
        <p:nvSpPr>
          <p:cNvPr id="1048775" name=""/>
          <p:cNvSpPr txBox="1"/>
          <p:nvPr/>
        </p:nvSpPr>
        <p:spPr>
          <a:xfrm>
            <a:off x="818894" y="557722"/>
            <a:ext cx="4539463" cy="510540"/>
          </a:xfrm>
          <a:prstGeom prst="rect"/>
        </p:spPr>
        <p:txBody>
          <a:bodyPr rtlCol="0" wrap="square">
            <a:spAutoFit/>
          </a:bodyPr>
          <a:p>
            <a:r>
              <a:rPr b="1" sz="2800" lang="en-US">
                <a:solidFill>
                  <a:srgbClr val="FFFFFF"/>
                </a:solidFill>
              </a:rPr>
              <a:t>T</a:t>
            </a:r>
            <a:r>
              <a:rPr b="1" sz="2800" lang="en-US">
                <a:solidFill>
                  <a:srgbClr val="FFFFFF"/>
                </a:solidFill>
              </a:rPr>
              <a:t>R</a:t>
            </a:r>
            <a:r>
              <a:rPr b="1" sz="2800" lang="en-US">
                <a:solidFill>
                  <a:srgbClr val="FFFFFF"/>
                </a:solidFill>
              </a:rPr>
              <a:t>E</a:t>
            </a:r>
            <a:r>
              <a:rPr b="1" sz="2800" lang="en-US">
                <a:solidFill>
                  <a:srgbClr val="FFFFFF"/>
                </a:solidFill>
              </a:rPr>
              <a:t>ND </a:t>
            </a:r>
            <a:r>
              <a:rPr b="1" sz="2800" lang="en-US">
                <a:solidFill>
                  <a:srgbClr val="FFFFFF"/>
                </a:solidFill>
              </a:rPr>
              <a:t>A</a:t>
            </a:r>
            <a:r>
              <a:rPr b="1" sz="2800" lang="en-US">
                <a:solidFill>
                  <a:srgbClr val="FFFFFF"/>
                </a:solidFill>
              </a:rPr>
              <a:t>N</a:t>
            </a:r>
            <a:r>
              <a:rPr b="1" sz="2800" lang="en-US">
                <a:solidFill>
                  <a:srgbClr val="FFFFFF"/>
                </a:solidFill>
              </a:rPr>
              <a:t>A</a:t>
            </a:r>
            <a:r>
              <a:rPr b="1" sz="2800" lang="en-US">
                <a:solidFill>
                  <a:srgbClr val="FFFFFF"/>
                </a:solidFill>
              </a:rPr>
              <a:t>L</a:t>
            </a:r>
            <a:r>
              <a:rPr b="1" sz="2800" lang="en-US">
                <a:solidFill>
                  <a:srgbClr val="FFFFFF"/>
                </a:solidFill>
              </a:rPr>
              <a:t>YSIS </a:t>
            </a:r>
            <a:endParaRPr sz="2800" lang="en-US">
              <a:solidFill>
                <a:srgbClr val="000000"/>
              </a:solidFill>
            </a:endParaRPr>
          </a:p>
        </p:txBody>
      </p:sp>
      <p:sp>
        <p:nvSpPr>
          <p:cNvPr id="1048776" name=""/>
          <p:cNvSpPr txBox="1"/>
          <p:nvPr/>
        </p:nvSpPr>
        <p:spPr>
          <a:xfrm>
            <a:off x="1357585" y="1332854"/>
            <a:ext cx="9784996" cy="1348741"/>
          </a:xfrm>
          <a:prstGeom prst="rect"/>
        </p:spPr>
        <p:txBody>
          <a:bodyPr rtlCol="0" wrap="square">
            <a:spAutoFit/>
          </a:bodyPr>
          <a:p>
            <a:r>
              <a:rPr sz="2800" lang="en-US">
                <a:solidFill>
                  <a:srgbClr val="FFFFFF"/>
                </a:solidFill>
              </a:rPr>
              <a:t>Trend analysis is the process of collecting and examining historical data to identify patterns and predict future outcomes</a:t>
            </a:r>
            <a:endParaRPr sz="2800" lang="en-US">
              <a:solidFill>
                <a:srgbClr val="000000"/>
              </a:solidFill>
            </a:endParaRPr>
          </a:p>
        </p:txBody>
      </p:sp>
      <p:sp>
        <p:nvSpPr>
          <p:cNvPr id="1048777" name=""/>
          <p:cNvSpPr/>
          <p:nvPr/>
        </p:nvSpPr>
        <p:spPr>
          <a:xfrm>
            <a:off x="1357584" y="2936163"/>
            <a:ext cx="3048000" cy="2626436"/>
          </a:xfrm>
          <a:prstGeom prst="wedgeRoundRectCallout"/>
          <a:solidFill>
            <a:srgbClr val="808080"/>
          </a:solidFill>
          <a:ln w="25400">
            <a:solidFill>
              <a:srgbClr val="666666"/>
            </a:solidFill>
          </a:ln>
        </p:spPr>
        <p:txBody>
          <a:bodyPr anchor="ctr"/>
          <a:p>
            <a:pPr algn="ctr"/>
            <a:r>
              <a:rPr lang="en-US">
                <a:solidFill>
                  <a:srgbClr val="FFFFFF"/>
                </a:solidFill>
              </a:rPr>
              <a:t>The trend analysis involves the use of mathematical techniques to forecast future outcomes based on historical results it is often used to monitor:</a:t>
            </a:r>
            <a:endParaRPr lang="en-US"/>
          </a:p>
        </p:txBody>
      </p:sp>
      <p:sp>
        <p:nvSpPr>
          <p:cNvPr id="1048778" name=""/>
          <p:cNvSpPr/>
          <p:nvPr/>
        </p:nvSpPr>
        <p:spPr>
          <a:xfrm>
            <a:off x="4571999" y="2946187"/>
            <a:ext cx="3048000" cy="2626436"/>
          </a:xfrm>
          <a:prstGeom prst="wedgeRoundRectCallout"/>
          <a:solidFill>
            <a:srgbClr val="808080"/>
          </a:solidFill>
          <a:ln w="25400">
            <a:solidFill>
              <a:srgbClr val="666666"/>
            </a:solidFill>
          </a:ln>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ctr"/>
            <a:r>
              <a:rPr b="1" lang="en-US">
                <a:solidFill>
                  <a:srgbClr val="FFFFFF"/>
                </a:solidFill>
              </a:rPr>
              <a:t>Technical performance</a:t>
            </a:r>
            <a:r>
              <a:rPr lang="en-US">
                <a:solidFill>
                  <a:srgbClr val="FFFFFF"/>
                </a:solidFill>
              </a:rPr>
              <a:t> - how many defects have been identified and how many remain uncorrected</a:t>
            </a:r>
            <a:endParaRPr lang="en-US"/>
          </a:p>
        </p:txBody>
      </p:sp>
      <p:sp>
        <p:nvSpPr>
          <p:cNvPr id="1048779" name=""/>
          <p:cNvSpPr/>
          <p:nvPr/>
        </p:nvSpPr>
        <p:spPr>
          <a:xfrm>
            <a:off x="7843760" y="2946186"/>
            <a:ext cx="3048000" cy="2626436"/>
          </a:xfrm>
          <a:prstGeom prst="wedgeRoundRectCallout"/>
          <a:solidFill>
            <a:srgbClr val="808080"/>
          </a:solidFill>
          <a:ln w="25400">
            <a:solidFill>
              <a:srgbClr val="666666"/>
            </a:solidFill>
          </a:ln>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ctr"/>
            <a:r>
              <a:rPr b="1" sz="1800" lang="en-US">
                <a:solidFill>
                  <a:srgbClr val="FFFFFF"/>
                </a:solidFill>
              </a:rPr>
              <a:t>Cost and schedule performance</a:t>
            </a:r>
            <a:r>
              <a:rPr sz="1800" lang="en-US">
                <a:solidFill>
                  <a:srgbClr val="FFFFFF"/>
                </a:solidFill>
              </a:rPr>
              <a:t> - how many activities in a certain period were completed with significant variances</a:t>
            </a:r>
            <a:endParaRPr lang="en-US"/>
          </a:p>
        </p:txBody>
      </p:sp>
      <p:sp>
        <p:nvSpPr>
          <p:cNvPr id="1048780" name=""/>
          <p:cNvSpPr/>
          <p:nvPr/>
        </p:nvSpPr>
        <p:spPr>
          <a:xfrm rot="16200000">
            <a:off x="4433015" y="1283201"/>
            <a:ext cx="371066" cy="2954897"/>
          </a:xfrm>
          <a:prstGeom prst="curvedLeftArrow"/>
          <a:solidFill>
            <a:srgbClr val="FFFFFF"/>
          </a:solidFill>
          <a:ln w="25400">
            <a:solidFill>
              <a:srgbClr val="666666"/>
            </a:solidFill>
          </a:ln>
        </p:spPr>
        <p:txBody>
          <a:bodyPr anchor="ctr"/>
          <a:p>
            <a:pPr algn="ctr"/>
            <a:endParaRPr lang="en-US"/>
          </a:p>
        </p:txBody>
      </p:sp>
      <p:sp>
        <p:nvSpPr>
          <p:cNvPr id="1048781" name=""/>
          <p:cNvSpPr/>
          <p:nvPr/>
        </p:nvSpPr>
        <p:spPr>
          <a:xfrm rot="16200000">
            <a:off x="7704778" y="1273182"/>
            <a:ext cx="371066" cy="2954897"/>
          </a:xfrm>
          <a:prstGeom prst="curvedLeftArrow"/>
          <a:solidFill>
            <a:srgbClr val="FFFFFF"/>
          </a:solidFill>
          <a:ln w="25400">
            <a:solidFill>
              <a:srgbClr val="666666"/>
            </a:solidFill>
          </a:ln>
        </p:spPr>
        <p:txBody>
          <a:bodyPr anchor="ctr"/>
          <a:lstStyle>
            <a:lvl1pPr algn="l" eaLnBrk="1" fontAlgn="base" hangingPunct="1" indent="0" latinLnBrk="0" marL="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1pPr>
            <a:lvl2pPr algn="l" eaLnBrk="1" fontAlgn="base" hangingPunct="1" indent="0" latinLnBrk="0" marL="4572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2pPr>
            <a:lvl3pPr algn="l" eaLnBrk="1" fontAlgn="base" hangingPunct="1" indent="0" latinLnBrk="0" marL="9144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3pPr>
            <a:lvl4pPr algn="l" eaLnBrk="1" fontAlgn="base" hangingPunct="1" indent="0" latinLnBrk="0" marL="13716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4pPr>
            <a:lvl5pPr algn="l" eaLnBrk="1" fontAlgn="base" hangingPunct="1" indent="0" latinLnBrk="0" marL="1828800" rtl="0">
              <a:lnSpc>
                <a:spcPct val="100000"/>
              </a:lnSpc>
              <a:spcBef>
                <a:spcPct val="0"/>
              </a:spcBef>
              <a:spcAft>
                <a:spcPct val="0"/>
              </a:spcAft>
              <a:buFontTx/>
              <a:buNone/>
              <a:defRPr baseline="0" b="0" sz="1800" i="0" u="none">
                <a:solidFill>
                  <a:srgbClr val="000000"/>
                </a:solidFill>
                <a:latin typeface="Calibri" pitchFamily="34" charset="0"/>
                <a:ea typeface="宋体" pitchFamily="2" charset="-122"/>
              </a:defRPr>
            </a:lvl5pPr>
          </a:lstStyle>
          <a:p>
            <a:pPr algn="ctr"/>
            <a:endParaRPr lang="en-US"/>
          </a:p>
        </p:txBody>
      </p:sp>
    </p:spTree>
  </p:cSld>
  <p:clrMapOvr>
    <a:overrideClrMapping accent1="accent1" accent2="accent2" accent3="accent3" accent4="accent4" accent5="accent5" accent6="accent6" bg1="lt1" bg2="dk2" tx1="dk1" tx2="lt2"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149" name=""/>
        <p:cNvGrpSpPr/>
        <p:nvPr/>
      </p:nvGrpSpPr>
      <p:grpSpPr>
        <a:xfrm>
          <a:off x="0" y="0"/>
          <a:ext cx="0" cy="0"/>
          <a:chOff x="0" y="0"/>
          <a:chExt cx="0" cy="0"/>
        </a:xfrm>
      </p:grpSpPr>
      <p:pic>
        <p:nvPicPr>
          <p:cNvPr id="2097168" name=""/>
          <p:cNvPicPr>
            <a:picLocks/>
          </p:cNvPicPr>
          <p:nvPr/>
        </p:nvPicPr>
        <p:blipFill>
          <a:blip xmlns:r="http://schemas.openxmlformats.org/officeDocument/2006/relationships" r:embed="rId2"/>
          <a:stretch>
            <a:fillRect/>
          </a:stretch>
        </p:blipFill>
        <p:spPr>
          <a:xfrm rot="0">
            <a:off x="266419" y="296738"/>
            <a:ext cx="11604110" cy="6510254"/>
          </a:xfrm>
          <a:prstGeom prst="rect"/>
        </p:spPr>
      </p:pic>
    </p:spTree>
  </p:cSld>
  <p:clrMapOvr>
    <a:overrideClrMapping accent1="accent1" accent2="accent2" accent3="accent3" accent4="accent4" accent5="accent5" accent6="accent6" bg1="lt1" bg2="dk2" tx1="dk1" tx2="lt2"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71" name=""/>
        <p:cNvGrpSpPr/>
        <p:nvPr/>
      </p:nvGrpSpPr>
      <p:grpSpPr>
        <a:xfrm>
          <a:off x="0" y="0"/>
          <a:ext cx="0" cy="0"/>
          <a:chOff x="0" y="0"/>
          <a:chExt cx="0" cy="0"/>
        </a:xfrm>
      </p:grpSpPr>
      <p:sp>
        <p:nvSpPr>
          <p:cNvPr id="1048613" name=""/>
          <p:cNvSpPr txBox="1"/>
          <p:nvPr/>
        </p:nvSpPr>
        <p:spPr>
          <a:xfrm>
            <a:off x="3223597" y="523359"/>
            <a:ext cx="5255568" cy="510540"/>
          </a:xfrm>
          <a:prstGeom prst="rect"/>
        </p:spPr>
        <p:txBody>
          <a:bodyPr rtlCol="0" wrap="square">
            <a:spAutoFit/>
          </a:bodyPr>
          <a:p>
            <a:r>
              <a:rPr b="1" sz="2800" lang="en-US">
                <a:solidFill>
                  <a:srgbClr val="FFFFFF"/>
                </a:solidFill>
              </a:rPr>
              <a:t>Q</a:t>
            </a:r>
            <a:r>
              <a:rPr b="1" sz="2800" lang="en-US">
                <a:solidFill>
                  <a:srgbClr val="FFFFFF"/>
                </a:solidFill>
              </a:rPr>
              <a:t>UALITY </a:t>
            </a:r>
            <a:r>
              <a:rPr b="1" sz="2800" lang="en-US">
                <a:solidFill>
                  <a:srgbClr val="FFFFFF"/>
                </a:solidFill>
              </a:rPr>
              <a:t>CONTROL </a:t>
            </a:r>
            <a:r>
              <a:rPr b="1" sz="2800" lang="en-US">
                <a:solidFill>
                  <a:srgbClr val="FFFFFF"/>
                </a:solidFill>
              </a:rPr>
              <a:t>O</a:t>
            </a:r>
            <a:r>
              <a:rPr b="1" sz="2800" lang="en-US">
                <a:solidFill>
                  <a:srgbClr val="FFFFFF"/>
                </a:solidFill>
              </a:rPr>
              <a:t>U</a:t>
            </a:r>
            <a:r>
              <a:rPr b="1" sz="2800" lang="en-US">
                <a:solidFill>
                  <a:srgbClr val="FFFFFF"/>
                </a:solidFill>
              </a:rPr>
              <a:t>T</a:t>
            </a:r>
            <a:r>
              <a:rPr b="1" sz="2800" lang="en-US">
                <a:solidFill>
                  <a:srgbClr val="FFFFFF"/>
                </a:solidFill>
              </a:rPr>
              <a:t>P</a:t>
            </a:r>
            <a:r>
              <a:rPr b="1" sz="2800" lang="en-US">
                <a:solidFill>
                  <a:srgbClr val="FFFFFF"/>
                </a:solidFill>
              </a:rPr>
              <a:t>U</a:t>
            </a:r>
            <a:r>
              <a:rPr b="1" sz="2800" lang="en-US">
                <a:solidFill>
                  <a:srgbClr val="FFFFFF"/>
                </a:solidFill>
              </a:rPr>
              <a:t>T</a:t>
            </a:r>
            <a:r>
              <a:rPr b="1" sz="2800" lang="en-US">
                <a:solidFill>
                  <a:srgbClr val="FFFFFF"/>
                </a:solidFill>
              </a:rPr>
              <a:t>S</a:t>
            </a:r>
            <a:endParaRPr sz="2800" lang="en-US">
              <a:solidFill>
                <a:srgbClr val="000000"/>
              </a:solidFill>
            </a:endParaRPr>
          </a:p>
        </p:txBody>
      </p:sp>
      <p:sp>
        <p:nvSpPr>
          <p:cNvPr id="1048614" name=""/>
          <p:cNvSpPr txBox="1"/>
          <p:nvPr/>
        </p:nvSpPr>
        <p:spPr>
          <a:xfrm>
            <a:off x="722201" y="1434818"/>
            <a:ext cx="9821074" cy="4714239"/>
          </a:xfrm>
          <a:prstGeom prst="rect"/>
        </p:spPr>
        <p:txBody>
          <a:bodyPr rtlCol="0" wrap="square">
            <a:spAutoFit/>
          </a:bodyPr>
          <a:p>
            <a:r>
              <a:rPr sz="2400" lang="en-US">
                <a:solidFill>
                  <a:srgbClr val="FFFFFF"/>
                </a:solidFill>
              </a:rPr>
              <a:t>•</a:t>
            </a:r>
            <a:r>
              <a:rPr sz="2400" lang="en-US">
                <a:solidFill>
                  <a:srgbClr val="FFFFFF"/>
                </a:solidFill>
              </a:rPr>
              <a:t>Quality improvement (previously described)</a:t>
            </a:r>
            <a:endParaRPr sz="2000" lang="en-US">
              <a:solidFill>
                <a:srgbClr val="000000"/>
              </a:solidFill>
            </a:endParaRPr>
          </a:p>
          <a:p>
            <a:r>
              <a:rPr sz="2400" lang="en-US">
                <a:solidFill>
                  <a:srgbClr val="FFFFFF"/>
                </a:solidFill>
              </a:rPr>
              <a:t>•</a:t>
            </a:r>
            <a:r>
              <a:rPr sz="2400" lang="en-US">
                <a:solidFill>
                  <a:srgbClr val="FFFFFF"/>
                </a:solidFill>
              </a:rPr>
              <a:t>Acceptance decisions, where the inspected items will either be accepted or rejected and those rejected may be reworked</a:t>
            </a:r>
            <a:endParaRPr sz="2000" lang="en-US">
              <a:solidFill>
                <a:srgbClr val="000000"/>
              </a:solidFill>
            </a:endParaRPr>
          </a:p>
          <a:p>
            <a:r>
              <a:rPr sz="2400" lang="en-US">
                <a:solidFill>
                  <a:srgbClr val="FFFFFF"/>
                </a:solidFill>
              </a:rPr>
              <a:t>•</a:t>
            </a:r>
            <a:r>
              <a:rPr sz="2400" lang="en-US">
                <a:solidFill>
                  <a:srgbClr val="FFFFFF"/>
                </a:solidFill>
              </a:rPr>
              <a:t>Rework, which is an action taken to bring defects or nonconforming items into compliance with requirements and specifications. Rework is a frequent cause of project over-runs and the project management team must make an effort to minimize it.</a:t>
            </a:r>
            <a:endParaRPr sz="2800" lang="en-US">
              <a:solidFill>
                <a:srgbClr val="000000"/>
              </a:solidFill>
            </a:endParaRPr>
          </a:p>
          <a:p>
            <a:r>
              <a:rPr sz="2400" lang="en-US">
                <a:solidFill>
                  <a:srgbClr val="FFFFFF"/>
                </a:solidFill>
              </a:rPr>
              <a:t>•</a:t>
            </a:r>
            <a:r>
              <a:rPr sz="2400" lang="en-US">
                <a:solidFill>
                  <a:srgbClr val="FFFFFF"/>
                </a:solidFill>
              </a:rPr>
              <a:t>Completed Checklists, which become a part of a project record when they are used</a:t>
            </a:r>
            <a:endParaRPr sz="2800" lang="en-US">
              <a:solidFill>
                <a:srgbClr val="000000"/>
              </a:solidFill>
            </a:endParaRPr>
          </a:p>
          <a:p>
            <a:r>
              <a:rPr sz="2400" lang="en-US">
                <a:solidFill>
                  <a:srgbClr val="FFFFFF"/>
                </a:solidFill>
              </a:rPr>
              <a:t>•</a:t>
            </a:r>
            <a:r>
              <a:rPr sz="2400" lang="en-US">
                <a:solidFill>
                  <a:srgbClr val="FFFFFF"/>
                </a:solidFill>
              </a:rPr>
              <a:t>Process Adjustments, which involves immediate corrective or preventive action as a result of quality control measurements. In some cases the adjustment may need to be handled according to procedures for overall change control.</a:t>
            </a:r>
            <a:endParaRPr sz="2800" lang="en-US">
              <a:solidFill>
                <a:srgbClr val="000000"/>
              </a:solidFill>
            </a:endParaRPr>
          </a:p>
        </p:txBody>
      </p:sp>
    </p:spTree>
  </p:cSld>
  <p:clrMapOvr>
    <a:overrideClrMapping accent1="accent1" accent2="accent2" accent3="accent3" accent4="accent4" accent5="accent5" accent6="accent6" bg1="lt1" bg2="dk2" tx1="dk1" tx2="lt2"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69" name=""/>
        <p:cNvGrpSpPr/>
        <p:nvPr/>
      </p:nvGrpSpPr>
      <p:grpSpPr>
        <a:xfrm>
          <a:off x="0" y="0"/>
          <a:ext cx="0" cy="0"/>
          <a:chOff x="0" y="0"/>
          <a:chExt cx="0" cy="0"/>
        </a:xfrm>
      </p:grpSpPr>
      <p:sp>
        <p:nvSpPr>
          <p:cNvPr id="1048607" name=""/>
          <p:cNvSpPr txBox="1"/>
          <p:nvPr/>
        </p:nvSpPr>
        <p:spPr>
          <a:xfrm>
            <a:off x="4096000" y="3219450"/>
            <a:ext cx="4000000" cy="510540"/>
          </a:xfrm>
          <a:prstGeom prst="rect"/>
        </p:spPr>
        <p:txBody>
          <a:bodyPr rtlCol="0" wrap="square">
            <a:spAutoFit/>
          </a:bodyPr>
          <a:p>
            <a:r>
              <a:rPr sz="2800" lang="en-US">
                <a:solidFill>
                  <a:srgbClr val="000000"/>
                </a:solidFill>
              </a:rPr>
              <a:t/>
            </a:r>
            <a:endParaRPr sz="2800" lang="en-US">
              <a:solidFill>
                <a:srgbClr val="000000"/>
              </a:solidFill>
            </a:endParaRPr>
          </a:p>
        </p:txBody>
      </p:sp>
      <p:sp>
        <p:nvSpPr>
          <p:cNvPr id="1048608" name=""/>
          <p:cNvSpPr txBox="1"/>
          <p:nvPr/>
        </p:nvSpPr>
        <p:spPr>
          <a:xfrm>
            <a:off x="0" y="470514"/>
            <a:ext cx="2895533" cy="574039"/>
          </a:xfrm>
          <a:prstGeom prst="rect"/>
        </p:spPr>
        <p:txBody>
          <a:bodyPr rtlCol="0" wrap="square">
            <a:spAutoFit/>
          </a:bodyPr>
          <a:p>
            <a:r>
              <a:rPr b="1" sz="3200" lang="en-US">
                <a:solidFill>
                  <a:srgbClr val="FFFFFF"/>
                </a:solidFill>
              </a:rPr>
              <a:t>C</a:t>
            </a:r>
            <a:r>
              <a:rPr b="1" sz="3200" lang="en-US">
                <a:solidFill>
                  <a:srgbClr val="FFFFFF"/>
                </a:solidFill>
              </a:rPr>
              <a:t>o</a:t>
            </a:r>
            <a:r>
              <a:rPr b="1" sz="3200" lang="en-US">
                <a:solidFill>
                  <a:srgbClr val="FFFFFF"/>
                </a:solidFill>
              </a:rPr>
              <a:t>n</a:t>
            </a:r>
            <a:r>
              <a:rPr b="1" sz="3200" lang="en-US">
                <a:solidFill>
                  <a:srgbClr val="FFFFFF"/>
                </a:solidFill>
              </a:rPr>
              <a:t>c</a:t>
            </a:r>
            <a:r>
              <a:rPr b="1" sz="3200" lang="en-US">
                <a:solidFill>
                  <a:srgbClr val="FFFFFF"/>
                </a:solidFill>
              </a:rPr>
              <a:t>l</a:t>
            </a:r>
            <a:r>
              <a:rPr b="1" sz="3200" lang="en-US">
                <a:solidFill>
                  <a:srgbClr val="FFFFFF"/>
                </a:solidFill>
              </a:rPr>
              <a:t>u</a:t>
            </a:r>
            <a:r>
              <a:rPr b="1" sz="3200" lang="en-US">
                <a:solidFill>
                  <a:srgbClr val="FFFFFF"/>
                </a:solidFill>
              </a:rPr>
              <a:t>sion </a:t>
            </a:r>
            <a:endParaRPr sz="2800" lang="en-US">
              <a:solidFill>
                <a:srgbClr val="000000"/>
              </a:solidFill>
            </a:endParaRPr>
          </a:p>
        </p:txBody>
      </p:sp>
      <p:sp>
        <p:nvSpPr>
          <p:cNvPr id="1048609" name=""/>
          <p:cNvSpPr txBox="1"/>
          <p:nvPr/>
        </p:nvSpPr>
        <p:spPr>
          <a:xfrm>
            <a:off x="701635" y="1543050"/>
            <a:ext cx="10325467" cy="4282439"/>
          </a:xfrm>
          <a:prstGeom prst="rect"/>
        </p:spPr>
        <p:txBody>
          <a:bodyPr rtlCol="0" wrap="square">
            <a:spAutoFit/>
          </a:bodyPr>
          <a:p>
            <a:r>
              <a:rPr sz="2800" lang="en-US">
                <a:solidFill>
                  <a:srgbClr val="FFFFFF"/>
                </a:solidFill>
              </a:rPr>
              <a:t>In conclusion we find that in order to achieve PQM or Project Quality Management, one has to integrate the concepts of Project management with the processes of quality management at the project scale and throughout its different phases.</a:t>
            </a:r>
            <a:endParaRPr sz="2800" lang="en-US">
              <a:solidFill>
                <a:srgbClr val="FFFFFF"/>
              </a:solidFill>
            </a:endParaRPr>
          </a:p>
          <a:p>
            <a:endParaRPr sz="2800" lang="en-US">
              <a:solidFill>
                <a:srgbClr val="FFFFFF"/>
              </a:solidFill>
            </a:endParaRPr>
          </a:p>
          <a:p>
            <a:r>
              <a:rPr sz="2800" lang="en-US">
                <a:solidFill>
                  <a:srgbClr val="FFFFFF"/>
                </a:solidFill>
              </a:rPr>
              <a:t>for effective PQM it is essential that the project management team be aware of the concepts of quality management to be able to make use of the described processes and implement them to achieve the required end product</a:t>
            </a:r>
            <a:endParaRPr sz="2800" lang="en-US">
              <a:solidFill>
                <a:srgbClr val="FFFFFF"/>
              </a:solidFill>
            </a:endParaRPr>
          </a:p>
          <a:p>
            <a:endParaRPr sz="2800" lang="en-US">
              <a:solidFill>
                <a:srgbClr val="FFFFFF"/>
              </a:solidFill>
            </a:endParaRPr>
          </a:p>
        </p:txBody>
      </p:sp>
    </p:spTree>
  </p:cSld>
  <p:clrMapOvr>
    <a:overrideClrMapping accent1="accent1" accent2="accent2" accent3="accent3" accent4="accent4" accent5="accent5" accent6="accent6" bg1="lt1" bg2="dk2" tx1="dk1" tx2="lt2"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67" name=""/>
        <p:cNvGrpSpPr/>
        <p:nvPr/>
      </p:nvGrpSpPr>
      <p:grpSpPr>
        <a:xfrm>
          <a:off x="0" y="0"/>
          <a:ext cx="0" cy="0"/>
          <a:chOff x="0" y="0"/>
          <a:chExt cx="0" cy="0"/>
        </a:xfrm>
      </p:grpSpPr>
      <p:sp>
        <p:nvSpPr>
          <p:cNvPr id="1048596" name=""/>
          <p:cNvSpPr txBox="1"/>
          <p:nvPr/>
        </p:nvSpPr>
        <p:spPr>
          <a:xfrm>
            <a:off x="545523" y="190383"/>
            <a:ext cx="4000000" cy="510540"/>
          </a:xfrm>
          <a:prstGeom prst="rect"/>
        </p:spPr>
        <p:txBody>
          <a:bodyPr rtlCol="0" wrap="square">
            <a:spAutoFit/>
          </a:bodyPr>
          <a:p>
            <a:r>
              <a:rPr sz="2800" lang="en-US">
                <a:solidFill>
                  <a:srgbClr val="FFFFFF"/>
                </a:solidFill>
              </a:rPr>
              <a:t>C</a:t>
            </a:r>
            <a:r>
              <a:rPr sz="2800" lang="en-US">
                <a:solidFill>
                  <a:srgbClr val="FFFFFF"/>
                </a:solidFill>
              </a:rPr>
              <a:t>H</a:t>
            </a:r>
            <a:r>
              <a:rPr sz="2800" lang="en-US">
                <a:solidFill>
                  <a:srgbClr val="FFFFFF"/>
                </a:solidFill>
              </a:rPr>
              <a:t>A</a:t>
            </a:r>
            <a:r>
              <a:rPr sz="2800" lang="en-US">
                <a:solidFill>
                  <a:srgbClr val="FFFFFF"/>
                </a:solidFill>
              </a:rPr>
              <a:t>N</a:t>
            </a:r>
            <a:r>
              <a:rPr sz="2800" lang="en-US">
                <a:solidFill>
                  <a:srgbClr val="FFFFFF"/>
                </a:solidFill>
              </a:rPr>
              <a:t>GE </a:t>
            </a:r>
            <a:r>
              <a:rPr sz="2800" lang="en-US">
                <a:solidFill>
                  <a:srgbClr val="FFFFFF"/>
                </a:solidFill>
              </a:rPr>
              <a:t>CONTROL </a:t>
            </a:r>
            <a:endParaRPr sz="2800" lang="en-US">
              <a:solidFill>
                <a:srgbClr val="000000"/>
              </a:solidFill>
            </a:endParaRPr>
          </a:p>
        </p:txBody>
      </p:sp>
      <p:sp>
        <p:nvSpPr>
          <p:cNvPr id="1048597" name=""/>
          <p:cNvSpPr txBox="1"/>
          <p:nvPr/>
        </p:nvSpPr>
        <p:spPr>
          <a:xfrm>
            <a:off x="4096000" y="3219450"/>
            <a:ext cx="4000000" cy="510540"/>
          </a:xfrm>
          <a:prstGeom prst="rect"/>
        </p:spPr>
        <p:txBody>
          <a:bodyPr rtlCol="0" wrap="square">
            <a:spAutoFit/>
          </a:bodyPr>
          <a:p>
            <a:r>
              <a:rPr sz="2800" lang="en-US">
                <a:solidFill>
                  <a:srgbClr val="000000"/>
                </a:solidFill>
              </a:rPr>
              <a:t/>
            </a:r>
            <a:endParaRPr sz="2800" lang="en-US">
              <a:solidFill>
                <a:srgbClr val="000000"/>
              </a:solidFill>
            </a:endParaRPr>
          </a:p>
        </p:txBody>
      </p:sp>
      <p:sp>
        <p:nvSpPr>
          <p:cNvPr id="1048598" name=""/>
          <p:cNvSpPr txBox="1"/>
          <p:nvPr/>
        </p:nvSpPr>
        <p:spPr>
          <a:xfrm>
            <a:off x="972639" y="700922"/>
            <a:ext cx="9085051" cy="1348741"/>
          </a:xfrm>
          <a:prstGeom prst="rect"/>
        </p:spPr>
        <p:txBody>
          <a:bodyPr rtlCol="0" wrap="square">
            <a:spAutoFit/>
          </a:bodyPr>
          <a:p>
            <a:r>
              <a:rPr sz="2800" lang="en-US">
                <a:solidFill>
                  <a:srgbClr val="FFFFFF"/>
                </a:solidFill>
              </a:rPr>
              <a:t>is a systematic process for managing changes to a project, system, or product to ensure they are properly reviewed, documented, and approved</a:t>
            </a:r>
            <a:endParaRPr sz="2800" lang="en-US">
              <a:solidFill>
                <a:srgbClr val="000000"/>
              </a:solidFill>
            </a:endParaRPr>
          </a:p>
        </p:txBody>
      </p:sp>
      <p:sp>
        <p:nvSpPr>
          <p:cNvPr id="1048599" name=""/>
          <p:cNvSpPr txBox="1"/>
          <p:nvPr/>
        </p:nvSpPr>
        <p:spPr>
          <a:xfrm>
            <a:off x="545523" y="2379285"/>
            <a:ext cx="6203739" cy="1056640"/>
          </a:xfrm>
          <a:prstGeom prst="rect"/>
        </p:spPr>
        <p:txBody>
          <a:bodyPr rtlCol="0" wrap="square">
            <a:spAutoFit/>
          </a:bodyPr>
          <a:p>
            <a:r>
              <a:rPr b="1" sz="3200" lang="en-US">
                <a:solidFill>
                  <a:srgbClr val="FFFFFF"/>
                </a:solidFill>
              </a:rPr>
              <a:t>Key components of change control</a:t>
            </a:r>
            <a:endParaRPr sz="2800" lang="en-US">
              <a:solidFill>
                <a:srgbClr val="000000"/>
              </a:solidFill>
            </a:endParaRPr>
          </a:p>
        </p:txBody>
      </p:sp>
      <p:sp>
        <p:nvSpPr>
          <p:cNvPr id="1048600" name=""/>
          <p:cNvSpPr txBox="1"/>
          <p:nvPr/>
        </p:nvSpPr>
        <p:spPr>
          <a:xfrm>
            <a:off x="972638" y="3729990"/>
            <a:ext cx="10975909" cy="929641"/>
          </a:xfrm>
          <a:prstGeom prst="rect"/>
        </p:spPr>
        <p:txBody>
          <a:bodyPr rtlCol="0" wrap="square">
            <a:spAutoFit/>
          </a:bodyPr>
          <a:p>
            <a:r>
              <a:rPr b="1" sz="2800" lang="en-US">
                <a:solidFill>
                  <a:srgbClr val="FFFFFF"/>
                </a:solidFill>
              </a:rPr>
              <a:t>Change request submission:</a:t>
            </a:r>
            <a:r>
              <a:rPr b="1" sz="2800" lang="en-US">
                <a:solidFill>
                  <a:srgbClr val="FFFFFF"/>
                </a:solidFill>
              </a:rPr>
              <a:t> </a:t>
            </a:r>
            <a:r>
              <a:rPr b="0" sz="2800" lang="en-US">
                <a:solidFill>
                  <a:srgbClr val="FFFFFF"/>
                </a:solidFill>
              </a:rPr>
              <a:t>A formal request is submitted to document the proposed change</a:t>
            </a:r>
            <a:endParaRPr sz="2800" lang="en-US">
              <a:solidFill>
                <a:srgbClr val="000000"/>
              </a:solidFill>
            </a:endParaRPr>
          </a:p>
        </p:txBody>
      </p:sp>
      <p:sp>
        <p:nvSpPr>
          <p:cNvPr id="1048601" name=""/>
          <p:cNvSpPr txBox="1"/>
          <p:nvPr/>
        </p:nvSpPr>
        <p:spPr>
          <a:xfrm>
            <a:off x="4096000" y="3219450"/>
            <a:ext cx="4000000" cy="510540"/>
          </a:xfrm>
          <a:prstGeom prst="rect"/>
        </p:spPr>
        <p:txBody>
          <a:bodyPr rtlCol="0" wrap="square">
            <a:spAutoFit/>
          </a:bodyPr>
          <a:p>
            <a:r>
              <a:rPr sz="2800" lang="en-US">
                <a:solidFill>
                  <a:srgbClr val="000000"/>
                </a:solidFill>
              </a:rPr>
              <a:t/>
            </a:r>
            <a:endParaRPr sz="2800" lang="en-US">
              <a:solidFill>
                <a:srgbClr val="000000"/>
              </a:solidFill>
            </a:endParaRPr>
          </a:p>
        </p:txBody>
      </p:sp>
      <p:sp>
        <p:nvSpPr>
          <p:cNvPr id="1048602" name=""/>
          <p:cNvSpPr txBox="1"/>
          <p:nvPr/>
        </p:nvSpPr>
        <p:spPr>
          <a:xfrm>
            <a:off x="972638" y="4899777"/>
            <a:ext cx="10695456" cy="929640"/>
          </a:xfrm>
          <a:prstGeom prst="rect"/>
        </p:spPr>
        <p:txBody>
          <a:bodyPr rtlCol="0" wrap="square">
            <a:spAutoFit/>
          </a:bodyPr>
          <a:p>
            <a:r>
              <a:rPr b="1" sz="2800" lang="en-US">
                <a:solidFill>
                  <a:srgbClr val="FFFFFF"/>
                </a:solidFill>
              </a:rPr>
              <a:t>Impact assessment: </a:t>
            </a:r>
            <a:r>
              <a:rPr b="0" sz="2800" lang="en-US">
                <a:solidFill>
                  <a:srgbClr val="FFFFFF"/>
                </a:solidFill>
              </a:rPr>
              <a:t>The potential impact of the change on project constraints like scope, time, and cost is evaluated.</a:t>
            </a:r>
            <a:endParaRPr sz="2800" lang="en-US">
              <a:solidFill>
                <a:srgbClr val="000000"/>
              </a:solidFill>
            </a:endParaRPr>
          </a:p>
        </p:txBody>
      </p:sp>
    </p:spTree>
  </p:cSld>
  <p:clrMapOvr>
    <a:overrideClrMapping accent1="accent1" accent2="accent2" accent3="accent3" accent4="accent4" accent5="accent5" accent6="accent6" bg1="lt1" bg2="dk2" tx1="dk1" tx2="lt2"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65" name=""/>
        <p:cNvGrpSpPr/>
        <p:nvPr/>
      </p:nvGrpSpPr>
      <p:grpSpPr>
        <a:xfrm>
          <a:off x="0" y="0"/>
          <a:ext cx="0" cy="0"/>
          <a:chOff x="0" y="0"/>
          <a:chExt cx="0" cy="0"/>
        </a:xfrm>
      </p:grpSpPr>
      <p:sp>
        <p:nvSpPr>
          <p:cNvPr id="1048584" name=""/>
          <p:cNvSpPr txBox="1"/>
          <p:nvPr/>
        </p:nvSpPr>
        <p:spPr>
          <a:xfrm>
            <a:off x="0" y="344905"/>
            <a:ext cx="12049707" cy="929640"/>
          </a:xfrm>
          <a:prstGeom prst="rect"/>
        </p:spPr>
        <p:txBody>
          <a:bodyPr rtlCol="0" wrap="square">
            <a:spAutoFit/>
          </a:bodyPr>
          <a:p>
            <a:r>
              <a:rPr b="1" sz="2800" lang="en-US">
                <a:solidFill>
                  <a:srgbClr val="FFFFFF"/>
                </a:solidFill>
              </a:rPr>
              <a:t>Review and approval: </a:t>
            </a:r>
            <a:r>
              <a:rPr b="0" sz="2800" lang="en-US">
                <a:solidFill>
                  <a:srgbClr val="FFFFFF"/>
                </a:solidFill>
              </a:rPr>
              <a:t>A change control board or stakeholders review the request and its impact, then either approve, reject, or defer it</a:t>
            </a:r>
            <a:endParaRPr sz="2800" lang="en-US">
              <a:solidFill>
                <a:srgbClr val="000000"/>
              </a:solidFill>
            </a:endParaRPr>
          </a:p>
        </p:txBody>
      </p:sp>
      <p:sp>
        <p:nvSpPr>
          <p:cNvPr id="1048585" name=""/>
          <p:cNvSpPr txBox="1"/>
          <p:nvPr/>
        </p:nvSpPr>
        <p:spPr>
          <a:xfrm>
            <a:off x="0" y="1274545"/>
            <a:ext cx="11834311" cy="510540"/>
          </a:xfrm>
          <a:prstGeom prst="rect"/>
        </p:spPr>
        <p:txBody>
          <a:bodyPr rtlCol="0" wrap="square">
            <a:spAutoFit/>
          </a:bodyPr>
          <a:p>
            <a:r>
              <a:rPr b="1" sz="2800" lang="en-US">
                <a:solidFill>
                  <a:srgbClr val="FFFFFF"/>
                </a:solidFill>
              </a:rPr>
              <a:t>Documentation:</a:t>
            </a:r>
            <a:r>
              <a:rPr b="0" sz="2800" lang="en-US">
                <a:solidFill>
                  <a:srgbClr val="FFFFFF"/>
                </a:solidFill>
              </a:rPr>
              <a:t>All changes, decisions, and their impacts are documented.</a:t>
            </a:r>
            <a:endParaRPr sz="2800" lang="en-US">
              <a:solidFill>
                <a:srgbClr val="000000"/>
              </a:solidFill>
            </a:endParaRPr>
          </a:p>
        </p:txBody>
      </p:sp>
      <p:sp>
        <p:nvSpPr>
          <p:cNvPr id="1048586" name=""/>
          <p:cNvSpPr txBox="1"/>
          <p:nvPr/>
        </p:nvSpPr>
        <p:spPr>
          <a:xfrm>
            <a:off x="0" y="1785085"/>
            <a:ext cx="12169853" cy="929640"/>
          </a:xfrm>
          <a:prstGeom prst="rect"/>
        </p:spPr>
        <p:txBody>
          <a:bodyPr rtlCol="0" wrap="square">
            <a:spAutoFit/>
          </a:bodyPr>
          <a:p>
            <a:r>
              <a:rPr b="1" sz="2800" lang="en-US">
                <a:solidFill>
                  <a:srgbClr val="FFFFFF"/>
                </a:solidFill>
              </a:rPr>
              <a:t>Implementation: </a:t>
            </a:r>
            <a:r>
              <a:rPr b="0" sz="2800" lang="en-US">
                <a:solidFill>
                  <a:srgbClr val="FFFFFF"/>
                </a:solidFill>
              </a:rPr>
              <a:t>Approved changes are implemented in a controlled manner, often with rollback plans in place.</a:t>
            </a:r>
            <a:endParaRPr sz="2800" lang="en-US">
              <a:solidFill>
                <a:srgbClr val="000000"/>
              </a:solidFill>
            </a:endParaRPr>
          </a:p>
        </p:txBody>
      </p:sp>
      <p:sp>
        <p:nvSpPr>
          <p:cNvPr id="1048587" name=""/>
          <p:cNvSpPr txBox="1"/>
          <p:nvPr/>
        </p:nvSpPr>
        <p:spPr>
          <a:xfrm>
            <a:off x="0" y="2714725"/>
            <a:ext cx="12210981" cy="1348741"/>
          </a:xfrm>
          <a:prstGeom prst="rect"/>
        </p:spPr>
        <p:txBody>
          <a:bodyPr rtlCol="0" wrap="square">
            <a:spAutoFit/>
          </a:bodyPr>
          <a:p>
            <a:r>
              <a:rPr b="1" sz="2800" lang="en-US">
                <a:solidFill>
                  <a:srgbClr val="FFFFFF"/>
                </a:solidFill>
              </a:rPr>
              <a:t>Monitoring: </a:t>
            </a:r>
            <a:r>
              <a:rPr b="0" sz="2800" lang="en-US">
                <a:solidFill>
                  <a:srgbClr val="FFFFFF"/>
                </a:solidFill>
              </a:rPr>
              <a:t>The effectiveness of the implemented change is monitored and confirmed. </a:t>
            </a:r>
            <a:endParaRPr sz="2800" lang="en-US">
              <a:solidFill>
                <a:srgbClr val="000000"/>
              </a:solidFill>
            </a:endParaRPr>
          </a:p>
          <a:p>
            <a:endParaRPr sz="2800" lang="en-US">
              <a:solidFill>
                <a:srgbClr val="000000"/>
              </a:solidFill>
            </a:endParaRPr>
          </a:p>
        </p:txBody>
      </p:sp>
      <p:sp>
        <p:nvSpPr>
          <p:cNvPr id="1048588" name=""/>
          <p:cNvSpPr txBox="1"/>
          <p:nvPr/>
        </p:nvSpPr>
        <p:spPr>
          <a:xfrm>
            <a:off x="0" y="3598645"/>
            <a:ext cx="11654635" cy="510541"/>
          </a:xfrm>
          <a:prstGeom prst="rect"/>
        </p:spPr>
        <p:txBody>
          <a:bodyPr rtlCol="0" wrap="square">
            <a:spAutoFit/>
          </a:bodyPr>
          <a:p>
            <a:endParaRPr sz="2800" lang="en-US">
              <a:solidFill>
                <a:srgbClr val="000000"/>
              </a:solidFill>
            </a:endParaRPr>
          </a:p>
        </p:txBody>
      </p:sp>
      <p:sp>
        <p:nvSpPr>
          <p:cNvPr id="1048589" name=""/>
          <p:cNvSpPr txBox="1"/>
          <p:nvPr/>
        </p:nvSpPr>
        <p:spPr>
          <a:xfrm>
            <a:off x="0" y="3644366"/>
            <a:ext cx="12160108" cy="929641"/>
          </a:xfrm>
          <a:prstGeom prst="rect"/>
        </p:spPr>
        <p:txBody>
          <a:bodyPr rtlCol="0" wrap="square">
            <a:spAutoFit/>
          </a:bodyPr>
          <a:p>
            <a:r>
              <a:rPr b="1" sz="2800" lang="en-US">
                <a:solidFill>
                  <a:srgbClr val="FFFFFF"/>
                </a:solidFill>
              </a:rPr>
              <a:t>Change Control Board (CCB):</a:t>
            </a:r>
            <a:r>
              <a:rPr b="0" sz="2800" lang="en-US">
                <a:solidFill>
                  <a:srgbClr val="FFFFFF"/>
                </a:solidFill>
              </a:rPr>
              <a:t>A group responsible for reviewing and approving or rejecting change requests.</a:t>
            </a:r>
            <a:endParaRPr sz="2800" lang="en-US">
              <a:solidFill>
                <a:srgbClr val="000000"/>
              </a:solidFill>
            </a:endParaRPr>
          </a:p>
        </p:txBody>
      </p:sp>
    </p:spTree>
  </p:cSld>
  <p:clrMapOvr>
    <a:overrideClrMapping accent1="accent1" accent2="accent2" accent3="accent3" accent4="accent4" accent5="accent5" accent6="accent6" bg1="lt1" bg2="dk2" tx1="dk1" tx2="lt2"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66" name=""/>
        <p:cNvGrpSpPr/>
        <p:nvPr/>
      </p:nvGrpSpPr>
      <p:grpSpPr>
        <a:xfrm>
          <a:off x="0" y="0"/>
          <a:ext cx="0" cy="0"/>
          <a:chOff x="0" y="0"/>
          <a:chExt cx="0" cy="0"/>
        </a:xfrm>
      </p:grpSpPr>
      <p:sp>
        <p:nvSpPr>
          <p:cNvPr id="1048590" name=""/>
          <p:cNvSpPr txBox="1"/>
          <p:nvPr/>
        </p:nvSpPr>
        <p:spPr>
          <a:xfrm>
            <a:off x="0" y="321306"/>
            <a:ext cx="6736273" cy="929640"/>
          </a:xfrm>
          <a:prstGeom prst="rect"/>
        </p:spPr>
        <p:txBody>
          <a:bodyPr rtlCol="0" wrap="square">
            <a:spAutoFit/>
          </a:bodyPr>
          <a:p>
            <a:r>
              <a:rPr b="1" sz="2800" lang="en-US">
                <a:solidFill>
                  <a:srgbClr val="FFFFFF"/>
                </a:solidFill>
              </a:rPr>
              <a:t>Why is change control important?</a:t>
            </a:r>
            <a:endParaRPr sz="2800" lang="en-US">
              <a:solidFill>
                <a:srgbClr val="000000"/>
              </a:solidFill>
            </a:endParaRPr>
          </a:p>
          <a:p>
            <a:endParaRPr sz="2800" lang="en-US">
              <a:solidFill>
                <a:srgbClr val="000000"/>
              </a:solidFill>
            </a:endParaRPr>
          </a:p>
        </p:txBody>
      </p:sp>
      <p:sp>
        <p:nvSpPr>
          <p:cNvPr id="1048591" name=""/>
          <p:cNvSpPr txBox="1"/>
          <p:nvPr/>
        </p:nvSpPr>
        <p:spPr>
          <a:xfrm>
            <a:off x="765867" y="1250946"/>
            <a:ext cx="11035510" cy="929640"/>
          </a:xfrm>
          <a:prstGeom prst="rect"/>
        </p:spPr>
        <p:txBody>
          <a:bodyPr rtlCol="0" wrap="square">
            <a:spAutoFit/>
          </a:bodyPr>
          <a:p>
            <a:r>
              <a:rPr sz="2800" lang="en-US">
                <a:solidFill>
                  <a:srgbClr val="FFFFFF"/>
                </a:solidFill>
              </a:rPr>
              <a:t>Minimizes risk: It prevents negative impacts by evaluating every proposed change before implementation.</a:t>
            </a:r>
            <a:endParaRPr sz="2800" lang="en-US">
              <a:solidFill>
                <a:srgbClr val="000000"/>
              </a:solidFill>
            </a:endParaRPr>
          </a:p>
        </p:txBody>
      </p:sp>
      <p:sp>
        <p:nvSpPr>
          <p:cNvPr id="1048592" name=""/>
          <p:cNvSpPr txBox="1"/>
          <p:nvPr/>
        </p:nvSpPr>
        <p:spPr>
          <a:xfrm>
            <a:off x="765866" y="2180585"/>
            <a:ext cx="10178261" cy="929640"/>
          </a:xfrm>
          <a:prstGeom prst="rect"/>
        </p:spPr>
        <p:txBody>
          <a:bodyPr rtlCol="0" wrap="square">
            <a:spAutoFit/>
          </a:bodyPr>
          <a:p>
            <a:r>
              <a:rPr sz="2800" lang="en-US">
                <a:solidFill>
                  <a:srgbClr val="FFFFFF"/>
                </a:solidFill>
              </a:rPr>
              <a:t>Prevents unauthorized changes: It ensures that only approved modifications are made to a project or system.</a:t>
            </a:r>
            <a:endParaRPr sz="2800" lang="en-US">
              <a:solidFill>
                <a:srgbClr val="000000"/>
              </a:solidFill>
            </a:endParaRPr>
          </a:p>
        </p:txBody>
      </p:sp>
      <p:sp>
        <p:nvSpPr>
          <p:cNvPr id="1048593" name=""/>
          <p:cNvSpPr txBox="1"/>
          <p:nvPr/>
        </p:nvSpPr>
        <p:spPr>
          <a:xfrm>
            <a:off x="765867" y="3110226"/>
            <a:ext cx="9647892" cy="929640"/>
          </a:xfrm>
          <a:prstGeom prst="rect"/>
        </p:spPr>
        <p:txBody>
          <a:bodyPr rtlCol="0" wrap="square">
            <a:spAutoFit/>
          </a:bodyPr>
          <a:p>
            <a:r>
              <a:rPr sz="2800" lang="en-US">
                <a:solidFill>
                  <a:srgbClr val="FFFFFF"/>
                </a:solidFill>
              </a:rPr>
              <a:t>Ensures accountability: It provides a traceable record of all changes and decisions made.</a:t>
            </a:r>
            <a:endParaRPr sz="2800" lang="en-US">
              <a:solidFill>
                <a:srgbClr val="000000"/>
              </a:solidFill>
            </a:endParaRPr>
          </a:p>
        </p:txBody>
      </p:sp>
      <p:sp>
        <p:nvSpPr>
          <p:cNvPr id="1048594" name=""/>
          <p:cNvSpPr txBox="1"/>
          <p:nvPr/>
        </p:nvSpPr>
        <p:spPr>
          <a:xfrm>
            <a:off x="765867" y="4039864"/>
            <a:ext cx="10039716" cy="929640"/>
          </a:xfrm>
          <a:prstGeom prst="rect"/>
        </p:spPr>
        <p:txBody>
          <a:bodyPr rtlCol="0" wrap="square">
            <a:spAutoFit/>
          </a:bodyPr>
          <a:p>
            <a:r>
              <a:rPr sz="2800" lang="en-US">
                <a:solidFill>
                  <a:srgbClr val="FFFFFF"/>
                </a:solidFill>
              </a:rPr>
              <a:t>Maintains stability: It helps maintain the stability of a system or project during necessary adjustments.</a:t>
            </a:r>
            <a:endParaRPr sz="2800" lang="en-US">
              <a:solidFill>
                <a:srgbClr val="000000"/>
              </a:solidFill>
            </a:endParaRPr>
          </a:p>
        </p:txBody>
      </p:sp>
      <p:sp>
        <p:nvSpPr>
          <p:cNvPr id="1048595" name=""/>
          <p:cNvSpPr txBox="1"/>
          <p:nvPr/>
        </p:nvSpPr>
        <p:spPr>
          <a:xfrm>
            <a:off x="765867" y="4969505"/>
            <a:ext cx="9916325" cy="1348741"/>
          </a:xfrm>
          <a:prstGeom prst="rect"/>
        </p:spPr>
        <p:txBody>
          <a:bodyPr rtlCol="0" wrap="square">
            <a:spAutoFit/>
          </a:bodyPr>
          <a:p>
            <a:r>
              <a:rPr sz="2800" lang="en-US">
                <a:solidFill>
                  <a:srgbClr val="FFFFFF"/>
                </a:solidFill>
              </a:rPr>
              <a:t>Ensures compliance: It is critical for maintaining regulatory compliance in industries like pharmaceuticals and medical devices. </a:t>
            </a:r>
            <a:endParaRPr sz="2800" lang="en-US">
              <a:solidFill>
                <a:srgbClr val="000000"/>
              </a:solidFill>
            </a:endParaRPr>
          </a:p>
        </p:txBody>
      </p:sp>
    </p:spTree>
  </p:cSld>
  <p:clrMapOvr>
    <a:overrideClrMapping accent1="accent1" accent2="accent2" accent3="accent3" accent4="accent4" accent5="accent5" accent6="accent6" bg1="lt1" bg2="dk2" tx1="dk1" tx2="lt2"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68" name=""/>
        <p:cNvGrpSpPr/>
        <p:nvPr/>
      </p:nvGrpSpPr>
      <p:grpSpPr>
        <a:xfrm>
          <a:off x="0" y="0"/>
          <a:ext cx="0" cy="0"/>
          <a:chOff x="0" y="0"/>
          <a:chExt cx="0" cy="0"/>
        </a:xfrm>
      </p:grpSpPr>
      <p:sp>
        <p:nvSpPr>
          <p:cNvPr id="1048603" name=""/>
          <p:cNvSpPr txBox="1"/>
          <p:nvPr/>
        </p:nvSpPr>
        <p:spPr>
          <a:xfrm>
            <a:off x="0" y="345301"/>
            <a:ext cx="6599254" cy="510540"/>
          </a:xfrm>
          <a:prstGeom prst="rect"/>
        </p:spPr>
        <p:txBody>
          <a:bodyPr rtlCol="0" wrap="square">
            <a:spAutoFit/>
          </a:bodyPr>
          <a:p>
            <a:r>
              <a:rPr b="1" sz="2800" lang="en-US">
                <a:solidFill>
                  <a:srgbClr val="FFFFFF"/>
                </a:solidFill>
              </a:rPr>
              <a:t>Where change control is used</a:t>
            </a:r>
            <a:r>
              <a:rPr b="1" sz="2800" lang="en-US">
                <a:solidFill>
                  <a:srgbClr val="FFFFFF"/>
                </a:solidFill>
              </a:rPr>
              <a:t>?</a:t>
            </a:r>
            <a:endParaRPr sz="2800" lang="en-US">
              <a:solidFill>
                <a:srgbClr val="000000"/>
              </a:solidFill>
            </a:endParaRPr>
          </a:p>
        </p:txBody>
      </p:sp>
      <p:sp>
        <p:nvSpPr>
          <p:cNvPr id="1048604" name=""/>
          <p:cNvSpPr txBox="1"/>
          <p:nvPr/>
        </p:nvSpPr>
        <p:spPr>
          <a:xfrm>
            <a:off x="815645" y="1049705"/>
            <a:ext cx="10967280" cy="929640"/>
          </a:xfrm>
          <a:prstGeom prst="rect"/>
        </p:spPr>
        <p:txBody>
          <a:bodyPr rtlCol="0" wrap="square">
            <a:spAutoFit/>
          </a:bodyPr>
          <a:p>
            <a:r>
              <a:rPr sz="2800" lang="en-US">
                <a:solidFill>
                  <a:srgbClr val="FFFFFF"/>
                </a:solidFill>
              </a:rPr>
              <a:t>Change control is used in various sectors, especially in those with complex systems and changing requirements: </a:t>
            </a:r>
            <a:endParaRPr sz="2800" lang="en-US">
              <a:solidFill>
                <a:srgbClr val="000000"/>
              </a:solidFill>
            </a:endParaRPr>
          </a:p>
        </p:txBody>
      </p:sp>
      <p:sp>
        <p:nvSpPr>
          <p:cNvPr id="1048605" name=""/>
          <p:cNvSpPr txBox="1"/>
          <p:nvPr/>
        </p:nvSpPr>
        <p:spPr>
          <a:xfrm>
            <a:off x="815645" y="2478567"/>
            <a:ext cx="6437048" cy="2186939"/>
          </a:xfrm>
          <a:prstGeom prst="rect"/>
        </p:spPr>
        <p:txBody>
          <a:bodyPr rtlCol="0" wrap="square">
            <a:spAutoFit/>
          </a:bodyPr>
          <a:p>
            <a:r>
              <a:rPr sz="2800" lang="en-US">
                <a:solidFill>
                  <a:srgbClr val="FFFFFF"/>
                </a:solidFill>
              </a:rPr>
              <a:t>Information Technology (IT)</a:t>
            </a:r>
            <a:endParaRPr sz="2800" lang="en-US">
              <a:solidFill>
                <a:srgbClr val="000000"/>
              </a:solidFill>
            </a:endParaRPr>
          </a:p>
          <a:p>
            <a:r>
              <a:rPr sz="2800" lang="en-US">
                <a:solidFill>
                  <a:srgbClr val="FFFFFF"/>
                </a:solidFill>
              </a:rPr>
              <a:t>Software Development</a:t>
            </a:r>
            <a:endParaRPr sz="2800" lang="en-US">
              <a:solidFill>
                <a:srgbClr val="000000"/>
              </a:solidFill>
            </a:endParaRPr>
          </a:p>
          <a:p>
            <a:r>
              <a:rPr sz="2800" lang="en-US">
                <a:solidFill>
                  <a:srgbClr val="FFFFFF"/>
                </a:solidFill>
              </a:rPr>
              <a:t>Pharmaceu</a:t>
            </a:r>
            <a:r>
              <a:rPr sz="2800" lang="en-US">
                <a:solidFill>
                  <a:srgbClr val="FFFFFF"/>
                </a:solidFill>
              </a:rPr>
              <a:t>t</a:t>
            </a:r>
            <a:r>
              <a:rPr sz="2800" lang="en-US">
                <a:solidFill>
                  <a:srgbClr val="FFFFFF"/>
                </a:solidFill>
              </a:rPr>
              <a:t>ical </a:t>
            </a:r>
            <a:endParaRPr sz="2800" lang="en-US">
              <a:solidFill>
                <a:srgbClr val="000000"/>
              </a:solidFill>
            </a:endParaRPr>
          </a:p>
          <a:p>
            <a:r>
              <a:rPr sz="2800" lang="en-US">
                <a:solidFill>
                  <a:srgbClr val="FFFFFF"/>
                </a:solidFill>
              </a:rPr>
              <a:t>Medical Device Manufacturing</a:t>
            </a:r>
            <a:endParaRPr sz="2800" lang="en-US">
              <a:solidFill>
                <a:srgbClr val="000000"/>
              </a:solidFill>
            </a:endParaRPr>
          </a:p>
          <a:p>
            <a:r>
              <a:rPr sz="2800" lang="en-US">
                <a:solidFill>
                  <a:srgbClr val="FFFFFF"/>
                </a:solidFill>
              </a:rPr>
              <a:t>Engineering and Manufacturing </a:t>
            </a:r>
            <a:endParaRPr sz="2800" lang="en-US">
              <a:solidFill>
                <a:srgbClr val="000000"/>
              </a:solidFill>
            </a:endParaRPr>
          </a:p>
        </p:txBody>
      </p:sp>
      <p:sp>
        <p:nvSpPr>
          <p:cNvPr id="1048606" name=""/>
          <p:cNvSpPr txBox="1"/>
          <p:nvPr/>
        </p:nvSpPr>
        <p:spPr>
          <a:xfrm>
            <a:off x="4096000" y="3219450"/>
            <a:ext cx="4000000" cy="510540"/>
          </a:xfrm>
          <a:prstGeom prst="rect"/>
        </p:spPr>
        <p:txBody>
          <a:bodyPr rtlCol="0" wrap="square">
            <a:spAutoFit/>
          </a:bodyPr>
          <a:p>
            <a:r>
              <a:rPr sz="2800" lang="en-US">
                <a:solidFill>
                  <a:srgbClr val="000000"/>
                </a:solidFill>
              </a:rPr>
              <a:t/>
            </a:r>
            <a:endParaRPr sz="2800" lang="en-US">
              <a:solidFill>
                <a:srgbClr val="000000"/>
              </a:solidFill>
            </a:endParaRPr>
          </a:p>
        </p:txBody>
      </p:sp>
    </p:spTree>
  </p:cSld>
  <p:clrMapOvr>
    <a:overrideClrMapping accent1="accent1" accent2="accent2" accent3="accent3" accent4="accent4" accent5="accent5" accent6="accent6" bg1="lt1" bg2="dk2" tx1="dk1" tx2="lt2"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70" name=""/>
        <p:cNvGrpSpPr/>
        <p:nvPr/>
      </p:nvGrpSpPr>
      <p:grpSpPr>
        <a:xfrm>
          <a:off x="0" y="0"/>
          <a:ext cx="0" cy="0"/>
          <a:chOff x="0" y="0"/>
          <a:chExt cx="0" cy="0"/>
        </a:xfrm>
      </p:grpSpPr>
      <p:sp>
        <p:nvSpPr>
          <p:cNvPr id="1048610" name=""/>
          <p:cNvSpPr txBox="1"/>
          <p:nvPr/>
        </p:nvSpPr>
        <p:spPr>
          <a:xfrm>
            <a:off x="4096000" y="3219450"/>
            <a:ext cx="4000000" cy="510540"/>
          </a:xfrm>
          <a:prstGeom prst="rect"/>
        </p:spPr>
        <p:txBody>
          <a:bodyPr rtlCol="0" wrap="square">
            <a:spAutoFit/>
          </a:bodyPr>
          <a:p>
            <a:r>
              <a:rPr sz="2800" lang="en-US">
                <a:solidFill>
                  <a:srgbClr val="000000"/>
                </a:solidFill>
              </a:rPr>
              <a:t/>
            </a:r>
            <a:endParaRPr sz="2800" lang="en-US">
              <a:solidFill>
                <a:srgbClr val="000000"/>
              </a:solidFill>
            </a:endParaRPr>
          </a:p>
        </p:txBody>
      </p:sp>
      <p:sp>
        <p:nvSpPr>
          <p:cNvPr id="1048611" name=""/>
          <p:cNvSpPr txBox="1"/>
          <p:nvPr/>
        </p:nvSpPr>
        <p:spPr>
          <a:xfrm>
            <a:off x="612879" y="314660"/>
            <a:ext cx="5688522" cy="510540"/>
          </a:xfrm>
          <a:prstGeom prst="rect"/>
        </p:spPr>
        <p:txBody>
          <a:bodyPr rtlCol="0" wrap="square">
            <a:spAutoFit/>
          </a:bodyPr>
          <a:p>
            <a:r>
              <a:rPr b="1" sz="2800" lang="en-US">
                <a:solidFill>
                  <a:srgbClr val="FFFFFF"/>
                </a:solidFill>
              </a:rPr>
              <a:t>S</a:t>
            </a:r>
            <a:r>
              <a:rPr b="1" sz="2800" lang="en-US">
                <a:solidFill>
                  <a:srgbClr val="FFFFFF"/>
                </a:solidFill>
              </a:rPr>
              <a:t>t</a:t>
            </a:r>
            <a:r>
              <a:rPr b="1" sz="2800" lang="en-US">
                <a:solidFill>
                  <a:srgbClr val="FFFFFF"/>
                </a:solidFill>
              </a:rPr>
              <a:t>e</a:t>
            </a:r>
            <a:r>
              <a:rPr b="1" sz="2800" lang="en-US">
                <a:solidFill>
                  <a:srgbClr val="FFFFFF"/>
                </a:solidFill>
              </a:rPr>
              <a:t>p</a:t>
            </a:r>
            <a:r>
              <a:rPr b="1" sz="2800" lang="en-US">
                <a:solidFill>
                  <a:srgbClr val="FFFFFF"/>
                </a:solidFill>
              </a:rPr>
              <a:t>s</a:t>
            </a:r>
            <a:r>
              <a:rPr b="1" sz="2800" lang="en-US">
                <a:solidFill>
                  <a:srgbClr val="FFFFFF"/>
                </a:solidFill>
              </a:rPr>
              <a:t> </a:t>
            </a:r>
            <a:r>
              <a:rPr b="1" sz="2800" lang="en-US">
                <a:solidFill>
                  <a:srgbClr val="FFFFFF"/>
                </a:solidFill>
              </a:rPr>
              <a:t>i</a:t>
            </a:r>
            <a:r>
              <a:rPr b="1" sz="2800" lang="en-US">
                <a:solidFill>
                  <a:srgbClr val="FFFFFF"/>
                </a:solidFill>
              </a:rPr>
              <a:t>n</a:t>
            </a:r>
            <a:r>
              <a:rPr b="1" sz="2800" lang="en-US">
                <a:solidFill>
                  <a:srgbClr val="FFFFFF"/>
                </a:solidFill>
              </a:rPr>
              <a:t> </a:t>
            </a:r>
            <a:r>
              <a:rPr b="1" sz="2800" lang="en-US">
                <a:solidFill>
                  <a:srgbClr val="FFFFFF"/>
                </a:solidFill>
              </a:rPr>
              <a:t>t</a:t>
            </a:r>
            <a:r>
              <a:rPr b="1" sz="2800" lang="en-US">
                <a:solidFill>
                  <a:srgbClr val="FFFFFF"/>
                </a:solidFill>
              </a:rPr>
              <a:t>h</a:t>
            </a:r>
            <a:r>
              <a:rPr b="1" sz="2800" lang="en-US">
                <a:solidFill>
                  <a:srgbClr val="FFFFFF"/>
                </a:solidFill>
              </a:rPr>
              <a:t>e</a:t>
            </a:r>
            <a:r>
              <a:rPr b="1" sz="2800" lang="en-US">
                <a:solidFill>
                  <a:srgbClr val="FFFFFF"/>
                </a:solidFill>
              </a:rPr>
              <a:t> </a:t>
            </a:r>
            <a:r>
              <a:rPr b="1" sz="2800" lang="en-US">
                <a:solidFill>
                  <a:srgbClr val="FFFFFF"/>
                </a:solidFill>
              </a:rPr>
              <a:t>C</a:t>
            </a:r>
            <a:r>
              <a:rPr b="1" sz="2800" lang="en-US">
                <a:solidFill>
                  <a:srgbClr val="FFFFFF"/>
                </a:solidFill>
              </a:rPr>
              <a:t>h</a:t>
            </a:r>
            <a:r>
              <a:rPr b="1" sz="2800" lang="en-US">
                <a:solidFill>
                  <a:srgbClr val="FFFFFF"/>
                </a:solidFill>
              </a:rPr>
              <a:t>a</a:t>
            </a:r>
            <a:r>
              <a:rPr b="1" sz="2800" lang="en-US">
                <a:solidFill>
                  <a:srgbClr val="FFFFFF"/>
                </a:solidFill>
              </a:rPr>
              <a:t>n</a:t>
            </a:r>
            <a:r>
              <a:rPr b="1" sz="2800" lang="en-US">
                <a:solidFill>
                  <a:srgbClr val="FFFFFF"/>
                </a:solidFill>
              </a:rPr>
              <a:t>ge </a:t>
            </a:r>
            <a:r>
              <a:rPr b="1" sz="2800" lang="en-US">
                <a:solidFill>
                  <a:srgbClr val="FFFFFF"/>
                </a:solidFill>
              </a:rPr>
              <a:t>control </a:t>
            </a:r>
            <a:endParaRPr sz="2800" lang="en-US">
              <a:solidFill>
                <a:srgbClr val="000000"/>
              </a:solidFill>
            </a:endParaRPr>
          </a:p>
        </p:txBody>
      </p:sp>
      <p:sp>
        <p:nvSpPr>
          <p:cNvPr id="1048612" name=""/>
          <p:cNvSpPr txBox="1"/>
          <p:nvPr/>
        </p:nvSpPr>
        <p:spPr>
          <a:xfrm>
            <a:off x="1206752" y="1287780"/>
            <a:ext cx="4000000" cy="3863340"/>
          </a:xfrm>
          <a:prstGeom prst="rect"/>
        </p:spPr>
        <p:txBody>
          <a:bodyPr rtlCol="0" wrap="square">
            <a:spAutoFit/>
          </a:bodyPr>
          <a:p>
            <a:pPr indent="-457200" marL="457200">
              <a:buFont typeface="Wingdings" charset="2"/>
              <a:buChar char="n"/>
            </a:pPr>
            <a:r>
              <a:rPr sz="2800" lang="en-US">
                <a:solidFill>
                  <a:srgbClr val="FFFFFF"/>
                </a:solidFill>
              </a:rPr>
              <a:t>I</a:t>
            </a:r>
            <a:r>
              <a:rPr sz="2800" lang="en-US">
                <a:solidFill>
                  <a:srgbClr val="FFFFFF"/>
                </a:solidFill>
              </a:rPr>
              <a:t>d</a:t>
            </a:r>
            <a:r>
              <a:rPr sz="2800" lang="en-US">
                <a:solidFill>
                  <a:srgbClr val="FFFFFF"/>
                </a:solidFill>
              </a:rPr>
              <a:t>e</a:t>
            </a:r>
            <a:r>
              <a:rPr sz="2800" lang="en-US">
                <a:solidFill>
                  <a:srgbClr val="FFFFFF"/>
                </a:solidFill>
              </a:rPr>
              <a:t>n</a:t>
            </a:r>
            <a:r>
              <a:rPr sz="2800" lang="en-US">
                <a:solidFill>
                  <a:srgbClr val="FFFFFF"/>
                </a:solidFill>
              </a:rPr>
              <a:t>t</a:t>
            </a:r>
            <a:r>
              <a:rPr sz="2800" lang="en-US">
                <a:solidFill>
                  <a:srgbClr val="FFFFFF"/>
                </a:solidFill>
              </a:rPr>
              <a:t>i</a:t>
            </a:r>
            <a:r>
              <a:rPr sz="2800" lang="en-US">
                <a:solidFill>
                  <a:srgbClr val="FFFFFF"/>
                </a:solidFill>
              </a:rPr>
              <a:t>f</a:t>
            </a:r>
            <a:r>
              <a:rPr sz="2800" lang="en-US">
                <a:solidFill>
                  <a:srgbClr val="FFFFFF"/>
                </a:solidFill>
              </a:rPr>
              <a:t>i</a:t>
            </a:r>
            <a:r>
              <a:rPr sz="2800" lang="en-US">
                <a:solidFill>
                  <a:srgbClr val="FFFFFF"/>
                </a:solidFill>
              </a:rPr>
              <a:t>cation</a:t>
            </a:r>
            <a:r>
              <a:rPr sz="2800" lang="en-US">
                <a:solidFill>
                  <a:srgbClr val="FFFFFF"/>
                </a:solidFill>
              </a:rPr>
              <a:t> </a:t>
            </a:r>
            <a:endParaRPr sz="2800" lang="en-US">
              <a:solidFill>
                <a:srgbClr val="000000"/>
              </a:solidFill>
            </a:endParaRPr>
          </a:p>
          <a:p>
            <a:pPr indent="-457200" marL="457200">
              <a:buFont typeface="Wingdings" charset="2"/>
              <a:buChar char="n"/>
            </a:pPr>
            <a:r>
              <a:rPr sz="2800" lang="en-US">
                <a:solidFill>
                  <a:srgbClr val="FFFFFF"/>
                </a:solidFill>
              </a:rPr>
              <a:t>D</a:t>
            </a:r>
            <a:r>
              <a:rPr sz="2800" lang="en-US">
                <a:solidFill>
                  <a:srgbClr val="FFFFFF"/>
                </a:solidFill>
              </a:rPr>
              <a:t>o</a:t>
            </a:r>
            <a:r>
              <a:rPr sz="2800" lang="en-US">
                <a:solidFill>
                  <a:srgbClr val="FFFFFF"/>
                </a:solidFill>
              </a:rPr>
              <a:t>c</a:t>
            </a:r>
            <a:r>
              <a:rPr sz="2800" lang="en-US">
                <a:solidFill>
                  <a:srgbClr val="FFFFFF"/>
                </a:solidFill>
              </a:rPr>
              <a:t>u</a:t>
            </a:r>
            <a:r>
              <a:rPr sz="2800" lang="en-US">
                <a:solidFill>
                  <a:srgbClr val="FFFFFF"/>
                </a:solidFill>
              </a:rPr>
              <a:t>ment</a:t>
            </a:r>
            <a:r>
              <a:rPr sz="2800" lang="en-US">
                <a:solidFill>
                  <a:srgbClr val="FFFFFF"/>
                </a:solidFill>
              </a:rPr>
              <a:t>ation </a:t>
            </a:r>
            <a:endParaRPr sz="2800" lang="en-US">
              <a:solidFill>
                <a:srgbClr val="000000"/>
              </a:solidFill>
            </a:endParaRPr>
          </a:p>
          <a:p>
            <a:pPr indent="-457200" marL="457200">
              <a:buFont typeface="Wingdings" charset="2"/>
              <a:buChar char="n"/>
            </a:pPr>
            <a:r>
              <a:rPr sz="2800" lang="en-US">
                <a:solidFill>
                  <a:srgbClr val="FFFFFF"/>
                </a:solidFill>
              </a:rPr>
              <a:t>I</a:t>
            </a:r>
            <a:r>
              <a:rPr sz="2800" lang="en-US">
                <a:solidFill>
                  <a:srgbClr val="FFFFFF"/>
                </a:solidFill>
              </a:rPr>
              <a:t>m</a:t>
            </a:r>
            <a:r>
              <a:rPr sz="2800" lang="en-US">
                <a:solidFill>
                  <a:srgbClr val="FFFFFF"/>
                </a:solidFill>
              </a:rPr>
              <a:t>p</a:t>
            </a:r>
            <a:r>
              <a:rPr sz="2800" lang="en-US">
                <a:solidFill>
                  <a:srgbClr val="FFFFFF"/>
                </a:solidFill>
              </a:rPr>
              <a:t>a</a:t>
            </a:r>
            <a:r>
              <a:rPr sz="2800" lang="en-US">
                <a:solidFill>
                  <a:srgbClr val="FFFFFF"/>
                </a:solidFill>
              </a:rPr>
              <a:t>c</a:t>
            </a:r>
            <a:r>
              <a:rPr sz="2800" lang="en-US">
                <a:solidFill>
                  <a:srgbClr val="FFFFFF"/>
                </a:solidFill>
              </a:rPr>
              <a:t>t </a:t>
            </a:r>
            <a:r>
              <a:rPr sz="2800" lang="en-US">
                <a:solidFill>
                  <a:srgbClr val="FFFFFF"/>
                </a:solidFill>
              </a:rPr>
              <a:t>A</a:t>
            </a:r>
            <a:r>
              <a:rPr sz="2800" lang="en-US">
                <a:solidFill>
                  <a:srgbClr val="FFFFFF"/>
                </a:solidFill>
              </a:rPr>
              <a:t>n</a:t>
            </a:r>
            <a:r>
              <a:rPr sz="2800" lang="en-US">
                <a:solidFill>
                  <a:srgbClr val="FFFFFF"/>
                </a:solidFill>
              </a:rPr>
              <a:t>a</a:t>
            </a:r>
            <a:r>
              <a:rPr sz="2800" lang="en-US">
                <a:solidFill>
                  <a:srgbClr val="FFFFFF"/>
                </a:solidFill>
              </a:rPr>
              <a:t>l</a:t>
            </a:r>
            <a:r>
              <a:rPr sz="2800" lang="en-US">
                <a:solidFill>
                  <a:srgbClr val="FFFFFF"/>
                </a:solidFill>
              </a:rPr>
              <a:t>ysis </a:t>
            </a:r>
            <a:endParaRPr sz="2800" lang="en-US">
              <a:solidFill>
                <a:srgbClr val="000000"/>
              </a:solidFill>
            </a:endParaRPr>
          </a:p>
          <a:p>
            <a:pPr indent="-457200" marL="457200">
              <a:buFont typeface="Wingdings" charset="2"/>
              <a:buChar char="n"/>
            </a:pPr>
            <a:r>
              <a:rPr sz="2800" lang="en-US">
                <a:solidFill>
                  <a:srgbClr val="FFFFFF"/>
                </a:solidFill>
              </a:rPr>
              <a:t>E</a:t>
            </a:r>
            <a:r>
              <a:rPr sz="2800" lang="en-US">
                <a:solidFill>
                  <a:srgbClr val="FFFFFF"/>
                </a:solidFill>
              </a:rPr>
              <a:t>v</a:t>
            </a:r>
            <a:r>
              <a:rPr sz="2800" lang="en-US">
                <a:solidFill>
                  <a:srgbClr val="FFFFFF"/>
                </a:solidFill>
              </a:rPr>
              <a:t>a</a:t>
            </a:r>
            <a:r>
              <a:rPr sz="2800" lang="en-US">
                <a:solidFill>
                  <a:srgbClr val="FFFFFF"/>
                </a:solidFill>
              </a:rPr>
              <a:t>l</a:t>
            </a:r>
            <a:r>
              <a:rPr sz="2800" lang="en-US">
                <a:solidFill>
                  <a:srgbClr val="FFFFFF"/>
                </a:solidFill>
              </a:rPr>
              <a:t>uation </a:t>
            </a:r>
            <a:endParaRPr sz="2800" lang="en-US">
              <a:solidFill>
                <a:srgbClr val="000000"/>
              </a:solidFill>
            </a:endParaRPr>
          </a:p>
          <a:p>
            <a:pPr indent="-457200" marL="457200">
              <a:buFont typeface="Wingdings" charset="2"/>
              <a:buChar char="n"/>
            </a:pPr>
            <a:r>
              <a:rPr sz="2800" lang="en-US">
                <a:solidFill>
                  <a:srgbClr val="FFFFFF"/>
                </a:solidFill>
              </a:rPr>
              <a:t>A</a:t>
            </a:r>
            <a:r>
              <a:rPr sz="2800" lang="en-US">
                <a:solidFill>
                  <a:srgbClr val="FFFFFF"/>
                </a:solidFill>
              </a:rPr>
              <a:t>p</a:t>
            </a:r>
            <a:r>
              <a:rPr sz="2800" lang="en-US">
                <a:solidFill>
                  <a:srgbClr val="FFFFFF"/>
                </a:solidFill>
              </a:rPr>
              <a:t>p</a:t>
            </a:r>
            <a:r>
              <a:rPr sz="2800" lang="en-US">
                <a:solidFill>
                  <a:srgbClr val="FFFFFF"/>
                </a:solidFill>
              </a:rPr>
              <a:t>r</a:t>
            </a:r>
            <a:r>
              <a:rPr sz="2800" lang="en-US">
                <a:solidFill>
                  <a:srgbClr val="FFFFFF"/>
                </a:solidFill>
              </a:rPr>
              <a:t>o</a:t>
            </a:r>
            <a:r>
              <a:rPr sz="2800" lang="en-US">
                <a:solidFill>
                  <a:srgbClr val="FFFFFF"/>
                </a:solidFill>
              </a:rPr>
              <a:t>v</a:t>
            </a:r>
            <a:r>
              <a:rPr sz="2800" lang="en-US">
                <a:solidFill>
                  <a:srgbClr val="FFFFFF"/>
                </a:solidFill>
              </a:rPr>
              <a:t>a</a:t>
            </a:r>
            <a:r>
              <a:rPr sz="2800" lang="en-US">
                <a:solidFill>
                  <a:srgbClr val="FFFFFF"/>
                </a:solidFill>
              </a:rPr>
              <a:t>l</a:t>
            </a:r>
            <a:r>
              <a:rPr sz="2800" lang="en-US">
                <a:solidFill>
                  <a:srgbClr val="FFFFFF"/>
                </a:solidFill>
              </a:rPr>
              <a:t>/</a:t>
            </a:r>
            <a:r>
              <a:rPr sz="2800" lang="en-US">
                <a:solidFill>
                  <a:srgbClr val="FFFFFF"/>
                </a:solidFill>
              </a:rPr>
              <a:t>R</a:t>
            </a:r>
            <a:r>
              <a:rPr sz="2800" lang="en-US">
                <a:solidFill>
                  <a:srgbClr val="FFFFFF"/>
                </a:solidFill>
              </a:rPr>
              <a:t>e</a:t>
            </a:r>
            <a:r>
              <a:rPr sz="2800" lang="en-US">
                <a:solidFill>
                  <a:srgbClr val="FFFFFF"/>
                </a:solidFill>
              </a:rPr>
              <a:t>j</a:t>
            </a:r>
            <a:r>
              <a:rPr sz="2800" lang="en-US">
                <a:solidFill>
                  <a:srgbClr val="FFFFFF"/>
                </a:solidFill>
              </a:rPr>
              <a:t>e</a:t>
            </a:r>
            <a:r>
              <a:rPr sz="2800" lang="en-US">
                <a:solidFill>
                  <a:srgbClr val="FFFFFF"/>
                </a:solidFill>
              </a:rPr>
              <a:t>c</a:t>
            </a:r>
            <a:r>
              <a:rPr sz="2800" lang="en-US">
                <a:solidFill>
                  <a:srgbClr val="FFFFFF"/>
                </a:solidFill>
              </a:rPr>
              <a:t>t</a:t>
            </a:r>
            <a:r>
              <a:rPr sz="2800" lang="en-US">
                <a:solidFill>
                  <a:srgbClr val="FFFFFF"/>
                </a:solidFill>
              </a:rPr>
              <a:t>on </a:t>
            </a:r>
            <a:endParaRPr sz="2800" lang="en-US">
              <a:solidFill>
                <a:srgbClr val="000000"/>
              </a:solidFill>
            </a:endParaRPr>
          </a:p>
          <a:p>
            <a:pPr indent="-457200" marL="457200">
              <a:buFont typeface="Wingdings" charset="2"/>
              <a:buChar char="n"/>
            </a:pPr>
            <a:r>
              <a:rPr sz="2800" lang="en-US">
                <a:solidFill>
                  <a:srgbClr val="FFFFFF"/>
                </a:solidFill>
              </a:rPr>
              <a:t>I</a:t>
            </a:r>
            <a:r>
              <a:rPr sz="2800" lang="en-US">
                <a:solidFill>
                  <a:srgbClr val="FFFFFF"/>
                </a:solidFill>
              </a:rPr>
              <a:t>m</a:t>
            </a:r>
            <a:r>
              <a:rPr sz="2800" lang="en-US">
                <a:solidFill>
                  <a:srgbClr val="FFFFFF"/>
                </a:solidFill>
              </a:rPr>
              <a:t>p</a:t>
            </a:r>
            <a:r>
              <a:rPr sz="2800" lang="en-US">
                <a:solidFill>
                  <a:srgbClr val="FFFFFF"/>
                </a:solidFill>
              </a:rPr>
              <a:t>l</a:t>
            </a:r>
            <a:r>
              <a:rPr sz="2800" lang="en-US">
                <a:solidFill>
                  <a:srgbClr val="FFFFFF"/>
                </a:solidFill>
              </a:rPr>
              <a:t>e</a:t>
            </a:r>
            <a:r>
              <a:rPr sz="2800" lang="en-US">
                <a:solidFill>
                  <a:srgbClr val="FFFFFF"/>
                </a:solidFill>
              </a:rPr>
              <a:t>m</a:t>
            </a:r>
            <a:r>
              <a:rPr sz="2800" lang="en-US">
                <a:solidFill>
                  <a:srgbClr val="FFFFFF"/>
                </a:solidFill>
              </a:rPr>
              <a:t>e</a:t>
            </a:r>
            <a:r>
              <a:rPr sz="2800" lang="en-US">
                <a:solidFill>
                  <a:srgbClr val="FFFFFF"/>
                </a:solidFill>
              </a:rPr>
              <a:t>n</a:t>
            </a:r>
            <a:r>
              <a:rPr sz="2800" lang="en-US">
                <a:solidFill>
                  <a:srgbClr val="FFFFFF"/>
                </a:solidFill>
              </a:rPr>
              <a:t>t</a:t>
            </a:r>
            <a:r>
              <a:rPr sz="2800" lang="en-US">
                <a:solidFill>
                  <a:srgbClr val="FFFFFF"/>
                </a:solidFill>
              </a:rPr>
              <a:t>tion </a:t>
            </a:r>
            <a:endParaRPr sz="2800" lang="en-US">
              <a:solidFill>
                <a:srgbClr val="000000"/>
              </a:solidFill>
            </a:endParaRPr>
          </a:p>
          <a:p>
            <a:pPr indent="-457200" marL="457200">
              <a:buFont typeface="Wingdings" charset="2"/>
              <a:buChar char="n"/>
            </a:pPr>
            <a:r>
              <a:rPr sz="2800" lang="en-US">
                <a:solidFill>
                  <a:srgbClr val="FFFFFF"/>
                </a:solidFill>
              </a:rPr>
              <a:t>D</a:t>
            </a:r>
            <a:r>
              <a:rPr sz="2800" lang="en-US">
                <a:solidFill>
                  <a:srgbClr val="FFFFFF"/>
                </a:solidFill>
              </a:rPr>
              <a:t>o</a:t>
            </a:r>
            <a:r>
              <a:rPr sz="2800" lang="en-US">
                <a:solidFill>
                  <a:srgbClr val="FFFFFF"/>
                </a:solidFill>
              </a:rPr>
              <a:t>c</a:t>
            </a:r>
            <a:r>
              <a:rPr sz="2800" lang="en-US">
                <a:solidFill>
                  <a:srgbClr val="FFFFFF"/>
                </a:solidFill>
              </a:rPr>
              <a:t>u</a:t>
            </a:r>
            <a:r>
              <a:rPr sz="2800" lang="en-US">
                <a:solidFill>
                  <a:srgbClr val="FFFFFF"/>
                </a:solidFill>
              </a:rPr>
              <a:t>mentation </a:t>
            </a:r>
            <a:r>
              <a:rPr sz="2800" lang="en-US">
                <a:solidFill>
                  <a:srgbClr val="FFFFFF"/>
                </a:solidFill>
              </a:rPr>
              <a:t>u</a:t>
            </a:r>
            <a:r>
              <a:rPr sz="2800" lang="en-US">
                <a:solidFill>
                  <a:srgbClr val="FFFFFF"/>
                </a:solidFill>
              </a:rPr>
              <a:t>p</a:t>
            </a:r>
            <a:r>
              <a:rPr sz="2800" lang="en-US">
                <a:solidFill>
                  <a:srgbClr val="FFFFFF"/>
                </a:solidFill>
              </a:rPr>
              <a:t>date </a:t>
            </a:r>
            <a:endParaRPr sz="2800" lang="en-US">
              <a:solidFill>
                <a:srgbClr val="000000"/>
              </a:solidFill>
            </a:endParaRPr>
          </a:p>
          <a:p>
            <a:pPr indent="-457200" marL="457200">
              <a:buFont typeface="Wingdings" charset="2"/>
              <a:buChar char="n"/>
            </a:pPr>
            <a:r>
              <a:rPr sz="2800" lang="en-US">
                <a:solidFill>
                  <a:srgbClr val="FFFFFF"/>
                </a:solidFill>
              </a:rPr>
              <a:t>C</a:t>
            </a:r>
            <a:r>
              <a:rPr sz="2800" lang="en-US">
                <a:solidFill>
                  <a:srgbClr val="FFFFFF"/>
                </a:solidFill>
              </a:rPr>
              <a:t>l</a:t>
            </a:r>
            <a:r>
              <a:rPr sz="2800" lang="en-US">
                <a:solidFill>
                  <a:srgbClr val="FFFFFF"/>
                </a:solidFill>
              </a:rPr>
              <a:t>o</a:t>
            </a:r>
            <a:r>
              <a:rPr sz="2800" lang="en-US">
                <a:solidFill>
                  <a:srgbClr val="FFFFFF"/>
                </a:solidFill>
              </a:rPr>
              <a:t>s</a:t>
            </a:r>
            <a:r>
              <a:rPr sz="2800" lang="en-US">
                <a:solidFill>
                  <a:srgbClr val="FFFFFF"/>
                </a:solidFill>
              </a:rPr>
              <a:t>ure </a:t>
            </a:r>
            <a:endParaRPr sz="2800" lang="en-US">
              <a:solidFill>
                <a:srgbClr val="000000"/>
              </a:solidFill>
            </a:endParaRPr>
          </a:p>
        </p:txBody>
      </p:sp>
    </p:spTree>
  </p:cSld>
  <p:clrMapOvr>
    <a:overrideClrMapping accent1="accent1" accent2="accent2" accent3="accent3" accent4="accent4" accent5="accent5" accent6="accent6" bg1="lt1" bg2="dk2" tx1="dk1" tx2="lt2"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150" name=""/>
        <p:cNvGrpSpPr/>
        <p:nvPr/>
      </p:nvGrpSpPr>
      <p:grpSpPr>
        <a:xfrm>
          <a:off x="0" y="0"/>
          <a:ext cx="0" cy="0"/>
          <a:chOff x="0" y="0"/>
          <a:chExt cx="0" cy="0"/>
        </a:xfrm>
      </p:grpSpPr>
      <p:sp>
        <p:nvSpPr>
          <p:cNvPr id="1048902" name=""/>
          <p:cNvSpPr txBox="1"/>
          <p:nvPr/>
        </p:nvSpPr>
        <p:spPr>
          <a:xfrm>
            <a:off x="0" y="250919"/>
            <a:ext cx="6353108" cy="510540"/>
          </a:xfrm>
          <a:prstGeom prst="rect"/>
        </p:spPr>
        <p:txBody>
          <a:bodyPr rtlCol="0" wrap="square">
            <a:spAutoFit/>
          </a:bodyPr>
          <a:p>
            <a:r>
              <a:rPr b="1" sz="2800" lang="en-US">
                <a:solidFill>
                  <a:srgbClr val="FFFFFF"/>
                </a:solidFill>
              </a:rPr>
              <a:t>B</a:t>
            </a:r>
            <a:r>
              <a:rPr b="1" sz="2800" lang="en-US">
                <a:solidFill>
                  <a:srgbClr val="FFFFFF"/>
                </a:solidFill>
              </a:rPr>
              <a:t>e</a:t>
            </a:r>
            <a:r>
              <a:rPr b="1" sz="2800" lang="en-US">
                <a:solidFill>
                  <a:srgbClr val="FFFFFF"/>
                </a:solidFill>
              </a:rPr>
              <a:t>n</a:t>
            </a:r>
            <a:r>
              <a:rPr b="1" sz="2800" lang="en-US">
                <a:solidFill>
                  <a:srgbClr val="FFFFFF"/>
                </a:solidFill>
              </a:rPr>
              <a:t>efits </a:t>
            </a:r>
            <a:r>
              <a:rPr b="1" sz="2800" lang="en-US">
                <a:solidFill>
                  <a:srgbClr val="FFFFFF"/>
                </a:solidFill>
              </a:rPr>
              <a:t> </a:t>
            </a:r>
            <a:r>
              <a:rPr b="1" sz="2800" lang="en-US">
                <a:solidFill>
                  <a:srgbClr val="FFFFFF"/>
                </a:solidFill>
              </a:rPr>
              <a:t>o</a:t>
            </a:r>
            <a:r>
              <a:rPr b="1" sz="2800" lang="en-US">
                <a:solidFill>
                  <a:srgbClr val="FFFFFF"/>
                </a:solidFill>
              </a:rPr>
              <a:t>f</a:t>
            </a:r>
            <a:r>
              <a:rPr b="1" sz="2800" lang="en-US">
                <a:solidFill>
                  <a:srgbClr val="FFFFFF"/>
                </a:solidFill>
              </a:rPr>
              <a:t> </a:t>
            </a:r>
            <a:r>
              <a:rPr b="1" sz="2800" lang="en-US">
                <a:solidFill>
                  <a:srgbClr val="FFFFFF"/>
                </a:solidFill>
              </a:rPr>
              <a:t>c</a:t>
            </a:r>
            <a:r>
              <a:rPr b="1" sz="2800" lang="en-US">
                <a:solidFill>
                  <a:srgbClr val="FFFFFF"/>
                </a:solidFill>
              </a:rPr>
              <a:t>h</a:t>
            </a:r>
            <a:r>
              <a:rPr b="1" sz="2800" lang="en-US">
                <a:solidFill>
                  <a:srgbClr val="FFFFFF"/>
                </a:solidFill>
              </a:rPr>
              <a:t>a</a:t>
            </a:r>
            <a:r>
              <a:rPr b="1" sz="2800" lang="en-US">
                <a:solidFill>
                  <a:srgbClr val="FFFFFF"/>
                </a:solidFill>
              </a:rPr>
              <a:t>n</a:t>
            </a:r>
            <a:r>
              <a:rPr b="1" sz="2800" lang="en-US">
                <a:solidFill>
                  <a:srgbClr val="FFFFFF"/>
                </a:solidFill>
              </a:rPr>
              <a:t>ge </a:t>
            </a:r>
            <a:r>
              <a:rPr b="1" sz="2800" lang="en-US">
                <a:solidFill>
                  <a:srgbClr val="FFFFFF"/>
                </a:solidFill>
              </a:rPr>
              <a:t>c</a:t>
            </a:r>
            <a:r>
              <a:rPr b="1" sz="2800" lang="en-US">
                <a:solidFill>
                  <a:srgbClr val="FFFFFF"/>
                </a:solidFill>
              </a:rPr>
              <a:t>o</a:t>
            </a:r>
            <a:r>
              <a:rPr b="1" sz="2800" lang="en-US">
                <a:solidFill>
                  <a:srgbClr val="FFFFFF"/>
                </a:solidFill>
              </a:rPr>
              <a:t>n</a:t>
            </a:r>
            <a:r>
              <a:rPr b="1" sz="2800" lang="en-US">
                <a:solidFill>
                  <a:srgbClr val="FFFFFF"/>
                </a:solidFill>
              </a:rPr>
              <a:t>trol </a:t>
            </a:r>
            <a:endParaRPr sz="2800" lang="en-US">
              <a:solidFill>
                <a:srgbClr val="000000"/>
              </a:solidFill>
            </a:endParaRPr>
          </a:p>
        </p:txBody>
      </p:sp>
      <p:sp>
        <p:nvSpPr>
          <p:cNvPr id="1048903" name=""/>
          <p:cNvSpPr txBox="1"/>
          <p:nvPr/>
        </p:nvSpPr>
        <p:spPr>
          <a:xfrm>
            <a:off x="1412763" y="1084425"/>
            <a:ext cx="4000000" cy="3444240"/>
          </a:xfrm>
          <a:prstGeom prst="rect"/>
        </p:spPr>
        <p:txBody>
          <a:bodyPr rtlCol="0" wrap="square">
            <a:spAutoFit/>
          </a:bodyPr>
          <a:p>
            <a:pPr indent="-457200" marL="457200">
              <a:buFont typeface="Wingdings" charset="2"/>
              <a:buChar char="n"/>
            </a:pPr>
            <a:r>
              <a:rPr sz="2800" lang="en-US">
                <a:solidFill>
                  <a:srgbClr val="FFFFFF"/>
                </a:solidFill>
              </a:rPr>
              <a:t>Reduced Risks</a:t>
            </a:r>
            <a:endParaRPr sz="2800" lang="en-US">
              <a:solidFill>
                <a:srgbClr val="000000"/>
              </a:solidFill>
            </a:endParaRPr>
          </a:p>
          <a:p>
            <a:pPr indent="-457200" marL="457200">
              <a:buFont typeface="Wingdings" charset="2"/>
              <a:buChar char="n"/>
            </a:pPr>
            <a:r>
              <a:rPr sz="2800" lang="en-US">
                <a:solidFill>
                  <a:srgbClr val="FFFFFF"/>
                </a:solidFill>
              </a:rPr>
              <a:t>Improved Project Outcomes</a:t>
            </a:r>
            <a:endParaRPr sz="2800" lang="en-US">
              <a:solidFill>
                <a:srgbClr val="000000"/>
              </a:solidFill>
            </a:endParaRPr>
          </a:p>
          <a:p>
            <a:pPr indent="-457200" marL="457200">
              <a:buFont typeface="Wingdings" charset="2"/>
              <a:buChar char="n"/>
            </a:pPr>
            <a:r>
              <a:rPr sz="2800" lang="en-US">
                <a:solidFill>
                  <a:srgbClr val="FFFFFF"/>
                </a:solidFill>
              </a:rPr>
              <a:t>Better Communication</a:t>
            </a:r>
            <a:endParaRPr sz="2800" lang="en-US">
              <a:solidFill>
                <a:srgbClr val="000000"/>
              </a:solidFill>
            </a:endParaRPr>
          </a:p>
          <a:p>
            <a:pPr indent="-457200" marL="457200">
              <a:buFont typeface="Wingdings" charset="2"/>
              <a:buChar char="n"/>
            </a:pPr>
            <a:r>
              <a:rPr sz="2800" lang="en-US">
                <a:solidFill>
                  <a:srgbClr val="FFFFFF"/>
                </a:solidFill>
              </a:rPr>
              <a:t>Enhanced Traceability</a:t>
            </a:r>
            <a:endParaRPr sz="2800" lang="en-US">
              <a:solidFill>
                <a:srgbClr val="000000"/>
              </a:solidFill>
            </a:endParaRPr>
          </a:p>
          <a:p>
            <a:pPr indent="-457200" marL="457200">
              <a:buFont typeface="Wingdings" charset="2"/>
              <a:buChar char="n"/>
            </a:pPr>
            <a:r>
              <a:rPr sz="2800" lang="en-US">
                <a:solidFill>
                  <a:srgbClr val="FFFFFF"/>
                </a:solidFill>
              </a:rPr>
              <a:t>Cost Control</a:t>
            </a:r>
            <a:endParaRPr sz="2800" lang="en-US">
              <a:solidFill>
                <a:srgbClr val="000000"/>
              </a:solidFill>
            </a:endParaRPr>
          </a:p>
        </p:txBody>
      </p:sp>
    </p:spTree>
  </p:cSld>
  <p:clrMapOvr>
    <a:overrideClrMapping accent1="accent1" accent2="accent2" accent3="accent3" accent4="accent4" accent5="accent5" accent6="accent6" bg1="lt1" bg2="dk2" tx1="dk1" tx2="lt2" hlink="hlink" folHlink="folHlink"/>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173" name=""/>
        <p:cNvGrpSpPr/>
        <p:nvPr/>
      </p:nvGrpSpPr>
      <p:grpSpPr>
        <a:xfrm>
          <a:off x="0" y="0"/>
          <a:ext cx="0" cy="0"/>
          <a:chOff x="0" y="0"/>
          <a:chExt cx="0" cy="0"/>
        </a:xfrm>
      </p:grpSpPr>
      <p:sp>
        <p:nvSpPr>
          <p:cNvPr id="1048904" name=""/>
          <p:cNvSpPr txBox="1"/>
          <p:nvPr/>
        </p:nvSpPr>
        <p:spPr>
          <a:xfrm>
            <a:off x="396556" y="424887"/>
            <a:ext cx="5898506" cy="510540"/>
          </a:xfrm>
          <a:prstGeom prst="rect"/>
        </p:spPr>
        <p:txBody>
          <a:bodyPr rtlCol="0" wrap="square">
            <a:spAutoFit/>
          </a:bodyPr>
          <a:p>
            <a:r>
              <a:rPr b="1" sz="2800" lang="en-US">
                <a:solidFill>
                  <a:srgbClr val="FFFFFF"/>
                </a:solidFill>
              </a:rPr>
              <a:t>T</a:t>
            </a:r>
            <a:r>
              <a:rPr b="1" sz="2800" lang="en-US">
                <a:solidFill>
                  <a:srgbClr val="FFFFFF"/>
                </a:solidFill>
              </a:rPr>
              <a:t>o</a:t>
            </a:r>
            <a:r>
              <a:rPr b="1" sz="2800" lang="en-US">
                <a:solidFill>
                  <a:srgbClr val="FFFFFF"/>
                </a:solidFill>
              </a:rPr>
              <a:t>o</a:t>
            </a:r>
            <a:r>
              <a:rPr b="1" sz="2800" lang="en-US">
                <a:solidFill>
                  <a:srgbClr val="FFFFFF"/>
                </a:solidFill>
              </a:rPr>
              <a:t>l</a:t>
            </a:r>
            <a:r>
              <a:rPr b="1" sz="2800" lang="en-US">
                <a:solidFill>
                  <a:srgbClr val="FFFFFF"/>
                </a:solidFill>
              </a:rPr>
              <a:t>s</a:t>
            </a:r>
            <a:r>
              <a:rPr b="1" sz="2800" lang="en-US">
                <a:solidFill>
                  <a:srgbClr val="FFFFFF"/>
                </a:solidFill>
              </a:rPr>
              <a:t> </a:t>
            </a:r>
            <a:r>
              <a:rPr b="1" sz="2800" lang="en-US">
                <a:solidFill>
                  <a:srgbClr val="FFFFFF"/>
                </a:solidFill>
              </a:rPr>
              <a:t>f</a:t>
            </a:r>
            <a:r>
              <a:rPr b="1" sz="2800" lang="en-US">
                <a:solidFill>
                  <a:srgbClr val="FFFFFF"/>
                </a:solidFill>
              </a:rPr>
              <a:t>o</a:t>
            </a:r>
            <a:r>
              <a:rPr b="1" sz="2800" lang="en-US">
                <a:solidFill>
                  <a:srgbClr val="FFFFFF"/>
                </a:solidFill>
              </a:rPr>
              <a:t>r</a:t>
            </a:r>
            <a:r>
              <a:rPr b="1" sz="2800" lang="en-US">
                <a:solidFill>
                  <a:srgbClr val="FFFFFF"/>
                </a:solidFill>
              </a:rPr>
              <a:t> </a:t>
            </a:r>
            <a:r>
              <a:rPr b="1" sz="2800" lang="en-US">
                <a:solidFill>
                  <a:srgbClr val="FFFFFF"/>
                </a:solidFill>
              </a:rPr>
              <a:t>c</a:t>
            </a:r>
            <a:r>
              <a:rPr b="1" sz="2800" lang="en-US">
                <a:solidFill>
                  <a:srgbClr val="FFFFFF"/>
                </a:solidFill>
              </a:rPr>
              <a:t>h</a:t>
            </a:r>
            <a:r>
              <a:rPr b="1" sz="2800" lang="en-US">
                <a:solidFill>
                  <a:srgbClr val="FFFFFF"/>
                </a:solidFill>
              </a:rPr>
              <a:t>a</a:t>
            </a:r>
            <a:r>
              <a:rPr b="1" sz="2800" lang="en-US">
                <a:solidFill>
                  <a:srgbClr val="FFFFFF"/>
                </a:solidFill>
              </a:rPr>
              <a:t>n</a:t>
            </a:r>
            <a:r>
              <a:rPr b="1" sz="2800" lang="en-US">
                <a:solidFill>
                  <a:srgbClr val="FFFFFF"/>
                </a:solidFill>
              </a:rPr>
              <a:t>ge </a:t>
            </a:r>
            <a:r>
              <a:rPr b="1" sz="2800" lang="en-US">
                <a:solidFill>
                  <a:srgbClr val="FFFFFF"/>
                </a:solidFill>
              </a:rPr>
              <a:t>control </a:t>
            </a:r>
            <a:endParaRPr sz="2800" lang="en-US">
              <a:solidFill>
                <a:srgbClr val="000000"/>
              </a:solidFill>
            </a:endParaRPr>
          </a:p>
        </p:txBody>
      </p:sp>
      <p:sp>
        <p:nvSpPr>
          <p:cNvPr id="1048905" name=""/>
          <p:cNvSpPr txBox="1"/>
          <p:nvPr/>
        </p:nvSpPr>
        <p:spPr>
          <a:xfrm>
            <a:off x="1168143" y="1330473"/>
            <a:ext cx="10795221" cy="3444240"/>
          </a:xfrm>
          <a:prstGeom prst="rect"/>
        </p:spPr>
        <p:txBody>
          <a:bodyPr rtlCol="0" wrap="square">
            <a:spAutoFit/>
          </a:bodyPr>
          <a:p>
            <a:r>
              <a:rPr b="1" sz="2800" lang="en-US">
                <a:solidFill>
                  <a:srgbClr val="FFFFFF"/>
                </a:solidFill>
              </a:rPr>
              <a:t>Change Management Software:</a:t>
            </a:r>
            <a:r>
              <a:rPr b="0" sz="2800" lang="en-US">
                <a:solidFill>
                  <a:srgbClr val="FFFFFF"/>
                </a:solidFill>
              </a:rPr>
              <a:t> </a:t>
            </a:r>
            <a:r>
              <a:rPr b="0" sz="2800" lang="en-US">
                <a:solidFill>
                  <a:srgbClr val="FFFFFF"/>
                </a:solidFill>
              </a:rPr>
              <a:t>Tools like ServiceNow, Jira, and Asana help automate and manage the change control process.</a:t>
            </a:r>
            <a:endParaRPr sz="2800" lang="en-US">
              <a:solidFill>
                <a:srgbClr val="000000"/>
              </a:solidFill>
            </a:endParaRPr>
          </a:p>
          <a:p>
            <a:endParaRPr sz="2800" lang="en-US">
              <a:solidFill>
                <a:srgbClr val="000000"/>
              </a:solidFill>
            </a:endParaRPr>
          </a:p>
          <a:p>
            <a:r>
              <a:rPr b="1" sz="2800" lang="en-US">
                <a:solidFill>
                  <a:srgbClr val="FFFFFF"/>
                </a:solidFill>
              </a:rPr>
              <a:t>Document Management Systems:</a:t>
            </a:r>
            <a:r>
              <a:rPr b="0" sz="2800" lang="en-US">
                <a:solidFill>
                  <a:srgbClr val="FFFFFF"/>
                </a:solidFill>
              </a:rPr>
              <a:t>Ensure all change-related documents are stored and managed effectively.</a:t>
            </a:r>
            <a:endParaRPr sz="2800" lang="en-US">
              <a:solidFill>
                <a:srgbClr val="000000"/>
              </a:solidFill>
            </a:endParaRPr>
          </a:p>
          <a:p>
            <a:endParaRPr sz="2800" lang="en-US">
              <a:solidFill>
                <a:srgbClr val="000000"/>
              </a:solidFill>
            </a:endParaRPr>
          </a:p>
          <a:p>
            <a:r>
              <a:rPr b="1" sz="2800" lang="en-US">
                <a:solidFill>
                  <a:srgbClr val="FFFFFF"/>
                </a:solidFill>
              </a:rPr>
              <a:t>Collaboration Platforms:</a:t>
            </a:r>
            <a:r>
              <a:rPr b="0" sz="2800" lang="en-US">
                <a:solidFill>
                  <a:srgbClr val="FFFFFF"/>
                </a:solidFill>
              </a:rPr>
              <a:t>Facilitate communication and collaboration among stakeholders.</a:t>
            </a:r>
            <a:endParaRPr sz="2800" lang="en-US">
              <a:solidFill>
                <a:srgbClr val="000000"/>
              </a:solidFill>
            </a:endParaRPr>
          </a:p>
        </p:txBody>
      </p:sp>
    </p:spTree>
  </p:cSld>
  <p:clrMapOvr>
    <a:overrideClrMapping accent1="accent1" accent2="accent2" accent3="accent3" accent4="accent4" accent5="accent5" accent6="accent6" bg1="lt1" bg2="dk2" tx1="dk1" tx2="lt2" hlink="hlink" folHlink="folHlink"/>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174" name=""/>
        <p:cNvGrpSpPr/>
        <p:nvPr/>
      </p:nvGrpSpPr>
      <p:grpSpPr>
        <a:xfrm>
          <a:off x="0" y="0"/>
          <a:ext cx="0" cy="0"/>
          <a:chOff x="0" y="0"/>
          <a:chExt cx="0" cy="0"/>
        </a:xfrm>
      </p:grpSpPr>
      <p:sp>
        <p:nvSpPr>
          <p:cNvPr id="1048906" name=""/>
          <p:cNvSpPr txBox="1"/>
          <p:nvPr/>
        </p:nvSpPr>
        <p:spPr>
          <a:xfrm>
            <a:off x="634527" y="496211"/>
            <a:ext cx="6779568" cy="510540"/>
          </a:xfrm>
          <a:prstGeom prst="rect"/>
        </p:spPr>
        <p:txBody>
          <a:bodyPr rtlCol="0" wrap="square">
            <a:spAutoFit/>
          </a:bodyPr>
          <a:p>
            <a:r>
              <a:rPr b="1" sz="2800" lang="en-US">
                <a:solidFill>
                  <a:srgbClr val="FFFFFF"/>
                </a:solidFill>
              </a:rPr>
              <a:t>Best Practices for Change Control</a:t>
            </a:r>
            <a:endParaRPr sz="2800" lang="en-US">
              <a:solidFill>
                <a:srgbClr val="000000"/>
              </a:solidFill>
            </a:endParaRPr>
          </a:p>
        </p:txBody>
      </p:sp>
      <p:sp>
        <p:nvSpPr>
          <p:cNvPr id="1048907" name=""/>
          <p:cNvSpPr txBox="1"/>
          <p:nvPr/>
        </p:nvSpPr>
        <p:spPr>
          <a:xfrm>
            <a:off x="1590276" y="1261783"/>
            <a:ext cx="9011448" cy="4701540"/>
          </a:xfrm>
          <a:prstGeom prst="rect"/>
        </p:spPr>
        <p:txBody>
          <a:bodyPr rtlCol="0" wrap="square">
            <a:spAutoFit/>
          </a:bodyPr>
          <a:p>
            <a:r>
              <a:rPr b="1" sz="2800" lang="en-US">
                <a:solidFill>
                  <a:srgbClr val="FFFFFF"/>
                </a:solidFill>
              </a:rPr>
              <a:t>Establish a Clear Process:</a:t>
            </a:r>
            <a:r>
              <a:rPr b="0" sz="2800" lang="en-US">
                <a:solidFill>
                  <a:srgbClr val="FFFFFF"/>
                </a:solidFill>
              </a:rPr>
              <a:t>Define a formal change control process.</a:t>
            </a:r>
            <a:endParaRPr sz="2800" lang="en-US">
              <a:solidFill>
                <a:srgbClr val="000000"/>
              </a:solidFill>
            </a:endParaRPr>
          </a:p>
          <a:p>
            <a:r>
              <a:rPr b="1" sz="2800" lang="en-US">
                <a:solidFill>
                  <a:srgbClr val="FFFFFF"/>
                </a:solidFill>
              </a:rPr>
              <a:t>Use a Standardized Form:</a:t>
            </a:r>
            <a:r>
              <a:rPr b="0" sz="2800" lang="en-US">
                <a:solidFill>
                  <a:srgbClr val="FFFFFF"/>
                </a:solidFill>
              </a:rPr>
              <a:t>Use a standard change request form.</a:t>
            </a:r>
            <a:endParaRPr sz="2800" lang="en-US">
              <a:solidFill>
                <a:srgbClr val="000000"/>
              </a:solidFill>
            </a:endParaRPr>
          </a:p>
          <a:p>
            <a:r>
              <a:rPr b="1" sz="2800" lang="en-US">
                <a:solidFill>
                  <a:srgbClr val="FFFFFF"/>
                </a:solidFill>
              </a:rPr>
              <a:t>Involve Stakehold</a:t>
            </a:r>
            <a:r>
              <a:rPr b="1" sz="2800" lang="en-US">
                <a:solidFill>
                  <a:srgbClr val="FFFFFF"/>
                </a:solidFill>
              </a:rPr>
              <a:t>e</a:t>
            </a:r>
            <a:r>
              <a:rPr b="1" sz="2800" lang="en-US">
                <a:solidFill>
                  <a:srgbClr val="FFFFFF"/>
                </a:solidFill>
              </a:rPr>
              <a:t>r</a:t>
            </a:r>
            <a:r>
              <a:rPr b="1" sz="2800" lang="en-US">
                <a:solidFill>
                  <a:srgbClr val="FFFFFF"/>
                </a:solidFill>
              </a:rPr>
              <a:t>:</a:t>
            </a:r>
            <a:r>
              <a:rPr b="0" sz="2800" lang="en-US">
                <a:solidFill>
                  <a:srgbClr val="FFFFFF"/>
                </a:solidFill>
              </a:rPr>
              <a:t>Engage relevant stakeholders in the process.</a:t>
            </a:r>
            <a:endParaRPr sz="2800" lang="en-US">
              <a:solidFill>
                <a:srgbClr val="000000"/>
              </a:solidFill>
            </a:endParaRPr>
          </a:p>
          <a:p>
            <a:r>
              <a:rPr b="1" sz="2800" lang="en-US">
                <a:solidFill>
                  <a:srgbClr val="FFFFFF"/>
                </a:solidFill>
              </a:rPr>
              <a:t>Document Everything:</a:t>
            </a:r>
            <a:r>
              <a:rPr b="0" sz="2800" lang="en-US">
                <a:solidFill>
                  <a:srgbClr val="FFFFFF"/>
                </a:solidFill>
              </a:rPr>
              <a:t>Keep detailed records of all changes.</a:t>
            </a:r>
            <a:endParaRPr sz="2800" lang="en-US">
              <a:solidFill>
                <a:srgbClr val="000000"/>
              </a:solidFill>
            </a:endParaRPr>
          </a:p>
          <a:p>
            <a:r>
              <a:rPr b="1" sz="2800" lang="en-US">
                <a:solidFill>
                  <a:srgbClr val="FFFFFF"/>
                </a:solidFill>
              </a:rPr>
              <a:t>Regularly Review:</a:t>
            </a:r>
            <a:r>
              <a:rPr b="0" sz="2800" lang="en-US">
                <a:solidFill>
                  <a:srgbClr val="FFFFFF"/>
                </a:solidFill>
              </a:rPr>
              <a:t>Periodically review the effectiveness of the change control process.</a:t>
            </a:r>
            <a:endParaRPr sz="2800" lang="en-US">
              <a:solidFill>
                <a:srgbClr val="000000"/>
              </a:solidFill>
            </a:endParaRPr>
          </a:p>
          <a:p>
            <a:endParaRPr sz="2800" lang="en-US">
              <a:solidFill>
                <a:srgbClr val="000000"/>
              </a:solidFill>
            </a:endParaRPr>
          </a:p>
        </p:txBody>
      </p:sp>
    </p:spTree>
  </p:cSld>
  <p:clrMapOvr>
    <a:overrideClrMapping accent1="accent1" accent2="accent2" accent3="accent3" accent4="accent4" accent5="accent5" accent6="accent6" bg1="lt1" bg2="dk2" tx1="dk1" tx2="lt2" hlink="hlink" folHlink="folHlink"/>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rotWithShape="0">
          <a:blip xmlns:r="http://schemas.openxmlformats.org/officeDocument/2006/relationships" r:embed="rId1">
            <a:alphaModFix amt="100000"/>
          </a:blip>
          <a:srcRect/>
          <a:stretch>
            <a:fillRect/>
          </a:stretch>
        </a:blipFill>
      </p:bgPr>
    </p:bg>
    <p:spTree>
      <p:nvGrpSpPr>
        <p:cNvPr id="175" name=""/>
        <p:cNvGrpSpPr/>
        <p:nvPr/>
      </p:nvGrpSpPr>
      <p:grpSpPr>
        <a:xfrm>
          <a:off x="0" y="0"/>
          <a:ext cx="0" cy="0"/>
          <a:chOff x="0" y="0"/>
          <a:chExt cx="0" cy="0"/>
        </a:xfrm>
      </p:grpSpPr>
      <p:sp>
        <p:nvSpPr>
          <p:cNvPr id="1048908" name=""/>
          <p:cNvSpPr txBox="1"/>
          <p:nvPr/>
        </p:nvSpPr>
        <p:spPr>
          <a:xfrm>
            <a:off x="4096000" y="3219450"/>
            <a:ext cx="4000000" cy="510540"/>
          </a:xfrm>
          <a:prstGeom prst="rect"/>
        </p:spPr>
        <p:txBody>
          <a:bodyPr rtlCol="0" wrap="square">
            <a:spAutoFit/>
          </a:bodyPr>
          <a:p>
            <a:r>
              <a:rPr sz="2800" lang="en-US">
                <a:solidFill>
                  <a:srgbClr val="000000"/>
                </a:solidFill>
              </a:rPr>
              <a:t/>
            </a:r>
            <a:endParaRPr sz="2800" lang="en-US">
              <a:solidFill>
                <a:srgbClr val="000000"/>
              </a:solidFill>
            </a:endParaRPr>
          </a:p>
        </p:txBody>
      </p:sp>
      <p:sp>
        <p:nvSpPr>
          <p:cNvPr id="1048909" name=""/>
          <p:cNvSpPr txBox="1"/>
          <p:nvPr/>
        </p:nvSpPr>
        <p:spPr>
          <a:xfrm>
            <a:off x="4096000" y="3219450"/>
            <a:ext cx="4000000" cy="510540"/>
          </a:xfrm>
          <a:prstGeom prst="rect"/>
        </p:spPr>
        <p:txBody>
          <a:bodyPr rtlCol="0" wrap="square">
            <a:spAutoFit/>
          </a:bodyPr>
          <a:p>
            <a:r>
              <a:rPr b="1" sz="2800" lang="en-US">
                <a:solidFill>
                  <a:srgbClr val="FFFFFF"/>
                </a:solidFill>
              </a:rPr>
              <a:t>T</a:t>
            </a:r>
            <a:r>
              <a:rPr b="1" sz="2800" lang="en-US">
                <a:solidFill>
                  <a:srgbClr val="FFFFFF"/>
                </a:solidFill>
              </a:rPr>
              <a:t>H</a:t>
            </a:r>
            <a:r>
              <a:rPr b="1" sz="2800" lang="en-US">
                <a:solidFill>
                  <a:srgbClr val="FFFFFF"/>
                </a:solidFill>
              </a:rPr>
              <a:t>A</a:t>
            </a:r>
            <a:r>
              <a:rPr b="1" sz="2800" lang="en-US">
                <a:solidFill>
                  <a:srgbClr val="FFFFFF"/>
                </a:solidFill>
              </a:rPr>
              <a:t>N</a:t>
            </a:r>
            <a:r>
              <a:rPr b="1" sz="2800" lang="en-US">
                <a:solidFill>
                  <a:srgbClr val="FFFFFF"/>
                </a:solidFill>
              </a:rPr>
              <a:t>K </a:t>
            </a:r>
            <a:r>
              <a:rPr b="1" sz="2800" lang="en-US">
                <a:solidFill>
                  <a:srgbClr val="FFFFFF"/>
                </a:solidFill>
              </a:rPr>
              <a:t>YOU </a:t>
            </a:r>
            <a:endParaRPr sz="2800" lang="en-US">
              <a:solidFill>
                <a:srgbClr val="000000"/>
              </a:solidFill>
            </a:endParaRPr>
          </a:p>
        </p:txBody>
      </p:sp>
    </p:spTree>
  </p:cSld>
  <p:clrMapOvr>
    <a:overrideClrMapping accent1="accent1" accent2="accent2" accent3="accent3" accent4="accent4" accent5="accent5" accent6="accent6" bg1="lt1" bg2="dk2" tx1="dk1" tx2="lt2" hlink="hlink" folHlink="folHlink"/>
  </p:clrMapOvr>
</p:sld>
</file>

<file path=ppt/theme/theme1.xml><?xml version="1.0" encoding="utf-8"?>
<a:theme xmlns:a="http://schemas.openxmlformats.org/drawingml/2006/main" name="Office 主题">
  <a:themeElements>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Default Color Scheme 1">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extraClrScheme>
  </a:extraClrSchemeLst>
</a:theme>
</file>

<file path=ppt/theme/theme2.xml><?xml version="1.0" encoding="utf-8"?>
<a:theme xmlns:a="http://schemas.openxmlformats.org/drawingml/2006/main" name="Office 主题">
  <a:themeElements>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Default Color Scheme 1">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extraClrScheme>
  </a:extraClrSchemeLst>
</a:theme>
</file>

<file path=ppt/theme/theme3.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4.xml><?xml version="1.0" encoding="utf-8"?>
<a:theme xmlns:a="http://schemas.openxmlformats.org/drawingml/2006/main" name="Office 主题">
  <a:themeElements>
    <a:clrScheme na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5.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Override1.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1.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2.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3.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4.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5.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6.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7.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8.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9.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0.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1.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2.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3.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4.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5.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6.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ScaleCrop>0</ScaleCrop>
  <LinksUpToDate>0</LinksUpToDate>
</Properties>
</file>

<file path=docProps/core.xml><?xml version="1.0" encoding="utf-8"?>
<cp:coreProperties xmlns:cp="http://schemas.openxmlformats.org/package/2006/metadata/core-properties" xmlns:dc="http://purl.org/dc/elements/1.1/" xmlns:dcterms="http://purl.org/dc/terms/" xmlns:xsi="http://www.w3.org/2001/XMLSchema-instance">
  <dc:title>PowerPoint 演示文稿</dc:title>
  <dc:creator>admin</dc:creator>
  <cp:lastModifiedBy>wps</cp:lastModifiedBy>
  <dcterms:created xsi:type="dcterms:W3CDTF">2015-04-14T16:43:17Z</dcterms:created>
  <dcterms:modified xsi:type="dcterms:W3CDTF">2025-11-23T02:19:58Z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1033-11.2.0.10382</vt:lpwstr>
  </property>
  <property fmtid="{D5CDD505-2E9C-101B-9397-08002B2CF9AE}" pid="3" name="ICV">
    <vt:lpwstr>e4cefd98a24f4714904b2a3410ea8c84</vt:lpwstr>
  </property>
</Properties>
</file>