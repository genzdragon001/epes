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347" autoAdjust="0"/>
  </p:normalViewPr>
  <p:slideViewPr>
    <p:cSldViewPr snapToGrid="0">
      <p:cViewPr varScale="1">
        <p:scale>
          <a:sx n="84" d="100"/>
          <a:sy n="84" d="100"/>
        </p:scale>
        <p:origin x="14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DA4CA-57BF-4F79-BE8E-D260072AB9E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065D9-C0F9-4A38-A030-D9899320E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4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37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79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05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42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75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94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56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That describes Site-to-Site VPN. Remote-Access VPN is for individual users.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That describes IPS. IDS is passive (alerts only).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Zero Trust requires continuous verification; no implicit trust.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</a:p>
          <a:p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Based on page 30 (Secure Configuration and Hardening).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2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pattern may indicate a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brute-force attack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(automated guessing of passwords). A SIEM system would aggregate and correlate the failed login attempts across multiple servers, generate an alert, and help security analysts detect the attack quickly.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065D9-C0F9-4A38-A030-D9899320E0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3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Module 7 Quiz: Network Security </a:t>
            </a:r>
            <a:r>
              <a:rPr lang="en-US" b="1" dirty="0" smtClean="0"/>
              <a:t>Basic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8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Bookman Old Style" panose="02050604050505020204" pitchFamily="18" charset="0"/>
              </a:rPr>
              <a:t>1. A </a:t>
            </a:r>
            <a:r>
              <a:rPr lang="en-US" sz="2400" dirty="0">
                <a:latin typeface="Bookman Old Style" panose="02050604050505020204" pitchFamily="18" charset="0"/>
              </a:rPr>
              <a:t>Virtual Private Network (VPN) primarily provides which three security goals?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A) Availability, integrity, anonymity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B) </a:t>
            </a:r>
            <a:r>
              <a:rPr lang="en-US" sz="2000" dirty="0">
                <a:latin typeface="Bookman Old Style" panose="02050604050505020204" pitchFamily="18" charset="0"/>
              </a:rPr>
              <a:t>Speed, bandwidth, low latency</a:t>
            </a:r>
          </a:p>
          <a:p>
            <a:pPr marL="324000" lvl="1" indent="0">
              <a:buNone/>
            </a:pPr>
            <a:r>
              <a:rPr lang="en-US" sz="2000" dirty="0" smtClean="0">
                <a:latin typeface="Bookman Old Style" panose="02050604050505020204" pitchFamily="18" charset="0"/>
              </a:rPr>
              <a:t>C</a:t>
            </a:r>
            <a:r>
              <a:rPr lang="en-US" sz="2000" dirty="0">
                <a:latin typeface="Bookman Old Style" panose="02050604050505020204" pitchFamily="18" charset="0"/>
              </a:rPr>
              <a:t>) Non-repudiation, authorization, accounting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D) </a:t>
            </a:r>
            <a:r>
              <a:rPr lang="en-US" sz="2000" dirty="0" smtClean="0">
                <a:latin typeface="Bookman Old Style" panose="02050604050505020204" pitchFamily="18" charset="0"/>
              </a:rPr>
              <a:t>Confidentiality</a:t>
            </a:r>
            <a:r>
              <a:rPr lang="en-US" sz="2000" dirty="0">
                <a:latin typeface="Bookman Old Style" panose="02050604050505020204" pitchFamily="18" charset="0"/>
              </a:rPr>
              <a:t>, integrity, authentication</a:t>
            </a:r>
          </a:p>
          <a:p>
            <a:pPr marL="324000" lvl="1" indent="0">
              <a:buNone/>
            </a:pP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10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2.</a:t>
            </a:r>
            <a:r>
              <a:rPr lang="en-US" sz="2400" dirty="0">
                <a:latin typeface="Bookman Old Style" panose="02050604050505020204" pitchFamily="18" charset="0"/>
              </a:rPr>
              <a:t> Which type of VPN allows individual employees to securely connect to a company network from anywhere using VPN software on their device?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A) Site-to-Site VPN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B) Remote-Access VPN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C) Extranet VPN</a:t>
            </a:r>
          </a:p>
          <a:p>
            <a:pPr marL="324000" lvl="1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D) Personal VPN</a:t>
            </a:r>
          </a:p>
        </p:txBody>
      </p:sp>
    </p:spTree>
    <p:extLst>
      <p:ext uri="{BB962C8B-B14F-4D97-AF65-F5344CB8AC3E}">
        <p14:creationId xmlns:p14="http://schemas.microsoft.com/office/powerpoint/2010/main" val="251200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3.</a:t>
            </a:r>
            <a:r>
              <a:rPr lang="en-US" sz="2400" dirty="0">
                <a:latin typeface="Bookman Old Style" panose="02050604050505020204" pitchFamily="18" charset="0"/>
              </a:rPr>
              <a:t> What is the key difference between an Intrusion Detection System (IDS) and an Intrusion Prevention System (IPS)?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</a:t>
            </a:r>
            <a:r>
              <a:rPr lang="en-US" sz="2200" dirty="0">
                <a:latin typeface="Bookman Old Style" panose="02050604050505020204" pitchFamily="18" charset="0"/>
              </a:rPr>
              <a:t>IDS detects threats and alerts; IPS actively blocks or prevents </a:t>
            </a:r>
            <a:r>
              <a:rPr lang="en-US" sz="2200" dirty="0" smtClean="0">
                <a:latin typeface="Bookman Old Style" panose="02050604050505020204" pitchFamily="18" charset="0"/>
              </a:rPr>
              <a:t>threats</a:t>
            </a:r>
            <a:endParaRPr lang="en-US" sz="2200" dirty="0">
              <a:latin typeface="Bookman Old Style" panose="02050604050505020204" pitchFamily="18" charset="0"/>
            </a:endParaRP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</a:t>
            </a:r>
            <a:r>
              <a:rPr lang="en-US" sz="2200" dirty="0">
                <a:latin typeface="Bookman Old Style" panose="02050604050505020204" pitchFamily="18" charset="0"/>
              </a:rPr>
              <a:t>IDS is hardware-based; IPS is software-based 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marL="324000" lvl="1" indent="0">
              <a:buNone/>
            </a:pPr>
            <a:r>
              <a:rPr lang="en-US" sz="2200" dirty="0" smtClean="0">
                <a:latin typeface="Bookman Old Style" panose="02050604050505020204" pitchFamily="18" charset="0"/>
              </a:rPr>
              <a:t>C</a:t>
            </a:r>
            <a:r>
              <a:rPr lang="en-US" sz="2200" dirty="0">
                <a:latin typeface="Bookman Old Style" panose="02050604050505020204" pitchFamily="18" charset="0"/>
              </a:rPr>
              <a:t>) IDS works only on wired networks; IPS works on wireless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D) IDS is newer than IPS</a:t>
            </a:r>
          </a:p>
        </p:txBody>
      </p:sp>
    </p:spTree>
    <p:extLst>
      <p:ext uri="{BB962C8B-B14F-4D97-AF65-F5344CB8AC3E}">
        <p14:creationId xmlns:p14="http://schemas.microsoft.com/office/powerpoint/2010/main" val="278481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4.</a:t>
            </a:r>
            <a:r>
              <a:rPr lang="en-US" sz="2400" dirty="0">
                <a:latin typeface="Bookman Old Style" panose="02050604050505020204" pitchFamily="18" charset="0"/>
              </a:rPr>
              <a:t> According to the PDF, which practice is described as the </a:t>
            </a:r>
            <a:r>
              <a:rPr lang="en-US" sz="2400" b="1" dirty="0">
                <a:latin typeface="Bookman Old Style" panose="02050604050505020204" pitchFamily="18" charset="0"/>
              </a:rPr>
              <a:t>single most effective control against credential theft</a:t>
            </a:r>
            <a:r>
              <a:rPr lang="en-US" sz="2400" dirty="0">
                <a:latin typeface="Bookman Old Style" panose="02050604050505020204" pitchFamily="18" charset="0"/>
              </a:rPr>
              <a:t>?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Network segmentation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Principle of Least Privilege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C) Multi-Factor Authentication (MFA)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D) Firmware updates</a:t>
            </a:r>
          </a:p>
        </p:txBody>
      </p:sp>
    </p:spTree>
    <p:extLst>
      <p:ext uri="{BB962C8B-B14F-4D97-AF65-F5344CB8AC3E}">
        <p14:creationId xmlns:p14="http://schemas.microsoft.com/office/powerpoint/2010/main" val="1353534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5.</a:t>
            </a:r>
            <a:r>
              <a:rPr lang="en-US" sz="2400" dirty="0">
                <a:latin typeface="Bookman Old Style" panose="02050604050505020204" pitchFamily="18" charset="0"/>
              </a:rPr>
              <a:t> A company wants to connect its main office network to a branch office network securely over the internet. Which type of VPN should they use?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Remote-Access VPN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Personal VPN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C) Site-to-Site VPN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D) Extranet VPN</a:t>
            </a:r>
          </a:p>
        </p:txBody>
      </p:sp>
    </p:spTree>
    <p:extLst>
      <p:ext uri="{BB962C8B-B14F-4D97-AF65-F5344CB8AC3E}">
        <p14:creationId xmlns:p14="http://schemas.microsoft.com/office/powerpoint/2010/main" val="343374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6.</a:t>
            </a:r>
            <a:r>
              <a:rPr lang="en-US" sz="2400" dirty="0">
                <a:latin typeface="Bookman Old Style" panose="02050604050505020204" pitchFamily="18" charset="0"/>
              </a:rPr>
              <a:t> In a Zero Trust Architecture (ZTA), which of the following is true?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Users inside the network are always trusted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Only external users must verify their identity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C) </a:t>
            </a:r>
            <a:r>
              <a:rPr lang="en-US" sz="2200" dirty="0">
                <a:latin typeface="Bookman Old Style" panose="02050604050505020204" pitchFamily="18" charset="0"/>
              </a:rPr>
              <a:t>Authentication happens only once per session 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marL="324000" lvl="1" indent="0">
              <a:buNone/>
            </a:pPr>
            <a:r>
              <a:rPr lang="en-US" sz="2200" dirty="0" smtClean="0">
                <a:latin typeface="Bookman Old Style" panose="02050604050505020204" pitchFamily="18" charset="0"/>
              </a:rPr>
              <a:t>D</a:t>
            </a:r>
            <a:r>
              <a:rPr lang="en-US" sz="2200" dirty="0">
                <a:latin typeface="Bookman Old Style" panose="02050604050505020204" pitchFamily="18" charset="0"/>
              </a:rPr>
              <a:t>) </a:t>
            </a:r>
            <a:r>
              <a:rPr lang="en-US" sz="2200" dirty="0">
                <a:latin typeface="Bookman Old Style" panose="02050604050505020204" pitchFamily="18" charset="0"/>
              </a:rPr>
              <a:t>Continuous verification is required for every access request</a:t>
            </a:r>
          </a:p>
          <a:p>
            <a:pPr marL="324000" lvl="1" indent="0">
              <a:buNone/>
            </a:pPr>
            <a:endParaRPr lang="en-US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4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7.</a:t>
            </a:r>
            <a:r>
              <a:rPr lang="en-US" sz="2400" dirty="0">
                <a:latin typeface="Bookman Old Style" panose="02050604050505020204" pitchFamily="18" charset="0"/>
              </a:rPr>
              <a:t> An IPS (Intrusion Prevention System) is typically placed: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Off to the side, passively monitoring traffic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Inline, directly in the traffic flow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C) Only on the internal server subnet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D) Outside the firewall</a:t>
            </a:r>
          </a:p>
        </p:txBody>
      </p:sp>
    </p:spTree>
    <p:extLst>
      <p:ext uri="{BB962C8B-B14F-4D97-AF65-F5344CB8AC3E}">
        <p14:creationId xmlns:p14="http://schemas.microsoft.com/office/powerpoint/2010/main" val="428159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</a:t>
            </a:r>
            <a:r>
              <a:rPr lang="en-US" b="1" dirty="0" smtClean="0"/>
              <a:t>Choice: Write your answer in full.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8.</a:t>
            </a:r>
            <a:r>
              <a:rPr lang="en-US" sz="2400" dirty="0">
                <a:latin typeface="Bookman Old Style" panose="02050604050505020204" pitchFamily="18" charset="0"/>
              </a:rPr>
              <a:t> Which of the following is a key feature of a VPN?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A) </a:t>
            </a:r>
            <a:r>
              <a:rPr lang="en-US" sz="2200" dirty="0">
                <a:latin typeface="Bookman Old Style" panose="02050604050505020204" pitchFamily="18" charset="0"/>
              </a:rPr>
              <a:t>It hides your real IP </a:t>
            </a:r>
            <a:r>
              <a:rPr lang="en-US" sz="2200" dirty="0" smtClean="0">
                <a:latin typeface="Bookman Old Style" panose="02050604050505020204" pitchFamily="18" charset="0"/>
              </a:rPr>
              <a:t>address</a:t>
            </a:r>
            <a:endParaRPr lang="en-US" sz="2200" dirty="0">
              <a:latin typeface="Bookman Old Style" panose="02050604050505020204" pitchFamily="18" charset="0"/>
            </a:endParaRP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B) </a:t>
            </a:r>
            <a:r>
              <a:rPr lang="en-US" sz="2200" dirty="0">
                <a:latin typeface="Bookman Old Style" panose="02050604050505020204" pitchFamily="18" charset="0"/>
              </a:rPr>
              <a:t>It speeds up internet connections 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marL="324000" lvl="1" indent="0">
              <a:buNone/>
            </a:pPr>
            <a:r>
              <a:rPr lang="en-US" sz="2200" dirty="0" smtClean="0">
                <a:latin typeface="Bookman Old Style" panose="02050604050505020204" pitchFamily="18" charset="0"/>
              </a:rPr>
              <a:t>C</a:t>
            </a:r>
            <a:r>
              <a:rPr lang="en-US" sz="2200" dirty="0">
                <a:latin typeface="Bookman Old Style" panose="02050604050505020204" pitchFamily="18" charset="0"/>
              </a:rPr>
              <a:t>) It removes all security risks</a:t>
            </a:r>
          </a:p>
          <a:p>
            <a:pPr marL="324000" lvl="1" indent="0">
              <a:buNone/>
            </a:pPr>
            <a:r>
              <a:rPr lang="en-US" sz="2200" dirty="0">
                <a:latin typeface="Bookman Old Style" panose="02050604050505020204" pitchFamily="18" charset="0"/>
              </a:rPr>
              <a:t>D) It disables encryption for faster browsing</a:t>
            </a:r>
          </a:p>
        </p:txBody>
      </p:sp>
    </p:spTree>
    <p:extLst>
      <p:ext uri="{BB962C8B-B14F-4D97-AF65-F5344CB8AC3E}">
        <p14:creationId xmlns:p14="http://schemas.microsoft.com/office/powerpoint/2010/main" val="415088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True or </a:t>
            </a:r>
            <a:r>
              <a:rPr lang="en-US" b="1" dirty="0" smtClean="0"/>
              <a:t>False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15195"/>
          </a:xfrm>
        </p:spPr>
        <p:txBody>
          <a:bodyPr>
            <a:normAutofit fontScale="92500" lnSpcReduction="10000"/>
          </a:bodyPr>
          <a:lstStyle/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9.</a:t>
            </a:r>
            <a:r>
              <a:rPr lang="en-US" dirty="0">
                <a:latin typeface="Bookman Old Style" panose="02050604050505020204" pitchFamily="18" charset="0"/>
              </a:rPr>
              <a:t> A Remote-Access VPN is used to connect entire networks (like branch offices) together over the internet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10.</a:t>
            </a:r>
            <a:r>
              <a:rPr lang="en-US" dirty="0">
                <a:latin typeface="Bookman Old Style" panose="02050604050505020204" pitchFamily="18" charset="0"/>
              </a:rPr>
              <a:t> An Intrusion Detection System (IDS) can actively drop malicious packets without human intervention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11.</a:t>
            </a:r>
            <a:r>
              <a:rPr lang="en-US" dirty="0">
                <a:latin typeface="Bookman Old Style" panose="02050604050505020204" pitchFamily="18" charset="0"/>
              </a:rPr>
              <a:t> The Principle of Least Privilege (PoLP) means giving users and devices only the minimum level of access required to perform their functions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12.</a:t>
            </a:r>
            <a:r>
              <a:rPr lang="en-US" dirty="0">
                <a:latin typeface="Bookman Old Style" panose="02050604050505020204" pitchFamily="18" charset="0"/>
              </a:rPr>
              <a:t> In a Zero Trust Architecture, a user who successfully logs in from inside the corporate office is automatically trusted for the entire session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13.</a:t>
            </a:r>
            <a:r>
              <a:rPr lang="en-US" dirty="0">
                <a:latin typeface="Bookman Old Style" panose="02050604050505020204" pitchFamily="18" charset="0"/>
              </a:rPr>
              <a:t> A personal VPN service (like NordVPN or ExpressVPN) is typically used by individuals for privacy, streaming, or bypassing geo-blocks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14.</a:t>
            </a:r>
            <a:r>
              <a:rPr lang="en-US" dirty="0">
                <a:latin typeface="Bookman Old Style" panose="02050604050505020204" pitchFamily="18" charset="0"/>
              </a:rPr>
              <a:t> Network segmentation divides a flat network into smaller segments (like VLANs or subnets) to prevent lateral movement by attackers</a:t>
            </a:r>
            <a:r>
              <a:rPr lang="en-US" dirty="0" smtClean="0">
                <a:latin typeface="Bookman Old Style" panose="02050604050505020204" pitchFamily="18" charset="0"/>
              </a:rPr>
              <a:t>.</a:t>
            </a:r>
          </a:p>
          <a:p>
            <a:pPr marL="344488" indent="-344488" algn="just">
              <a:buNone/>
            </a:pPr>
            <a:r>
              <a:rPr lang="en-US" b="1" dirty="0">
                <a:latin typeface="Bookman Old Style" panose="02050604050505020204" pitchFamily="18" charset="0"/>
              </a:rPr>
              <a:t>15.</a:t>
            </a:r>
            <a:r>
              <a:rPr lang="en-US" dirty="0">
                <a:latin typeface="Bookman Old Style" panose="02050604050505020204" pitchFamily="18" charset="0"/>
              </a:rPr>
              <a:t> According to the PDF, disabling unused services such as FTP, Telnet, or SNMP is an example of secure configuration and hardening.</a:t>
            </a: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7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/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14996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A security analyst notices that a single user account has generated 100 failed login attempts across multiple servers within 2 minutes. According to </a:t>
            </a:r>
            <a:r>
              <a:rPr lang="en-US" sz="2400" dirty="0" smtClean="0">
                <a:latin typeface="Bookman Old Style" panose="02050604050505020204" pitchFamily="18" charset="0"/>
              </a:rPr>
              <a:t>Monitoring</a:t>
            </a:r>
            <a:r>
              <a:rPr lang="en-US" sz="2400" dirty="0">
                <a:latin typeface="Bookman Old Style" panose="02050604050505020204" pitchFamily="18" charset="0"/>
              </a:rPr>
              <a:t>, Logging, and </a:t>
            </a:r>
            <a:r>
              <a:rPr lang="en-US" sz="2400" dirty="0" smtClean="0">
                <a:latin typeface="Bookman Old Style" panose="02050604050505020204" pitchFamily="18" charset="0"/>
              </a:rPr>
              <a:t>Alerting, </a:t>
            </a:r>
            <a:r>
              <a:rPr lang="en-US" sz="2400" dirty="0">
                <a:latin typeface="Bookman Old Style" panose="02050604050505020204" pitchFamily="18" charset="0"/>
              </a:rPr>
              <a:t>what might this pattern indicate, and how would a SIEM system help?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13226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27</TotalTime>
  <Words>216</Words>
  <Application>Microsoft Office PowerPoint</Application>
  <PresentationFormat>Widescreen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Bookman Old Style</vt:lpstr>
      <vt:lpstr>Calibri</vt:lpstr>
      <vt:lpstr>Gill Sans MT</vt:lpstr>
      <vt:lpstr>Wingdings 2</vt:lpstr>
      <vt:lpstr>Dividend</vt:lpstr>
      <vt:lpstr>Module 7 Quiz: Network Security Basic</vt:lpstr>
      <vt:lpstr>Multiple Choice: Write your answer in full.</vt:lpstr>
      <vt:lpstr>Multiple Choice: Write your answer in full.</vt:lpstr>
      <vt:lpstr>Multiple Choice: Write your answer in full.</vt:lpstr>
      <vt:lpstr>Multiple Choice: Write your answer in full.</vt:lpstr>
      <vt:lpstr>Multiple Choice: Write your answer in full.</vt:lpstr>
      <vt:lpstr>Multiple Choice: Write your answer in full.</vt:lpstr>
      <vt:lpstr>Multiple Choice: Write your answer in full.</vt:lpstr>
      <vt:lpstr>Multiple Choice: Write your answer in full.</vt:lpstr>
      <vt:lpstr>True or False</vt:lpstr>
      <vt:lpstr>Scenario /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 Quiz: Network Security Basic</dc:title>
  <dc:creator>ADMIN</dc:creator>
  <cp:lastModifiedBy>ADMIN</cp:lastModifiedBy>
  <cp:revision>4</cp:revision>
  <dcterms:created xsi:type="dcterms:W3CDTF">2026-04-08T01:20:49Z</dcterms:created>
  <dcterms:modified xsi:type="dcterms:W3CDTF">2026-04-08T01:48:49Z</dcterms:modified>
</cp:coreProperties>
</file>